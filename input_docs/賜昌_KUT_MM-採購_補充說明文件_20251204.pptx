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4"/>
  </p:sldMasterIdLst>
  <p:notesMasterIdLst>
    <p:notesMasterId r:id="rId21"/>
  </p:notesMasterIdLst>
  <p:sldIdLst>
    <p:sldId id="261" r:id="rId5"/>
    <p:sldId id="2147473099" r:id="rId6"/>
    <p:sldId id="2147473097" r:id="rId7"/>
    <p:sldId id="2147473115" r:id="rId8"/>
    <p:sldId id="2147473116" r:id="rId9"/>
    <p:sldId id="2147473111" r:id="rId10"/>
    <p:sldId id="2147473112" r:id="rId11"/>
    <p:sldId id="2147473113" r:id="rId12"/>
    <p:sldId id="2147375390" r:id="rId13"/>
    <p:sldId id="2147473118" r:id="rId14"/>
    <p:sldId id="2147473248" r:id="rId15"/>
    <p:sldId id="2147473117" r:id="rId16"/>
    <p:sldId id="2147473007" r:id="rId17"/>
    <p:sldId id="2147473120" r:id="rId18"/>
    <p:sldId id="2147473234" r:id="rId19"/>
    <p:sldId id="2147473000" r:id="rId20"/>
  </p:sldIdLst>
  <p:sldSz cx="18288000" cy="10288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0A1A"/>
    <a:srgbClr val="FBE1E4"/>
    <a:srgbClr val="FAD6DA"/>
    <a:srgbClr val="ED8278"/>
    <a:srgbClr val="ECECEC"/>
    <a:srgbClr val="F1CB78"/>
    <a:srgbClr val="FF9300"/>
    <a:srgbClr val="A82415"/>
    <a:srgbClr val="70170F"/>
    <a:srgbClr val="8269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9FCC05-3143-4EBC-8C13-FBDA27D48D1C}" v="133" dt="2025-12-03T16:05:13.762"/>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735" autoAdjust="0"/>
    <p:restoredTop sz="95873" autoAdjust="0"/>
  </p:normalViewPr>
  <p:slideViewPr>
    <p:cSldViewPr snapToGrid="0">
      <p:cViewPr varScale="1">
        <p:scale>
          <a:sx n="77" d="100"/>
          <a:sy n="77" d="100"/>
        </p:scale>
        <p:origin x="126" y="372"/>
      </p:cViewPr>
      <p:guideLst/>
    </p:cSldViewPr>
  </p:slideViewPr>
  <p:notesTextViewPr>
    <p:cViewPr>
      <p:scale>
        <a:sx n="1" d="1"/>
        <a:sy n="1" d="1"/>
      </p:scale>
      <p:origin x="0" y="0"/>
    </p:cViewPr>
  </p:notesTextViewPr>
  <p:sorterViewPr>
    <p:cViewPr>
      <p:scale>
        <a:sx n="90" d="100"/>
        <a:sy n="9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胡雅苹 (Yaping Hu)" userId="4ba2e64d-2433-449b-af9f-ac00e62257f3" providerId="ADAL" clId="{38407AA2-C0C1-44B8-AE6D-C02B6E951496}"/>
    <pc:docChg chg="undo redo custSel addSld delSld modSld sldOrd">
      <pc:chgData name="胡雅苹 (Yaping Hu)" userId="4ba2e64d-2433-449b-af9f-ac00e62257f3" providerId="ADAL" clId="{38407AA2-C0C1-44B8-AE6D-C02B6E951496}" dt="2025-12-03T16:05:13.762" v="3357" actId="478"/>
      <pc:docMkLst>
        <pc:docMk/>
      </pc:docMkLst>
      <pc:sldChg chg="modSp mod">
        <pc:chgData name="胡雅苹 (Yaping Hu)" userId="4ba2e64d-2433-449b-af9f-ac00e62257f3" providerId="ADAL" clId="{38407AA2-C0C1-44B8-AE6D-C02B6E951496}" dt="2025-11-13T17:59:02.475" v="504" actId="20577"/>
        <pc:sldMkLst>
          <pc:docMk/>
          <pc:sldMk cId="42830734" sldId="261"/>
        </pc:sldMkLst>
        <pc:spChg chg="mod">
          <ac:chgData name="胡雅苹 (Yaping Hu)" userId="4ba2e64d-2433-449b-af9f-ac00e62257f3" providerId="ADAL" clId="{38407AA2-C0C1-44B8-AE6D-C02B6E951496}" dt="2025-11-13T17:59:02.475" v="504" actId="20577"/>
          <ac:spMkLst>
            <pc:docMk/>
            <pc:sldMk cId="42830734" sldId="261"/>
            <ac:spMk id="3" creationId="{8859345E-AB13-0337-28A8-72F68FB71A83}"/>
          </ac:spMkLst>
        </pc:spChg>
        <pc:spChg chg="mod">
          <ac:chgData name="胡雅苹 (Yaping Hu)" userId="4ba2e64d-2433-449b-af9f-ac00e62257f3" providerId="ADAL" clId="{38407AA2-C0C1-44B8-AE6D-C02B6E951496}" dt="2025-11-13T17:27:33.567" v="385" actId="20577"/>
          <ac:spMkLst>
            <pc:docMk/>
            <pc:sldMk cId="42830734" sldId="261"/>
            <ac:spMk id="5" creationId="{E1637891-39B6-9F83-1E67-17C75D44F0A1}"/>
          </ac:spMkLst>
        </pc:spChg>
      </pc:sldChg>
      <pc:sldChg chg="addSp modSp add del mod ord">
        <pc:chgData name="胡雅苹 (Yaping Hu)" userId="4ba2e64d-2433-449b-af9f-ac00e62257f3" providerId="ADAL" clId="{38407AA2-C0C1-44B8-AE6D-C02B6E951496}" dt="2025-12-03T15:02:19.991" v="3134" actId="12789"/>
        <pc:sldMkLst>
          <pc:docMk/>
          <pc:sldMk cId="3463177885" sldId="2147375390"/>
        </pc:sldMkLst>
        <pc:spChg chg="mod">
          <ac:chgData name="胡雅苹 (Yaping Hu)" userId="4ba2e64d-2433-449b-af9f-ac00e62257f3" providerId="ADAL" clId="{38407AA2-C0C1-44B8-AE6D-C02B6E951496}" dt="2025-12-03T08:20:44.591" v="2532" actId="12789"/>
          <ac:spMkLst>
            <pc:docMk/>
            <pc:sldMk cId="3463177885" sldId="2147375390"/>
            <ac:spMk id="8" creationId="{AC8125CD-34B4-757A-7942-BDBC52FF1024}"/>
          </ac:spMkLst>
        </pc:spChg>
        <pc:spChg chg="add mod">
          <ac:chgData name="胡雅苹 (Yaping Hu)" userId="4ba2e64d-2433-449b-af9f-ac00e62257f3" providerId="ADAL" clId="{38407AA2-C0C1-44B8-AE6D-C02B6E951496}" dt="2025-12-03T08:20:44.591" v="2532" actId="12789"/>
          <ac:spMkLst>
            <pc:docMk/>
            <pc:sldMk cId="3463177885" sldId="2147375390"/>
            <ac:spMk id="15" creationId="{DF87A91B-633A-FF04-F2DC-742728EB2309}"/>
          </ac:spMkLst>
        </pc:spChg>
        <pc:spChg chg="add mod">
          <ac:chgData name="胡雅苹 (Yaping Hu)" userId="4ba2e64d-2433-449b-af9f-ac00e62257f3" providerId="ADAL" clId="{38407AA2-C0C1-44B8-AE6D-C02B6E951496}" dt="2025-12-03T08:20:44.591" v="2532" actId="12789"/>
          <ac:spMkLst>
            <pc:docMk/>
            <pc:sldMk cId="3463177885" sldId="2147375390"/>
            <ac:spMk id="16" creationId="{8B0079B9-8644-ADAD-AC02-C194A4257CD6}"/>
          </ac:spMkLst>
        </pc:spChg>
        <pc:spChg chg="add mod">
          <ac:chgData name="胡雅苹 (Yaping Hu)" userId="4ba2e64d-2433-449b-af9f-ac00e62257f3" providerId="ADAL" clId="{38407AA2-C0C1-44B8-AE6D-C02B6E951496}" dt="2025-12-03T08:20:49.834" v="2536" actId="1038"/>
          <ac:spMkLst>
            <pc:docMk/>
            <pc:sldMk cId="3463177885" sldId="2147375390"/>
            <ac:spMk id="21" creationId="{09E29F32-E9D9-5E65-CD09-C486DA3A3E77}"/>
          </ac:spMkLst>
        </pc:spChg>
        <pc:spChg chg="mod">
          <ac:chgData name="胡雅苹 (Yaping Hu)" userId="4ba2e64d-2433-449b-af9f-ac00e62257f3" providerId="ADAL" clId="{38407AA2-C0C1-44B8-AE6D-C02B6E951496}" dt="2025-12-03T08:20:44.591" v="2532" actId="12789"/>
          <ac:spMkLst>
            <pc:docMk/>
            <pc:sldMk cId="3463177885" sldId="2147375390"/>
            <ac:spMk id="34" creationId="{DE52170D-3194-E094-D743-3842F95326FE}"/>
          </ac:spMkLst>
        </pc:spChg>
        <pc:spChg chg="mod">
          <ac:chgData name="胡雅苹 (Yaping Hu)" userId="4ba2e64d-2433-449b-af9f-ac00e62257f3" providerId="ADAL" clId="{38407AA2-C0C1-44B8-AE6D-C02B6E951496}" dt="2025-12-03T08:20:44.591" v="2532" actId="12789"/>
          <ac:spMkLst>
            <pc:docMk/>
            <pc:sldMk cId="3463177885" sldId="2147375390"/>
            <ac:spMk id="45" creationId="{6DC2AA73-7823-FFEF-8D00-4A526AA88757}"/>
          </ac:spMkLst>
        </pc:spChg>
        <pc:spChg chg="mod">
          <ac:chgData name="胡雅苹 (Yaping Hu)" userId="4ba2e64d-2433-449b-af9f-ac00e62257f3" providerId="ADAL" clId="{38407AA2-C0C1-44B8-AE6D-C02B6E951496}" dt="2025-12-03T15:01:32.927" v="3129" actId="12789"/>
          <ac:spMkLst>
            <pc:docMk/>
            <pc:sldMk cId="3463177885" sldId="2147375390"/>
            <ac:spMk id="75" creationId="{1FB9514E-6261-C7AC-D58E-6A5F2E6F81FD}"/>
          </ac:spMkLst>
        </pc:spChg>
        <pc:spChg chg="mod">
          <ac:chgData name="胡雅苹 (Yaping Hu)" userId="4ba2e64d-2433-449b-af9f-ac00e62257f3" providerId="ADAL" clId="{38407AA2-C0C1-44B8-AE6D-C02B6E951496}" dt="2025-12-03T08:17:41.392" v="2475" actId="1076"/>
          <ac:spMkLst>
            <pc:docMk/>
            <pc:sldMk cId="3463177885" sldId="2147375390"/>
            <ac:spMk id="227" creationId="{DF940026-96D7-3867-6425-C228DF3D29BF}"/>
          </ac:spMkLst>
        </pc:spChg>
        <pc:spChg chg="mod">
          <ac:chgData name="胡雅苹 (Yaping Hu)" userId="4ba2e64d-2433-449b-af9f-ac00e62257f3" providerId="ADAL" clId="{38407AA2-C0C1-44B8-AE6D-C02B6E951496}" dt="2025-12-03T15:02:19.991" v="3134" actId="12789"/>
          <ac:spMkLst>
            <pc:docMk/>
            <pc:sldMk cId="3463177885" sldId="2147375390"/>
            <ac:spMk id="240" creationId="{527C4236-AC24-9665-999E-BCB38749D459}"/>
          </ac:spMkLst>
        </pc:spChg>
        <pc:graphicFrameChg chg="mod">
          <ac:chgData name="胡雅苹 (Yaping Hu)" userId="4ba2e64d-2433-449b-af9f-ac00e62257f3" providerId="ADAL" clId="{38407AA2-C0C1-44B8-AE6D-C02B6E951496}" dt="2025-12-03T15:02:05.432" v="3133" actId="12789"/>
          <ac:graphicFrameMkLst>
            <pc:docMk/>
            <pc:sldMk cId="3463177885" sldId="2147375390"/>
            <ac:graphicFrameMk id="58" creationId="{94474DA2-C417-6AE7-95EE-50C9649AB985}"/>
          </ac:graphicFrameMkLst>
        </pc:graphicFrameChg>
        <pc:graphicFrameChg chg="mod">
          <ac:chgData name="胡雅苹 (Yaping Hu)" userId="4ba2e64d-2433-449b-af9f-ac00e62257f3" providerId="ADAL" clId="{38407AA2-C0C1-44B8-AE6D-C02B6E951496}" dt="2025-12-03T15:02:05.432" v="3133" actId="12789"/>
          <ac:graphicFrameMkLst>
            <pc:docMk/>
            <pc:sldMk cId="3463177885" sldId="2147375390"/>
            <ac:graphicFrameMk id="60" creationId="{94474DA2-C417-6AE7-95EE-50C9649AB985}"/>
          </ac:graphicFrameMkLst>
        </pc:graphicFrameChg>
        <pc:graphicFrameChg chg="mod modGraphic">
          <ac:chgData name="胡雅苹 (Yaping Hu)" userId="4ba2e64d-2433-449b-af9f-ac00e62257f3" providerId="ADAL" clId="{38407AA2-C0C1-44B8-AE6D-C02B6E951496}" dt="2025-12-03T15:01:32.927" v="3129" actId="12789"/>
          <ac:graphicFrameMkLst>
            <pc:docMk/>
            <pc:sldMk cId="3463177885" sldId="2147375390"/>
            <ac:graphicFrameMk id="62" creationId="{94474DA2-C417-6AE7-95EE-50C9649AB985}"/>
          </ac:graphicFrameMkLst>
        </pc:graphicFrameChg>
        <pc:graphicFrameChg chg="mod modGraphic">
          <ac:chgData name="胡雅苹 (Yaping Hu)" userId="4ba2e64d-2433-449b-af9f-ac00e62257f3" providerId="ADAL" clId="{38407AA2-C0C1-44B8-AE6D-C02B6E951496}" dt="2025-12-03T15:02:19.991" v="3134" actId="12789"/>
          <ac:graphicFrameMkLst>
            <pc:docMk/>
            <pc:sldMk cId="3463177885" sldId="2147375390"/>
            <ac:graphicFrameMk id="63" creationId="{94474DA2-C417-6AE7-95EE-50C9649AB985}"/>
          </ac:graphicFrameMkLst>
        </pc:graphicFrameChg>
        <pc:cxnChg chg="add mod">
          <ac:chgData name="胡雅苹 (Yaping Hu)" userId="4ba2e64d-2433-449b-af9f-ac00e62257f3" providerId="ADAL" clId="{38407AA2-C0C1-44B8-AE6D-C02B6E951496}" dt="2025-12-03T08:12:05.279" v="2401" actId="1076"/>
          <ac:cxnSpMkLst>
            <pc:docMk/>
            <pc:sldMk cId="3463177885" sldId="2147375390"/>
            <ac:cxnSpMk id="2" creationId="{6084EEAC-998B-FAD3-33EE-605DB3AA50DD}"/>
          </ac:cxnSpMkLst>
        </pc:cxnChg>
        <pc:cxnChg chg="add mod">
          <ac:chgData name="胡雅苹 (Yaping Hu)" userId="4ba2e64d-2433-449b-af9f-ac00e62257f3" providerId="ADAL" clId="{38407AA2-C0C1-44B8-AE6D-C02B6E951496}" dt="2025-12-03T08:17:40.292" v="2474" actId="14100"/>
          <ac:cxnSpMkLst>
            <pc:docMk/>
            <pc:sldMk cId="3463177885" sldId="2147375390"/>
            <ac:cxnSpMk id="7" creationId="{09DC4F91-B0E1-AD7C-DB60-09A8EEB47493}"/>
          </ac:cxnSpMkLst>
        </pc:cxnChg>
        <pc:cxnChg chg="mod">
          <ac:chgData name="胡雅苹 (Yaping Hu)" userId="4ba2e64d-2433-449b-af9f-ac00e62257f3" providerId="ADAL" clId="{38407AA2-C0C1-44B8-AE6D-C02B6E951496}" dt="2025-12-03T15:01:32.927" v="3129" actId="12789"/>
          <ac:cxnSpMkLst>
            <pc:docMk/>
            <pc:sldMk cId="3463177885" sldId="2147375390"/>
            <ac:cxnSpMk id="10" creationId="{E70A7561-C762-F9DA-96A5-34531EC7FB29}"/>
          </ac:cxnSpMkLst>
        </pc:cxnChg>
        <pc:cxnChg chg="add mod">
          <ac:chgData name="胡雅苹 (Yaping Hu)" userId="4ba2e64d-2433-449b-af9f-ac00e62257f3" providerId="ADAL" clId="{38407AA2-C0C1-44B8-AE6D-C02B6E951496}" dt="2025-12-03T08:18:07.233" v="2479" actId="1076"/>
          <ac:cxnSpMkLst>
            <pc:docMk/>
            <pc:sldMk cId="3463177885" sldId="2147375390"/>
            <ac:cxnSpMk id="12" creationId="{27976925-258C-55D6-E7BA-7A61B773B123}"/>
          </ac:cxnSpMkLst>
        </pc:cxnChg>
        <pc:cxnChg chg="mod">
          <ac:chgData name="胡雅苹 (Yaping Hu)" userId="4ba2e64d-2433-449b-af9f-ac00e62257f3" providerId="ADAL" clId="{38407AA2-C0C1-44B8-AE6D-C02B6E951496}" dt="2025-12-03T15:02:05.432" v="3133" actId="12789"/>
          <ac:cxnSpMkLst>
            <pc:docMk/>
            <pc:sldMk cId="3463177885" sldId="2147375390"/>
            <ac:cxnSpMk id="14" creationId="{495BFB54-4180-B168-962D-1C5DD92C5D97}"/>
          </ac:cxnSpMkLst>
        </pc:cxnChg>
        <pc:cxnChg chg="mod">
          <ac:chgData name="胡雅苹 (Yaping Hu)" userId="4ba2e64d-2433-449b-af9f-ac00e62257f3" providerId="ADAL" clId="{38407AA2-C0C1-44B8-AE6D-C02B6E951496}" dt="2025-12-03T15:02:19.991" v="3134" actId="12789"/>
          <ac:cxnSpMkLst>
            <pc:docMk/>
            <pc:sldMk cId="3463177885" sldId="2147375390"/>
            <ac:cxnSpMk id="19" creationId="{10E52F05-FFB7-8249-258C-5F7D021C9D5E}"/>
          </ac:cxnSpMkLst>
        </pc:cxnChg>
        <pc:cxnChg chg="add mod">
          <ac:chgData name="胡雅苹 (Yaping Hu)" userId="4ba2e64d-2433-449b-af9f-ac00e62257f3" providerId="ADAL" clId="{38407AA2-C0C1-44B8-AE6D-C02B6E951496}" dt="2025-12-03T08:19:33.365" v="2510" actId="1076"/>
          <ac:cxnSpMkLst>
            <pc:docMk/>
            <pc:sldMk cId="3463177885" sldId="2147375390"/>
            <ac:cxnSpMk id="20" creationId="{FEC3FE79-AA0B-2C39-E70A-7EB55BFBDB8A}"/>
          </ac:cxnSpMkLst>
        </pc:cxnChg>
        <pc:cxnChg chg="mod">
          <ac:chgData name="胡雅苹 (Yaping Hu)" userId="4ba2e64d-2433-449b-af9f-ac00e62257f3" providerId="ADAL" clId="{38407AA2-C0C1-44B8-AE6D-C02B6E951496}" dt="2025-12-03T15:02:19.991" v="3134" actId="12789"/>
          <ac:cxnSpMkLst>
            <pc:docMk/>
            <pc:sldMk cId="3463177885" sldId="2147375390"/>
            <ac:cxnSpMk id="22" creationId="{B0A5A8C5-01EC-1304-FFC1-C0FBF569053E}"/>
          </ac:cxnSpMkLst>
        </pc:cxnChg>
        <pc:cxnChg chg="mod">
          <ac:chgData name="胡雅苹 (Yaping Hu)" userId="4ba2e64d-2433-449b-af9f-ac00e62257f3" providerId="ADAL" clId="{38407AA2-C0C1-44B8-AE6D-C02B6E951496}" dt="2025-12-03T15:02:19.991" v="3134" actId="12789"/>
          <ac:cxnSpMkLst>
            <pc:docMk/>
            <pc:sldMk cId="3463177885" sldId="2147375390"/>
            <ac:cxnSpMk id="52" creationId="{38E00DE6-84AE-802B-524F-43D36DC6077E}"/>
          </ac:cxnSpMkLst>
        </pc:cxnChg>
        <pc:cxnChg chg="mod">
          <ac:chgData name="胡雅苹 (Yaping Hu)" userId="4ba2e64d-2433-449b-af9f-ac00e62257f3" providerId="ADAL" clId="{38407AA2-C0C1-44B8-AE6D-C02B6E951496}" dt="2025-12-03T15:02:05.432" v="3133" actId="12789"/>
          <ac:cxnSpMkLst>
            <pc:docMk/>
            <pc:sldMk cId="3463177885" sldId="2147375390"/>
            <ac:cxnSpMk id="66" creationId="{6710C215-D2A9-AE8A-C825-CAB394FDF69B}"/>
          </ac:cxnSpMkLst>
        </pc:cxnChg>
        <pc:cxnChg chg="mod">
          <ac:chgData name="胡雅苹 (Yaping Hu)" userId="4ba2e64d-2433-449b-af9f-ac00e62257f3" providerId="ADAL" clId="{38407AA2-C0C1-44B8-AE6D-C02B6E951496}" dt="2025-12-03T15:02:19.991" v="3134" actId="12789"/>
          <ac:cxnSpMkLst>
            <pc:docMk/>
            <pc:sldMk cId="3463177885" sldId="2147375390"/>
            <ac:cxnSpMk id="94" creationId="{6822E07E-AECF-9AB1-F51A-9AC881E39209}"/>
          </ac:cxnSpMkLst>
        </pc:cxnChg>
      </pc:sldChg>
      <pc:sldChg chg="addSp delSp modSp add mod modClrScheme chgLayout">
        <pc:chgData name="胡雅苹 (Yaping Hu)" userId="4ba2e64d-2433-449b-af9f-ac00e62257f3" providerId="ADAL" clId="{38407AA2-C0C1-44B8-AE6D-C02B6E951496}" dt="2025-12-03T08:28:52.167" v="2700" actId="403"/>
        <pc:sldMkLst>
          <pc:docMk/>
          <pc:sldMk cId="548342431" sldId="2147473007"/>
        </pc:sldMkLst>
        <pc:spChg chg="mod">
          <ac:chgData name="胡雅苹 (Yaping Hu)" userId="4ba2e64d-2433-449b-af9f-ac00e62257f3" providerId="ADAL" clId="{38407AA2-C0C1-44B8-AE6D-C02B6E951496}" dt="2025-12-03T08:22:34.171" v="2542" actId="14100"/>
          <ac:spMkLst>
            <pc:docMk/>
            <pc:sldMk cId="548342431" sldId="2147473007"/>
            <ac:spMk id="7" creationId="{2FA328E1-5E6A-C909-6B8B-531A47C8E1E0}"/>
          </ac:spMkLst>
        </pc:spChg>
        <pc:spChg chg="mod">
          <ac:chgData name="胡雅苹 (Yaping Hu)" userId="4ba2e64d-2433-449b-af9f-ac00e62257f3" providerId="ADAL" clId="{38407AA2-C0C1-44B8-AE6D-C02B6E951496}" dt="2025-12-03T08:23:13.027" v="2603" actId="1037"/>
          <ac:spMkLst>
            <pc:docMk/>
            <pc:sldMk cId="548342431" sldId="2147473007"/>
            <ac:spMk id="17" creationId="{EA914D6F-5ECD-16A3-170D-C82706CD5603}"/>
          </ac:spMkLst>
        </pc:spChg>
        <pc:spChg chg="add mod">
          <ac:chgData name="胡雅苹 (Yaping Hu)" userId="4ba2e64d-2433-449b-af9f-ac00e62257f3" providerId="ADAL" clId="{38407AA2-C0C1-44B8-AE6D-C02B6E951496}" dt="2025-12-03T08:24:42.304" v="2687" actId="1038"/>
          <ac:spMkLst>
            <pc:docMk/>
            <pc:sldMk cId="548342431" sldId="2147473007"/>
            <ac:spMk id="18" creationId="{2E003D7F-600A-E3E0-C74D-901B22C0D6BE}"/>
          </ac:spMkLst>
        </pc:spChg>
        <pc:spChg chg="mod">
          <ac:chgData name="胡雅苹 (Yaping Hu)" userId="4ba2e64d-2433-449b-af9f-ac00e62257f3" providerId="ADAL" clId="{38407AA2-C0C1-44B8-AE6D-C02B6E951496}" dt="2025-12-03T08:22:40.815" v="2562" actId="1035"/>
          <ac:spMkLst>
            <pc:docMk/>
            <pc:sldMk cId="548342431" sldId="2147473007"/>
            <ac:spMk id="21" creationId="{3D12F6A2-31A4-A4A5-6183-73DB3637BD57}"/>
          </ac:spMkLst>
        </pc:spChg>
        <pc:spChg chg="add mod">
          <ac:chgData name="胡雅苹 (Yaping Hu)" userId="4ba2e64d-2433-449b-af9f-ac00e62257f3" providerId="ADAL" clId="{38407AA2-C0C1-44B8-AE6D-C02B6E951496}" dt="2025-12-03T08:24:37.145" v="2656" actId="1038"/>
          <ac:spMkLst>
            <pc:docMk/>
            <pc:sldMk cId="548342431" sldId="2147473007"/>
            <ac:spMk id="22" creationId="{E4B03D5C-DE04-ECF4-EE0E-1A57330F778F}"/>
          </ac:spMkLst>
        </pc:spChg>
        <pc:spChg chg="add mod">
          <ac:chgData name="胡雅苹 (Yaping Hu)" userId="4ba2e64d-2433-449b-af9f-ac00e62257f3" providerId="ADAL" clId="{38407AA2-C0C1-44B8-AE6D-C02B6E951496}" dt="2025-12-03T08:24:10.100" v="2643"/>
          <ac:spMkLst>
            <pc:docMk/>
            <pc:sldMk cId="548342431" sldId="2147473007"/>
            <ac:spMk id="24" creationId="{4756A3E6-2461-AE8F-8E15-88D3F478C659}"/>
          </ac:spMkLst>
        </pc:spChg>
        <pc:spChg chg="mod">
          <ac:chgData name="胡雅苹 (Yaping Hu)" userId="4ba2e64d-2433-449b-af9f-ac00e62257f3" providerId="ADAL" clId="{38407AA2-C0C1-44B8-AE6D-C02B6E951496}" dt="2025-12-03T08:23:13.027" v="2603" actId="1037"/>
          <ac:spMkLst>
            <pc:docMk/>
            <pc:sldMk cId="548342431" sldId="2147473007"/>
            <ac:spMk id="25" creationId="{C274B068-C460-B8DF-DCDC-EC10A06FDA70}"/>
          </ac:spMkLst>
        </pc:spChg>
        <pc:spChg chg="mod">
          <ac:chgData name="胡雅苹 (Yaping Hu)" userId="4ba2e64d-2433-449b-af9f-ac00e62257f3" providerId="ADAL" clId="{38407AA2-C0C1-44B8-AE6D-C02B6E951496}" dt="2025-12-03T08:23:13.027" v="2603" actId="1037"/>
          <ac:spMkLst>
            <pc:docMk/>
            <pc:sldMk cId="548342431" sldId="2147473007"/>
            <ac:spMk id="27" creationId="{73EA58A4-3D3B-0004-8425-15186B109C63}"/>
          </ac:spMkLst>
        </pc:spChg>
        <pc:spChg chg="mod">
          <ac:chgData name="胡雅苹 (Yaping Hu)" userId="4ba2e64d-2433-449b-af9f-ac00e62257f3" providerId="ADAL" clId="{38407AA2-C0C1-44B8-AE6D-C02B6E951496}" dt="2025-12-03T08:23:13.027" v="2603" actId="1037"/>
          <ac:spMkLst>
            <pc:docMk/>
            <pc:sldMk cId="548342431" sldId="2147473007"/>
            <ac:spMk id="28" creationId="{D55F1217-6BE7-F5CD-2980-C904A23464AC}"/>
          </ac:spMkLst>
        </pc:spChg>
        <pc:spChg chg="mod">
          <ac:chgData name="胡雅苹 (Yaping Hu)" userId="4ba2e64d-2433-449b-af9f-ac00e62257f3" providerId="ADAL" clId="{38407AA2-C0C1-44B8-AE6D-C02B6E951496}" dt="2025-12-03T08:26:42.539" v="2691" actId="692"/>
          <ac:spMkLst>
            <pc:docMk/>
            <pc:sldMk cId="548342431" sldId="2147473007"/>
            <ac:spMk id="30" creationId="{CA9CD944-C5C6-DF34-BB1E-4137B2A6D3B2}"/>
          </ac:spMkLst>
        </pc:spChg>
        <pc:spChg chg="mod">
          <ac:chgData name="胡雅苹 (Yaping Hu)" userId="4ba2e64d-2433-449b-af9f-ac00e62257f3" providerId="ADAL" clId="{38407AA2-C0C1-44B8-AE6D-C02B6E951496}" dt="2025-12-03T08:28:52.167" v="2700" actId="403"/>
          <ac:spMkLst>
            <pc:docMk/>
            <pc:sldMk cId="548342431" sldId="2147473007"/>
            <ac:spMk id="251" creationId="{7DFEC930-3041-84BC-CCB0-E3CEAF5659FA}"/>
          </ac:spMkLst>
        </pc:spChg>
        <pc:graphicFrameChg chg="add del mod">
          <ac:chgData name="胡雅苹 (Yaping Hu)" userId="4ba2e64d-2433-449b-af9f-ac00e62257f3" providerId="ADAL" clId="{38407AA2-C0C1-44B8-AE6D-C02B6E951496}" dt="2025-12-03T08:26:47.437" v="2692" actId="478"/>
          <ac:graphicFrameMkLst>
            <pc:docMk/>
            <pc:sldMk cId="548342431" sldId="2147473007"/>
            <ac:graphicFrameMk id="26" creationId="{464E9D89-B31F-28CC-4A14-0C32B6741F11}"/>
          </ac:graphicFrameMkLst>
        </pc:graphicFrameChg>
        <pc:cxnChg chg="add mod">
          <ac:chgData name="胡雅苹 (Yaping Hu)" userId="4ba2e64d-2433-449b-af9f-ac00e62257f3" providerId="ADAL" clId="{38407AA2-C0C1-44B8-AE6D-C02B6E951496}" dt="2025-12-03T08:23:24.309" v="2604"/>
          <ac:cxnSpMkLst>
            <pc:docMk/>
            <pc:sldMk cId="548342431" sldId="2147473007"/>
            <ac:cxnSpMk id="3" creationId="{F5D33B6B-44C7-3E5A-A63D-305B009122B9}"/>
          </ac:cxnSpMkLst>
        </pc:cxnChg>
        <pc:cxnChg chg="add mod">
          <ac:chgData name="胡雅苹 (Yaping Hu)" userId="4ba2e64d-2433-449b-af9f-ac00e62257f3" providerId="ADAL" clId="{38407AA2-C0C1-44B8-AE6D-C02B6E951496}" dt="2025-12-03T08:23:43.092" v="2641" actId="1038"/>
          <ac:cxnSpMkLst>
            <pc:docMk/>
            <pc:sldMk cId="548342431" sldId="2147473007"/>
            <ac:cxnSpMk id="4" creationId="{EAE90318-E4E9-00F6-5C5D-99E701530CDB}"/>
          </ac:cxnSpMkLst>
        </pc:cxnChg>
        <pc:cxnChg chg="add mod">
          <ac:chgData name="胡雅苹 (Yaping Hu)" userId="4ba2e64d-2433-449b-af9f-ac00e62257f3" providerId="ADAL" clId="{38407AA2-C0C1-44B8-AE6D-C02B6E951496}" dt="2025-12-03T08:23:52.646" v="2642"/>
          <ac:cxnSpMkLst>
            <pc:docMk/>
            <pc:sldMk cId="548342431" sldId="2147473007"/>
            <ac:cxnSpMk id="16" creationId="{B84FC0AA-6F16-0662-4EF6-89F103FD0AE8}"/>
          </ac:cxnSpMkLst>
        </pc:cxnChg>
      </pc:sldChg>
      <pc:sldChg chg="addSp delSp modSp add mod">
        <pc:chgData name="胡雅苹 (Yaping Hu)" userId="4ba2e64d-2433-449b-af9f-ac00e62257f3" providerId="ADAL" clId="{38407AA2-C0C1-44B8-AE6D-C02B6E951496}" dt="2025-11-19T00:10:48.180" v="1964" actId="207"/>
        <pc:sldMkLst>
          <pc:docMk/>
          <pc:sldMk cId="3532218582" sldId="2147473097"/>
        </pc:sldMkLst>
        <pc:spChg chg="mod">
          <ac:chgData name="胡雅苹 (Yaping Hu)" userId="4ba2e64d-2433-449b-af9f-ac00e62257f3" providerId="ADAL" clId="{38407AA2-C0C1-44B8-AE6D-C02B6E951496}" dt="2025-11-17T09:40:42.291" v="1886" actId="20577"/>
          <ac:spMkLst>
            <pc:docMk/>
            <pc:sldMk cId="3532218582" sldId="2147473097"/>
            <ac:spMk id="2" creationId="{982F833D-F218-2B1E-5015-5A41A6DB643A}"/>
          </ac:spMkLst>
        </pc:spChg>
        <pc:spChg chg="mod">
          <ac:chgData name="胡雅苹 (Yaping Hu)" userId="4ba2e64d-2433-449b-af9f-ac00e62257f3" providerId="ADAL" clId="{38407AA2-C0C1-44B8-AE6D-C02B6E951496}" dt="2025-11-14T04:23:52.715" v="1736" actId="20577"/>
          <ac:spMkLst>
            <pc:docMk/>
            <pc:sldMk cId="3532218582" sldId="2147473097"/>
            <ac:spMk id="3" creationId="{F527D985-0CB3-FCAF-FBF4-FD07193E7D5C}"/>
          </ac:spMkLst>
        </pc:spChg>
        <pc:spChg chg="mod">
          <ac:chgData name="胡雅苹 (Yaping Hu)" userId="4ba2e64d-2433-449b-af9f-ac00e62257f3" providerId="ADAL" clId="{38407AA2-C0C1-44B8-AE6D-C02B6E951496}" dt="2025-11-14T04:20:38.956" v="1722" actId="164"/>
          <ac:spMkLst>
            <pc:docMk/>
            <pc:sldMk cId="3532218582" sldId="2147473097"/>
            <ac:spMk id="4" creationId="{CA7CFDD8-51AC-DCDC-B6B4-09881F01525D}"/>
          </ac:spMkLst>
        </pc:spChg>
        <pc:spChg chg="mod">
          <ac:chgData name="胡雅苹 (Yaping Hu)" userId="4ba2e64d-2433-449b-af9f-ac00e62257f3" providerId="ADAL" clId="{38407AA2-C0C1-44B8-AE6D-C02B6E951496}" dt="2025-11-18T08:39:55.080" v="1912" actId="20577"/>
          <ac:spMkLst>
            <pc:docMk/>
            <pc:sldMk cId="3532218582" sldId="2147473097"/>
            <ac:spMk id="5" creationId="{A3498218-098E-AF5F-E55E-921B35B5CFB8}"/>
          </ac:spMkLst>
        </pc:spChg>
        <pc:spChg chg="add mod">
          <ac:chgData name="胡雅苹 (Yaping Hu)" userId="4ba2e64d-2433-449b-af9f-ac00e62257f3" providerId="ADAL" clId="{38407AA2-C0C1-44B8-AE6D-C02B6E951496}" dt="2025-11-14T03:46:40.016" v="1211" actId="164"/>
          <ac:spMkLst>
            <pc:docMk/>
            <pc:sldMk cId="3532218582" sldId="2147473097"/>
            <ac:spMk id="6" creationId="{B3D90DDC-918A-EDCA-48FD-62F60EBA50A3}"/>
          </ac:spMkLst>
        </pc:spChg>
        <pc:spChg chg="add mod">
          <ac:chgData name="胡雅苹 (Yaping Hu)" userId="4ba2e64d-2433-449b-af9f-ac00e62257f3" providerId="ADAL" clId="{38407AA2-C0C1-44B8-AE6D-C02B6E951496}" dt="2025-11-14T03:47:29.759" v="1219" actId="20577"/>
          <ac:spMkLst>
            <pc:docMk/>
            <pc:sldMk cId="3532218582" sldId="2147473097"/>
            <ac:spMk id="7" creationId="{A98F64F7-4A49-5FEC-7719-F9196097A931}"/>
          </ac:spMkLst>
        </pc:spChg>
        <pc:spChg chg="mod">
          <ac:chgData name="胡雅苹 (Yaping Hu)" userId="4ba2e64d-2433-449b-af9f-ac00e62257f3" providerId="ADAL" clId="{38407AA2-C0C1-44B8-AE6D-C02B6E951496}" dt="2025-11-14T04:20:21.996" v="1721" actId="14100"/>
          <ac:spMkLst>
            <pc:docMk/>
            <pc:sldMk cId="3532218582" sldId="2147473097"/>
            <ac:spMk id="12" creationId="{9F8D58CF-428B-D6D1-FD9F-1EA11AE88C3A}"/>
          </ac:spMkLst>
        </pc:spChg>
        <pc:spChg chg="mod">
          <ac:chgData name="胡雅苹 (Yaping Hu)" userId="4ba2e64d-2433-449b-af9f-ac00e62257f3" providerId="ADAL" clId="{38407AA2-C0C1-44B8-AE6D-C02B6E951496}" dt="2025-11-14T04:18:19.467" v="1709" actId="12789"/>
          <ac:spMkLst>
            <pc:docMk/>
            <pc:sldMk cId="3532218582" sldId="2147473097"/>
            <ac:spMk id="13" creationId="{90BF998F-63B7-9F40-59A8-1B0F345018A6}"/>
          </ac:spMkLst>
        </pc:spChg>
        <pc:spChg chg="mod topLvl">
          <ac:chgData name="胡雅苹 (Yaping Hu)" userId="4ba2e64d-2433-449b-af9f-ac00e62257f3" providerId="ADAL" clId="{38407AA2-C0C1-44B8-AE6D-C02B6E951496}" dt="2025-11-14T04:19:41.088" v="1718" actId="164"/>
          <ac:spMkLst>
            <pc:docMk/>
            <pc:sldMk cId="3532218582" sldId="2147473097"/>
            <ac:spMk id="15" creationId="{A9D8C69F-5C84-5FB3-48D6-04D152B629F5}"/>
          </ac:spMkLst>
        </pc:spChg>
        <pc:spChg chg="mod topLvl">
          <ac:chgData name="胡雅苹 (Yaping Hu)" userId="4ba2e64d-2433-449b-af9f-ac00e62257f3" providerId="ADAL" clId="{38407AA2-C0C1-44B8-AE6D-C02B6E951496}" dt="2025-11-14T04:19:41.088" v="1718" actId="164"/>
          <ac:spMkLst>
            <pc:docMk/>
            <pc:sldMk cId="3532218582" sldId="2147473097"/>
            <ac:spMk id="17" creationId="{7A9A1B1D-782A-0FB6-1B73-B5DE892DF2C6}"/>
          </ac:spMkLst>
        </pc:spChg>
        <pc:spChg chg="mod">
          <ac:chgData name="胡雅苹 (Yaping Hu)" userId="4ba2e64d-2433-449b-af9f-ac00e62257f3" providerId="ADAL" clId="{38407AA2-C0C1-44B8-AE6D-C02B6E951496}" dt="2025-11-14T04:06:17.880" v="1403" actId="1036"/>
          <ac:spMkLst>
            <pc:docMk/>
            <pc:sldMk cId="3532218582" sldId="2147473097"/>
            <ac:spMk id="18" creationId="{D717D803-2584-ABD2-6B47-7B66031BDA3D}"/>
          </ac:spMkLst>
        </pc:spChg>
        <pc:spChg chg="mod">
          <ac:chgData name="胡雅苹 (Yaping Hu)" userId="4ba2e64d-2433-449b-af9f-ac00e62257f3" providerId="ADAL" clId="{38407AA2-C0C1-44B8-AE6D-C02B6E951496}" dt="2025-11-14T03:47:04.183" v="1216" actId="207"/>
          <ac:spMkLst>
            <pc:docMk/>
            <pc:sldMk cId="3532218582" sldId="2147473097"/>
            <ac:spMk id="20" creationId="{48F0D880-D917-D76D-40C4-E214323F5C64}"/>
          </ac:spMkLst>
        </pc:spChg>
        <pc:spChg chg="mod">
          <ac:chgData name="胡雅苹 (Yaping Hu)" userId="4ba2e64d-2433-449b-af9f-ac00e62257f3" providerId="ADAL" clId="{38407AA2-C0C1-44B8-AE6D-C02B6E951496}" dt="2025-11-14T03:47:51.577" v="1235" actId="20577"/>
          <ac:spMkLst>
            <pc:docMk/>
            <pc:sldMk cId="3532218582" sldId="2147473097"/>
            <ac:spMk id="22" creationId="{815A3D28-5A0B-B791-A3C3-4ED91F4B750D}"/>
          </ac:spMkLst>
        </pc:spChg>
        <pc:spChg chg="mod">
          <ac:chgData name="胡雅苹 (Yaping Hu)" userId="4ba2e64d-2433-449b-af9f-ac00e62257f3" providerId="ADAL" clId="{38407AA2-C0C1-44B8-AE6D-C02B6E951496}" dt="2025-11-14T04:20:38.956" v="1722" actId="164"/>
          <ac:spMkLst>
            <pc:docMk/>
            <pc:sldMk cId="3532218582" sldId="2147473097"/>
            <ac:spMk id="24" creationId="{1A7E549D-88DF-4665-0E1D-8AC64B4C22C3}"/>
          </ac:spMkLst>
        </pc:spChg>
        <pc:spChg chg="mod">
          <ac:chgData name="胡雅苹 (Yaping Hu)" userId="4ba2e64d-2433-449b-af9f-ac00e62257f3" providerId="ADAL" clId="{38407AA2-C0C1-44B8-AE6D-C02B6E951496}" dt="2025-11-18T08:46:41.264" v="1946" actId="165"/>
          <ac:spMkLst>
            <pc:docMk/>
            <pc:sldMk cId="3532218582" sldId="2147473097"/>
            <ac:spMk id="25" creationId="{1EC3DF83-2F2C-D260-4DEF-2DA5D8EF5CAE}"/>
          </ac:spMkLst>
        </pc:spChg>
        <pc:spChg chg="mod topLvl">
          <ac:chgData name="胡雅苹 (Yaping Hu)" userId="4ba2e64d-2433-449b-af9f-ac00e62257f3" providerId="ADAL" clId="{38407AA2-C0C1-44B8-AE6D-C02B6E951496}" dt="2025-11-19T00:10:48.180" v="1964" actId="207"/>
          <ac:spMkLst>
            <pc:docMk/>
            <pc:sldMk cId="3532218582" sldId="2147473097"/>
            <ac:spMk id="27" creationId="{A4B42859-531C-54BB-AE7F-C80E32245FBC}"/>
          </ac:spMkLst>
        </pc:spChg>
        <pc:spChg chg="mod topLvl">
          <ac:chgData name="胡雅苹 (Yaping Hu)" userId="4ba2e64d-2433-449b-af9f-ac00e62257f3" providerId="ADAL" clId="{38407AA2-C0C1-44B8-AE6D-C02B6E951496}" dt="2025-11-19T00:10:48.180" v="1964" actId="207"/>
          <ac:spMkLst>
            <pc:docMk/>
            <pc:sldMk cId="3532218582" sldId="2147473097"/>
            <ac:spMk id="28" creationId="{1574FD3F-CAF7-DC49-1D07-7C83E2394A21}"/>
          </ac:spMkLst>
        </pc:spChg>
        <pc:spChg chg="mod topLvl">
          <ac:chgData name="胡雅苹 (Yaping Hu)" userId="4ba2e64d-2433-449b-af9f-ac00e62257f3" providerId="ADAL" clId="{38407AA2-C0C1-44B8-AE6D-C02B6E951496}" dt="2025-11-19T00:10:48.180" v="1964" actId="207"/>
          <ac:spMkLst>
            <pc:docMk/>
            <pc:sldMk cId="3532218582" sldId="2147473097"/>
            <ac:spMk id="29" creationId="{05601785-46FA-C5F6-C9A8-8E685404944D}"/>
          </ac:spMkLst>
        </pc:spChg>
        <pc:spChg chg="mod topLvl">
          <ac:chgData name="胡雅苹 (Yaping Hu)" userId="4ba2e64d-2433-449b-af9f-ac00e62257f3" providerId="ADAL" clId="{38407AA2-C0C1-44B8-AE6D-C02B6E951496}" dt="2025-11-19T00:10:48.180" v="1964" actId="207"/>
          <ac:spMkLst>
            <pc:docMk/>
            <pc:sldMk cId="3532218582" sldId="2147473097"/>
            <ac:spMk id="30" creationId="{6B55255A-0C17-9B9F-AD5B-571414D398BA}"/>
          </ac:spMkLst>
        </pc:spChg>
        <pc:spChg chg="mod topLvl">
          <ac:chgData name="胡雅苹 (Yaping Hu)" userId="4ba2e64d-2433-449b-af9f-ac00e62257f3" providerId="ADAL" clId="{38407AA2-C0C1-44B8-AE6D-C02B6E951496}" dt="2025-11-18T08:47:14.965" v="1950" actId="164"/>
          <ac:spMkLst>
            <pc:docMk/>
            <pc:sldMk cId="3532218582" sldId="2147473097"/>
            <ac:spMk id="33" creationId="{9755B597-CF64-EA1B-68D4-5D0525F6024E}"/>
          </ac:spMkLst>
        </pc:spChg>
        <pc:spChg chg="add mod">
          <ac:chgData name="胡雅苹 (Yaping Hu)" userId="4ba2e64d-2433-449b-af9f-ac00e62257f3" providerId="ADAL" clId="{38407AA2-C0C1-44B8-AE6D-C02B6E951496}" dt="2025-11-14T04:20:38.956" v="1722" actId="164"/>
          <ac:spMkLst>
            <pc:docMk/>
            <pc:sldMk cId="3532218582" sldId="2147473097"/>
            <ac:spMk id="34" creationId="{C8BB2B30-B665-A1B9-4AB2-D5D182BD32B5}"/>
          </ac:spMkLst>
        </pc:spChg>
        <pc:spChg chg="mod">
          <ac:chgData name="胡雅苹 (Yaping Hu)" userId="4ba2e64d-2433-449b-af9f-ac00e62257f3" providerId="ADAL" clId="{38407AA2-C0C1-44B8-AE6D-C02B6E951496}" dt="2025-11-14T04:20:56.888" v="1724" actId="164"/>
          <ac:spMkLst>
            <pc:docMk/>
            <pc:sldMk cId="3532218582" sldId="2147473097"/>
            <ac:spMk id="36" creationId="{F4AC2D65-5EDA-94E6-2F1A-5322D86B56A2}"/>
          </ac:spMkLst>
        </pc:spChg>
        <pc:spChg chg="mod">
          <ac:chgData name="胡雅苹 (Yaping Hu)" userId="4ba2e64d-2433-449b-af9f-ac00e62257f3" providerId="ADAL" clId="{38407AA2-C0C1-44B8-AE6D-C02B6E951496}" dt="2025-11-18T08:35:12.733" v="1889" actId="207"/>
          <ac:spMkLst>
            <pc:docMk/>
            <pc:sldMk cId="3532218582" sldId="2147473097"/>
            <ac:spMk id="37" creationId="{1DAFD5BA-0C2F-0A7C-5153-F69F5933C9DB}"/>
          </ac:spMkLst>
        </pc:spChg>
        <pc:spChg chg="mod">
          <ac:chgData name="胡雅苹 (Yaping Hu)" userId="4ba2e64d-2433-449b-af9f-ac00e62257f3" providerId="ADAL" clId="{38407AA2-C0C1-44B8-AE6D-C02B6E951496}" dt="2025-11-14T04:20:56.888" v="1724" actId="164"/>
          <ac:spMkLst>
            <pc:docMk/>
            <pc:sldMk cId="3532218582" sldId="2147473097"/>
            <ac:spMk id="38" creationId="{C238B710-38E5-5B48-D341-55441F45AAC2}"/>
          </ac:spMkLst>
        </pc:spChg>
        <pc:spChg chg="mod">
          <ac:chgData name="胡雅苹 (Yaping Hu)" userId="4ba2e64d-2433-449b-af9f-ac00e62257f3" providerId="ADAL" clId="{38407AA2-C0C1-44B8-AE6D-C02B6E951496}" dt="2025-11-18T08:40:06.144" v="1915"/>
          <ac:spMkLst>
            <pc:docMk/>
            <pc:sldMk cId="3532218582" sldId="2147473097"/>
            <ac:spMk id="39" creationId="{1F24CDFD-F47D-3C1C-ACCC-7E7A50C85898}"/>
          </ac:spMkLst>
        </pc:spChg>
        <pc:spChg chg="mod">
          <ac:chgData name="胡雅苹 (Yaping Hu)" userId="4ba2e64d-2433-449b-af9f-ac00e62257f3" providerId="ADAL" clId="{38407AA2-C0C1-44B8-AE6D-C02B6E951496}" dt="2025-11-14T04:20:56.888" v="1724" actId="164"/>
          <ac:spMkLst>
            <pc:docMk/>
            <pc:sldMk cId="3532218582" sldId="2147473097"/>
            <ac:spMk id="42" creationId="{9DAE5D3C-5183-EFB2-5521-B97B60257F75}"/>
          </ac:spMkLst>
        </pc:spChg>
        <pc:spChg chg="mod">
          <ac:chgData name="胡雅苹 (Yaping Hu)" userId="4ba2e64d-2433-449b-af9f-ac00e62257f3" providerId="ADAL" clId="{38407AA2-C0C1-44B8-AE6D-C02B6E951496}" dt="2025-11-18T08:46:41.264" v="1946" actId="165"/>
          <ac:spMkLst>
            <pc:docMk/>
            <pc:sldMk cId="3532218582" sldId="2147473097"/>
            <ac:spMk id="45" creationId="{B0369B82-F26D-F176-3EDC-F92651025DBF}"/>
          </ac:spMkLst>
        </pc:spChg>
        <pc:spChg chg="add mod">
          <ac:chgData name="胡雅苹 (Yaping Hu)" userId="4ba2e64d-2433-449b-af9f-ac00e62257f3" providerId="ADAL" clId="{38407AA2-C0C1-44B8-AE6D-C02B6E951496}" dt="2025-11-14T04:20:38.956" v="1722" actId="164"/>
          <ac:spMkLst>
            <pc:docMk/>
            <pc:sldMk cId="3532218582" sldId="2147473097"/>
            <ac:spMk id="54" creationId="{E24A2A0D-5F31-0BC9-0313-F284B40A561D}"/>
          </ac:spMkLst>
        </pc:spChg>
        <pc:spChg chg="add mod">
          <ac:chgData name="胡雅苹 (Yaping Hu)" userId="4ba2e64d-2433-449b-af9f-ac00e62257f3" providerId="ADAL" clId="{38407AA2-C0C1-44B8-AE6D-C02B6E951496}" dt="2025-11-14T04:15:26.466" v="1625" actId="408"/>
          <ac:spMkLst>
            <pc:docMk/>
            <pc:sldMk cId="3532218582" sldId="2147473097"/>
            <ac:spMk id="55" creationId="{2EFD78C7-8F04-2EB6-A2C1-069C853EC486}"/>
          </ac:spMkLst>
        </pc:spChg>
        <pc:spChg chg="add mod">
          <ac:chgData name="胡雅苹 (Yaping Hu)" userId="4ba2e64d-2433-449b-af9f-ac00e62257f3" providerId="ADAL" clId="{38407AA2-C0C1-44B8-AE6D-C02B6E951496}" dt="2025-11-14T04:20:38.956" v="1722" actId="164"/>
          <ac:spMkLst>
            <pc:docMk/>
            <pc:sldMk cId="3532218582" sldId="2147473097"/>
            <ac:spMk id="56" creationId="{D11B6548-5B83-F099-719C-D67912FAA2B9}"/>
          </ac:spMkLst>
        </pc:spChg>
        <pc:spChg chg="add mod">
          <ac:chgData name="胡雅苹 (Yaping Hu)" userId="4ba2e64d-2433-449b-af9f-ac00e62257f3" providerId="ADAL" clId="{38407AA2-C0C1-44B8-AE6D-C02B6E951496}" dt="2025-11-18T08:40:03.860" v="1913"/>
          <ac:spMkLst>
            <pc:docMk/>
            <pc:sldMk cId="3532218582" sldId="2147473097"/>
            <ac:spMk id="57" creationId="{797BDEED-24D4-7D28-FD7E-9B3C20F1BF5C}"/>
          </ac:spMkLst>
        </pc:spChg>
        <pc:spChg chg="add mod">
          <ac:chgData name="胡雅苹 (Yaping Hu)" userId="4ba2e64d-2433-449b-af9f-ac00e62257f3" providerId="ADAL" clId="{38407AA2-C0C1-44B8-AE6D-C02B6E951496}" dt="2025-11-14T04:20:38.956" v="1722" actId="164"/>
          <ac:spMkLst>
            <pc:docMk/>
            <pc:sldMk cId="3532218582" sldId="2147473097"/>
            <ac:spMk id="58" creationId="{353A0F34-9943-C4BA-DDD8-2806730E323E}"/>
          </ac:spMkLst>
        </pc:spChg>
        <pc:spChg chg="add mod">
          <ac:chgData name="胡雅苹 (Yaping Hu)" userId="4ba2e64d-2433-449b-af9f-ac00e62257f3" providerId="ADAL" clId="{38407AA2-C0C1-44B8-AE6D-C02B6E951496}" dt="2025-11-18T08:35:07.448" v="1888" actId="207"/>
          <ac:spMkLst>
            <pc:docMk/>
            <pc:sldMk cId="3532218582" sldId="2147473097"/>
            <ac:spMk id="59" creationId="{924A499E-67A7-B10C-5AF2-63708798A213}"/>
          </ac:spMkLst>
        </pc:spChg>
        <pc:spChg chg="add mod topLvl">
          <ac:chgData name="胡雅苹 (Yaping Hu)" userId="4ba2e64d-2433-449b-af9f-ac00e62257f3" providerId="ADAL" clId="{38407AA2-C0C1-44B8-AE6D-C02B6E951496}" dt="2025-11-19T00:10:48.180" v="1964" actId="207"/>
          <ac:spMkLst>
            <pc:docMk/>
            <pc:sldMk cId="3532218582" sldId="2147473097"/>
            <ac:spMk id="73" creationId="{6D212038-F4E3-63D4-82F0-5228EFD5AB24}"/>
          </ac:spMkLst>
        </pc:spChg>
        <pc:grpChg chg="add mod">
          <ac:chgData name="胡雅苹 (Yaping Hu)" userId="4ba2e64d-2433-449b-af9f-ac00e62257f3" providerId="ADAL" clId="{38407AA2-C0C1-44B8-AE6D-C02B6E951496}" dt="2025-11-14T03:47:25.284" v="1218" actId="164"/>
          <ac:grpSpMkLst>
            <pc:docMk/>
            <pc:sldMk cId="3532218582" sldId="2147473097"/>
            <ac:grpSpMk id="8" creationId="{73825F7A-2B30-6407-AEF0-1D849F2C4529}"/>
          </ac:grpSpMkLst>
        </pc:grpChg>
        <pc:grpChg chg="mod topLvl">
          <ac:chgData name="胡雅苹 (Yaping Hu)" userId="4ba2e64d-2433-449b-af9f-ac00e62257f3" providerId="ADAL" clId="{38407AA2-C0C1-44B8-AE6D-C02B6E951496}" dt="2025-11-18T08:47:14.965" v="1950" actId="164"/>
          <ac:grpSpMkLst>
            <pc:docMk/>
            <pc:sldMk cId="3532218582" sldId="2147473097"/>
            <ac:grpSpMk id="9" creationId="{643AF7A1-F606-9294-5ECF-ECAF5CD4B46F}"/>
          </ac:grpSpMkLst>
        </pc:grpChg>
        <pc:grpChg chg="mod">
          <ac:chgData name="胡雅苹 (Yaping Hu)" userId="4ba2e64d-2433-449b-af9f-ac00e62257f3" providerId="ADAL" clId="{38407AA2-C0C1-44B8-AE6D-C02B6E951496}" dt="2025-11-14T04:20:56.888" v="1724" actId="164"/>
          <ac:grpSpMkLst>
            <pc:docMk/>
            <pc:sldMk cId="3532218582" sldId="2147473097"/>
            <ac:grpSpMk id="10" creationId="{D0FA62EF-5580-463D-CEC3-58EB30105946}"/>
          </ac:grpSpMkLst>
        </pc:grpChg>
        <pc:grpChg chg="add mod">
          <ac:chgData name="胡雅苹 (Yaping Hu)" userId="4ba2e64d-2433-449b-af9f-ac00e62257f3" providerId="ADAL" clId="{38407AA2-C0C1-44B8-AE6D-C02B6E951496}" dt="2025-11-14T03:47:25.284" v="1218" actId="164"/>
          <ac:grpSpMkLst>
            <pc:docMk/>
            <pc:sldMk cId="3532218582" sldId="2147473097"/>
            <ac:grpSpMk id="19" creationId="{D63057C5-1499-B5E4-F399-E1ECA0E439C2}"/>
          </ac:grpSpMkLst>
        </pc:grpChg>
        <pc:grpChg chg="add mod">
          <ac:chgData name="胡雅苹 (Yaping Hu)" userId="4ba2e64d-2433-449b-af9f-ac00e62257f3" providerId="ADAL" clId="{38407AA2-C0C1-44B8-AE6D-C02B6E951496}" dt="2025-11-14T04:35:26.309" v="1738" actId="1076"/>
          <ac:grpSpMkLst>
            <pc:docMk/>
            <pc:sldMk cId="3532218582" sldId="2147473097"/>
            <ac:grpSpMk id="23" creationId="{1C424418-A41F-2054-1869-43E608700D4E}"/>
          </ac:grpSpMkLst>
        </pc:grpChg>
        <pc:grpChg chg="add mod">
          <ac:chgData name="胡雅苹 (Yaping Hu)" userId="4ba2e64d-2433-449b-af9f-ac00e62257f3" providerId="ADAL" clId="{38407AA2-C0C1-44B8-AE6D-C02B6E951496}" dt="2025-11-18T08:47:14.965" v="1950" actId="164"/>
          <ac:grpSpMkLst>
            <pc:docMk/>
            <pc:sldMk cId="3532218582" sldId="2147473097"/>
            <ac:grpSpMk id="49" creationId="{4899C908-BB5A-597F-2393-8C86E0CD93FC}"/>
          </ac:grpSpMkLst>
        </pc:grpChg>
        <pc:grpChg chg="add mod">
          <ac:chgData name="胡雅苹 (Yaping Hu)" userId="4ba2e64d-2433-449b-af9f-ac00e62257f3" providerId="ADAL" clId="{38407AA2-C0C1-44B8-AE6D-C02B6E951496}" dt="2025-11-14T04:19:41.088" v="1718" actId="164"/>
          <ac:grpSpMkLst>
            <pc:docMk/>
            <pc:sldMk cId="3532218582" sldId="2147473097"/>
            <ac:grpSpMk id="74" creationId="{AAA4DE2C-2270-DDF9-EF8D-85F6EA1FD0F6}"/>
          </ac:grpSpMkLst>
        </pc:grpChg>
        <pc:grpChg chg="mod">
          <ac:chgData name="胡雅苹 (Yaping Hu)" userId="4ba2e64d-2433-449b-af9f-ac00e62257f3" providerId="ADAL" clId="{38407AA2-C0C1-44B8-AE6D-C02B6E951496}" dt="2025-11-14T04:21:04.074" v="1726" actId="1076"/>
          <ac:grpSpMkLst>
            <pc:docMk/>
            <pc:sldMk cId="3532218582" sldId="2147473097"/>
            <ac:grpSpMk id="75" creationId="{5A2EB459-6BA7-09DA-BB27-17DB871B3FF1}"/>
          </ac:grpSpMkLst>
        </pc:grpChg>
        <pc:grpChg chg="add mod">
          <ac:chgData name="胡雅苹 (Yaping Hu)" userId="4ba2e64d-2433-449b-af9f-ac00e62257f3" providerId="ADAL" clId="{38407AA2-C0C1-44B8-AE6D-C02B6E951496}" dt="2025-11-14T04:21:15.658" v="1729" actId="1076"/>
          <ac:grpSpMkLst>
            <pc:docMk/>
            <pc:sldMk cId="3532218582" sldId="2147473097"/>
            <ac:grpSpMk id="77" creationId="{401889E4-2FDA-ACDD-55BF-FB836B194102}"/>
          </ac:grpSpMkLst>
        </pc:grpChg>
        <pc:cxnChg chg="mod">
          <ac:chgData name="胡雅苹 (Yaping Hu)" userId="4ba2e64d-2433-449b-af9f-ac00e62257f3" providerId="ADAL" clId="{38407AA2-C0C1-44B8-AE6D-C02B6E951496}" dt="2025-11-14T04:15:15.466" v="1623" actId="408"/>
          <ac:cxnSpMkLst>
            <pc:docMk/>
            <pc:sldMk cId="3532218582" sldId="2147473097"/>
            <ac:cxnSpMk id="11" creationId="{C80B1C01-8262-5EBE-BDC7-C3CC24067CBF}"/>
          </ac:cxnSpMkLst>
        </pc:cxnChg>
        <pc:cxnChg chg="mod">
          <ac:chgData name="胡雅苹 (Yaping Hu)" userId="4ba2e64d-2433-449b-af9f-ac00e62257f3" providerId="ADAL" clId="{38407AA2-C0C1-44B8-AE6D-C02B6E951496}" dt="2025-11-14T04:15:15.466" v="1623" actId="408"/>
          <ac:cxnSpMkLst>
            <pc:docMk/>
            <pc:sldMk cId="3532218582" sldId="2147473097"/>
            <ac:cxnSpMk id="16" creationId="{55394B95-6665-3EA8-65DC-9D548E92F7BA}"/>
          </ac:cxnSpMkLst>
        </pc:cxnChg>
        <pc:cxnChg chg="mod">
          <ac:chgData name="胡雅苹 (Yaping Hu)" userId="4ba2e64d-2433-449b-af9f-ac00e62257f3" providerId="ADAL" clId="{38407AA2-C0C1-44B8-AE6D-C02B6E951496}" dt="2025-11-14T04:15:08.394" v="1622" actId="1076"/>
          <ac:cxnSpMkLst>
            <pc:docMk/>
            <pc:sldMk cId="3532218582" sldId="2147473097"/>
            <ac:cxnSpMk id="21" creationId="{217D5601-C63A-7944-8F56-896C1C025101}"/>
          </ac:cxnSpMkLst>
        </pc:cxnChg>
        <pc:cxnChg chg="mod">
          <ac:chgData name="胡雅苹 (Yaping Hu)" userId="4ba2e64d-2433-449b-af9f-ac00e62257f3" providerId="ADAL" clId="{38407AA2-C0C1-44B8-AE6D-C02B6E951496}" dt="2025-11-14T04:20:48.462" v="1723" actId="164"/>
          <ac:cxnSpMkLst>
            <pc:docMk/>
            <pc:sldMk cId="3532218582" sldId="2147473097"/>
            <ac:cxnSpMk id="26" creationId="{1371831C-6F72-7F95-A2C2-08FBE15F0BF7}"/>
          </ac:cxnSpMkLst>
        </pc:cxnChg>
        <pc:cxnChg chg="mod">
          <ac:chgData name="胡雅苹 (Yaping Hu)" userId="4ba2e64d-2433-449b-af9f-ac00e62257f3" providerId="ADAL" clId="{38407AA2-C0C1-44B8-AE6D-C02B6E951496}" dt="2025-11-18T08:47:14.965" v="1950" actId="164"/>
          <ac:cxnSpMkLst>
            <pc:docMk/>
            <pc:sldMk cId="3532218582" sldId="2147473097"/>
            <ac:cxnSpMk id="31" creationId="{DCA839F3-3AAC-4E4B-1900-F2F61DC8A8D9}"/>
          </ac:cxnSpMkLst>
        </pc:cxnChg>
        <pc:cxnChg chg="mod">
          <ac:chgData name="胡雅苹 (Yaping Hu)" userId="4ba2e64d-2433-449b-af9f-ac00e62257f3" providerId="ADAL" clId="{38407AA2-C0C1-44B8-AE6D-C02B6E951496}" dt="2025-11-18T08:45:53.985" v="1925" actId="1076"/>
          <ac:cxnSpMkLst>
            <pc:docMk/>
            <pc:sldMk cId="3532218582" sldId="2147473097"/>
            <ac:cxnSpMk id="32" creationId="{B19C094A-F3C9-217C-130F-C67B5D949375}"/>
          </ac:cxnSpMkLst>
        </pc:cxnChg>
        <pc:cxnChg chg="mod">
          <ac:chgData name="胡雅苹 (Yaping Hu)" userId="4ba2e64d-2433-449b-af9f-ac00e62257f3" providerId="ADAL" clId="{38407AA2-C0C1-44B8-AE6D-C02B6E951496}" dt="2025-11-14T04:20:56.888" v="1724" actId="164"/>
          <ac:cxnSpMkLst>
            <pc:docMk/>
            <pc:sldMk cId="3532218582" sldId="2147473097"/>
            <ac:cxnSpMk id="35" creationId="{7B3F812F-7632-BDDA-57E6-A2D5943AE1BD}"/>
          </ac:cxnSpMkLst>
        </pc:cxnChg>
        <pc:cxnChg chg="mod">
          <ac:chgData name="胡雅苹 (Yaping Hu)" userId="4ba2e64d-2433-449b-af9f-ac00e62257f3" providerId="ADAL" clId="{38407AA2-C0C1-44B8-AE6D-C02B6E951496}" dt="2025-11-14T04:20:56.888" v="1724" actId="164"/>
          <ac:cxnSpMkLst>
            <pc:docMk/>
            <pc:sldMk cId="3532218582" sldId="2147473097"/>
            <ac:cxnSpMk id="40" creationId="{DD42FF8D-51A6-F5CD-DF80-69B6CFBFEA37}"/>
          </ac:cxnSpMkLst>
        </pc:cxnChg>
        <pc:cxnChg chg="mod">
          <ac:chgData name="胡雅苹 (Yaping Hu)" userId="4ba2e64d-2433-449b-af9f-ac00e62257f3" providerId="ADAL" clId="{38407AA2-C0C1-44B8-AE6D-C02B6E951496}" dt="2025-11-14T04:20:56.888" v="1724" actId="164"/>
          <ac:cxnSpMkLst>
            <pc:docMk/>
            <pc:sldMk cId="3532218582" sldId="2147473097"/>
            <ac:cxnSpMk id="41" creationId="{E0FBAAD2-EC59-1B08-2836-FAC073182448}"/>
          </ac:cxnSpMkLst>
        </pc:cxnChg>
        <pc:cxnChg chg="add mod">
          <ac:chgData name="胡雅苹 (Yaping Hu)" userId="4ba2e64d-2433-449b-af9f-ac00e62257f3" providerId="ADAL" clId="{38407AA2-C0C1-44B8-AE6D-C02B6E951496}" dt="2025-11-14T04:15:15.466" v="1623" actId="408"/>
          <ac:cxnSpMkLst>
            <pc:docMk/>
            <pc:sldMk cId="3532218582" sldId="2147473097"/>
            <ac:cxnSpMk id="44" creationId="{EAD5C08A-8CD1-0170-9F52-E92494B4705A}"/>
          </ac:cxnSpMkLst>
        </pc:cxnChg>
        <pc:cxnChg chg="add mod">
          <ac:chgData name="胡雅苹 (Yaping Hu)" userId="4ba2e64d-2433-449b-af9f-ac00e62257f3" providerId="ADAL" clId="{38407AA2-C0C1-44B8-AE6D-C02B6E951496}" dt="2025-11-18T08:47:14.965" v="1950" actId="164"/>
          <ac:cxnSpMkLst>
            <pc:docMk/>
            <pc:sldMk cId="3532218582" sldId="2147473097"/>
            <ac:cxnSpMk id="46" creationId="{67AE8D4F-0E35-0481-12A9-049D9A96A3C4}"/>
          </ac:cxnSpMkLst>
        </pc:cxnChg>
        <pc:cxnChg chg="add mod">
          <ac:chgData name="胡雅苹 (Yaping Hu)" userId="4ba2e64d-2433-449b-af9f-ac00e62257f3" providerId="ADAL" clId="{38407AA2-C0C1-44B8-AE6D-C02B6E951496}" dt="2025-11-14T04:15:26.466" v="1625" actId="408"/>
          <ac:cxnSpMkLst>
            <pc:docMk/>
            <pc:sldMk cId="3532218582" sldId="2147473097"/>
            <ac:cxnSpMk id="60" creationId="{5AB24BAA-5111-E17E-6A42-56A1DFB027E8}"/>
          </ac:cxnSpMkLst>
        </pc:cxnChg>
        <pc:cxnChg chg="add mod">
          <ac:chgData name="胡雅苹 (Yaping Hu)" userId="4ba2e64d-2433-449b-af9f-ac00e62257f3" providerId="ADAL" clId="{38407AA2-C0C1-44B8-AE6D-C02B6E951496}" dt="2025-11-14T04:15:26.466" v="1625" actId="408"/>
          <ac:cxnSpMkLst>
            <pc:docMk/>
            <pc:sldMk cId="3532218582" sldId="2147473097"/>
            <ac:cxnSpMk id="63" creationId="{6D796964-807E-121B-49CB-D681ABFE1A77}"/>
          </ac:cxnSpMkLst>
        </pc:cxnChg>
        <pc:cxnChg chg="add mod">
          <ac:chgData name="胡雅苹 (Yaping Hu)" userId="4ba2e64d-2433-449b-af9f-ac00e62257f3" providerId="ADAL" clId="{38407AA2-C0C1-44B8-AE6D-C02B6E951496}" dt="2025-11-14T04:15:26.466" v="1625" actId="408"/>
          <ac:cxnSpMkLst>
            <pc:docMk/>
            <pc:sldMk cId="3532218582" sldId="2147473097"/>
            <ac:cxnSpMk id="66" creationId="{39CC0417-650E-517F-0178-EE72CEBDE754}"/>
          </ac:cxnSpMkLst>
        </pc:cxnChg>
        <pc:cxnChg chg="add mod">
          <ac:chgData name="胡雅苹 (Yaping Hu)" userId="4ba2e64d-2433-449b-af9f-ac00e62257f3" providerId="ADAL" clId="{38407AA2-C0C1-44B8-AE6D-C02B6E951496}" dt="2025-11-14T04:15:20.762" v="1624" actId="1076"/>
          <ac:cxnSpMkLst>
            <pc:docMk/>
            <pc:sldMk cId="3532218582" sldId="2147473097"/>
            <ac:cxnSpMk id="69" creationId="{64D8A4F6-387C-C10B-60E6-3A454516F09A}"/>
          </ac:cxnSpMkLst>
        </pc:cxnChg>
      </pc:sldChg>
      <pc:sldChg chg="addSp delSp modSp add mod addAnim delAnim modAnim">
        <pc:chgData name="胡雅苹 (Yaping Hu)" userId="4ba2e64d-2433-449b-af9f-ac00e62257f3" providerId="ADAL" clId="{38407AA2-C0C1-44B8-AE6D-C02B6E951496}" dt="2025-11-17T09:40:19.164" v="1885" actId="20577"/>
        <pc:sldMkLst>
          <pc:docMk/>
          <pc:sldMk cId="3184085987" sldId="2147473099"/>
        </pc:sldMkLst>
        <pc:spChg chg="mod">
          <ac:chgData name="胡雅苹 (Yaping Hu)" userId="4ba2e64d-2433-449b-af9f-ac00e62257f3" providerId="ADAL" clId="{38407AA2-C0C1-44B8-AE6D-C02B6E951496}" dt="2025-11-17T09:40:19.164" v="1885" actId="20577"/>
          <ac:spMkLst>
            <pc:docMk/>
            <pc:sldMk cId="3184085987" sldId="2147473099"/>
            <ac:spMk id="2" creationId="{2BE80DA1-64A2-5823-796C-F122EF6F5784}"/>
          </ac:spMkLst>
        </pc:spChg>
        <pc:spChg chg="mod">
          <ac:chgData name="胡雅苹 (Yaping Hu)" userId="4ba2e64d-2433-449b-af9f-ac00e62257f3" providerId="ADAL" clId="{38407AA2-C0C1-44B8-AE6D-C02B6E951496}" dt="2025-11-13T17:49:23.758" v="459" actId="1038"/>
          <ac:spMkLst>
            <pc:docMk/>
            <pc:sldMk cId="3184085987" sldId="2147473099"/>
            <ac:spMk id="3" creationId="{5D9C726D-C2C6-12CC-C263-F136BF3ED041}"/>
          </ac:spMkLst>
        </pc:spChg>
        <pc:spChg chg="mod">
          <ac:chgData name="胡雅苹 (Yaping Hu)" userId="4ba2e64d-2433-449b-af9f-ac00e62257f3" providerId="ADAL" clId="{38407AA2-C0C1-44B8-AE6D-C02B6E951496}" dt="2025-11-13T17:59:11.168" v="509" actId="1035"/>
          <ac:spMkLst>
            <pc:docMk/>
            <pc:sldMk cId="3184085987" sldId="2147473099"/>
            <ac:spMk id="4" creationId="{4D72C222-64C1-8ACC-79C0-C04AC1D4EFB7}"/>
          </ac:spMkLst>
        </pc:spChg>
        <pc:spChg chg="mod">
          <ac:chgData name="胡雅苹 (Yaping Hu)" userId="4ba2e64d-2433-449b-af9f-ac00e62257f3" providerId="ADAL" clId="{38407AA2-C0C1-44B8-AE6D-C02B6E951496}" dt="2025-11-13T17:59:11.168" v="509" actId="1035"/>
          <ac:spMkLst>
            <pc:docMk/>
            <pc:sldMk cId="3184085987" sldId="2147473099"/>
            <ac:spMk id="5" creationId="{9B421B2D-F972-C151-039C-99152671C87C}"/>
          </ac:spMkLst>
        </pc:spChg>
        <pc:spChg chg="mod">
          <ac:chgData name="胡雅苹 (Yaping Hu)" userId="4ba2e64d-2433-449b-af9f-ac00e62257f3" providerId="ADAL" clId="{38407AA2-C0C1-44B8-AE6D-C02B6E951496}" dt="2025-11-13T17:59:11.168" v="509" actId="1035"/>
          <ac:spMkLst>
            <pc:docMk/>
            <pc:sldMk cId="3184085987" sldId="2147473099"/>
            <ac:spMk id="13" creationId="{77BA977B-81D1-EFA5-67EF-A165266AF683}"/>
          </ac:spMkLst>
        </pc:spChg>
        <pc:spChg chg="mod">
          <ac:chgData name="胡雅苹 (Yaping Hu)" userId="4ba2e64d-2433-449b-af9f-ac00e62257f3" providerId="ADAL" clId="{38407AA2-C0C1-44B8-AE6D-C02B6E951496}" dt="2025-11-13T17:59:11.168" v="509" actId="1035"/>
          <ac:spMkLst>
            <pc:docMk/>
            <pc:sldMk cId="3184085987" sldId="2147473099"/>
            <ac:spMk id="17" creationId="{B5242844-F5F9-93F3-06CB-BA03565925B4}"/>
          </ac:spMkLst>
        </pc:spChg>
        <pc:picChg chg="add mod">
          <ac:chgData name="胡雅苹 (Yaping Hu)" userId="4ba2e64d-2433-449b-af9f-ac00e62257f3" providerId="ADAL" clId="{38407AA2-C0C1-44B8-AE6D-C02B6E951496}" dt="2025-11-13T17:59:11.168" v="509" actId="1035"/>
          <ac:picMkLst>
            <pc:docMk/>
            <pc:sldMk cId="3184085987" sldId="2147473099"/>
            <ac:picMk id="12" creationId="{54A25391-CAEE-9EDB-F442-C327AEA8C85B}"/>
          </ac:picMkLst>
        </pc:picChg>
        <pc:cxnChg chg="mod">
          <ac:chgData name="胡雅苹 (Yaping Hu)" userId="4ba2e64d-2433-449b-af9f-ac00e62257f3" providerId="ADAL" clId="{38407AA2-C0C1-44B8-AE6D-C02B6E951496}" dt="2025-11-13T17:59:11.168" v="509" actId="1035"/>
          <ac:cxnSpMkLst>
            <pc:docMk/>
            <pc:sldMk cId="3184085987" sldId="2147473099"/>
            <ac:cxnSpMk id="7" creationId="{41E7A8F9-5413-B136-BF2C-2E1D8D835E7E}"/>
          </ac:cxnSpMkLst>
        </pc:cxnChg>
        <pc:cxnChg chg="mod">
          <ac:chgData name="胡雅苹 (Yaping Hu)" userId="4ba2e64d-2433-449b-af9f-ac00e62257f3" providerId="ADAL" clId="{38407AA2-C0C1-44B8-AE6D-C02B6E951496}" dt="2025-11-13T17:59:11.168" v="509" actId="1035"/>
          <ac:cxnSpMkLst>
            <pc:docMk/>
            <pc:sldMk cId="3184085987" sldId="2147473099"/>
            <ac:cxnSpMk id="10" creationId="{0AF474F7-C5EF-140A-5D42-E32D2CABAF81}"/>
          </ac:cxnSpMkLst>
        </pc:cxnChg>
        <pc:cxnChg chg="mod">
          <ac:chgData name="胡雅苹 (Yaping Hu)" userId="4ba2e64d-2433-449b-af9f-ac00e62257f3" providerId="ADAL" clId="{38407AA2-C0C1-44B8-AE6D-C02B6E951496}" dt="2025-11-13T17:59:11.168" v="509" actId="1035"/>
          <ac:cxnSpMkLst>
            <pc:docMk/>
            <pc:sldMk cId="3184085987" sldId="2147473099"/>
            <ac:cxnSpMk id="14" creationId="{51EB6745-DB62-1E2E-2EC9-33AED00C3F16}"/>
          </ac:cxnSpMkLst>
        </pc:cxnChg>
      </pc:sldChg>
      <pc:sldChg chg="addSp delSp modSp add mod">
        <pc:chgData name="胡雅苹 (Yaping Hu)" userId="4ba2e64d-2433-449b-af9f-ac00e62257f3" providerId="ADAL" clId="{38407AA2-C0C1-44B8-AE6D-C02B6E951496}" dt="2025-11-14T03:30:53.180" v="951" actId="2062"/>
        <pc:sldMkLst>
          <pc:docMk/>
          <pc:sldMk cId="2510350365" sldId="2147473111"/>
        </pc:sldMkLst>
        <pc:spChg chg="mod">
          <ac:chgData name="胡雅苹 (Yaping Hu)" userId="4ba2e64d-2433-449b-af9f-ac00e62257f3" providerId="ADAL" clId="{38407AA2-C0C1-44B8-AE6D-C02B6E951496}" dt="2025-11-14T02:28:49.688" v="676" actId="20577"/>
          <ac:spMkLst>
            <pc:docMk/>
            <pc:sldMk cId="2510350365" sldId="2147473111"/>
            <ac:spMk id="2" creationId="{FC6E2613-7D86-48D5-9C77-87C54EB296F4}"/>
          </ac:spMkLst>
        </pc:spChg>
        <pc:spChg chg="add mod">
          <ac:chgData name="胡雅苹 (Yaping Hu)" userId="4ba2e64d-2433-449b-af9f-ac00e62257f3" providerId="ADAL" clId="{38407AA2-C0C1-44B8-AE6D-C02B6E951496}" dt="2025-11-14T02:32:38.396" v="715" actId="403"/>
          <ac:spMkLst>
            <pc:docMk/>
            <pc:sldMk cId="2510350365" sldId="2147473111"/>
            <ac:spMk id="7" creationId="{67188F7B-CE5F-6961-E709-FA532DE34320}"/>
          </ac:spMkLst>
        </pc:spChg>
        <pc:graphicFrameChg chg="add mod modGraphic">
          <ac:chgData name="胡雅苹 (Yaping Hu)" userId="4ba2e64d-2433-449b-af9f-ac00e62257f3" providerId="ADAL" clId="{38407AA2-C0C1-44B8-AE6D-C02B6E951496}" dt="2025-11-14T03:30:53.180" v="951" actId="2062"/>
          <ac:graphicFrameMkLst>
            <pc:docMk/>
            <pc:sldMk cId="2510350365" sldId="2147473111"/>
            <ac:graphicFrameMk id="6" creationId="{550CACF3-E16C-1094-2D6B-BDA2DECF019A}"/>
          </ac:graphicFrameMkLst>
        </pc:graphicFrameChg>
      </pc:sldChg>
      <pc:sldChg chg="addSp delSp modSp add mod">
        <pc:chgData name="胡雅苹 (Yaping Hu)" userId="4ba2e64d-2433-449b-af9f-ac00e62257f3" providerId="ADAL" clId="{38407AA2-C0C1-44B8-AE6D-C02B6E951496}" dt="2025-11-14T03:30:58.436" v="952" actId="2062"/>
        <pc:sldMkLst>
          <pc:docMk/>
          <pc:sldMk cId="4025434702" sldId="2147473112"/>
        </pc:sldMkLst>
        <pc:spChg chg="mod">
          <ac:chgData name="胡雅苹 (Yaping Hu)" userId="4ba2e64d-2433-449b-af9f-ac00e62257f3" providerId="ADAL" clId="{38407AA2-C0C1-44B8-AE6D-C02B6E951496}" dt="2025-11-14T03:02:01.463" v="730"/>
          <ac:spMkLst>
            <pc:docMk/>
            <pc:sldMk cId="4025434702" sldId="2147473112"/>
            <ac:spMk id="2" creationId="{E0DFD009-0269-37B7-BA23-754AA5BC2E80}"/>
          </ac:spMkLst>
        </pc:spChg>
        <pc:graphicFrameChg chg="add mod modGraphic">
          <ac:chgData name="胡雅苹 (Yaping Hu)" userId="4ba2e64d-2433-449b-af9f-ac00e62257f3" providerId="ADAL" clId="{38407AA2-C0C1-44B8-AE6D-C02B6E951496}" dt="2025-11-14T03:30:58.436" v="952" actId="2062"/>
          <ac:graphicFrameMkLst>
            <pc:docMk/>
            <pc:sldMk cId="4025434702" sldId="2147473112"/>
            <ac:graphicFrameMk id="3" creationId="{0DA23473-8D4F-9622-58B6-8ACF3F33B052}"/>
          </ac:graphicFrameMkLst>
        </pc:graphicFrameChg>
      </pc:sldChg>
      <pc:sldChg chg="addSp delSp modSp add mod">
        <pc:chgData name="胡雅苹 (Yaping Hu)" userId="4ba2e64d-2433-449b-af9f-ac00e62257f3" providerId="ADAL" clId="{38407AA2-C0C1-44B8-AE6D-C02B6E951496}" dt="2025-11-14T04:54:16.770" v="1881" actId="1076"/>
        <pc:sldMkLst>
          <pc:docMk/>
          <pc:sldMk cId="1167213471" sldId="2147473113"/>
        </pc:sldMkLst>
        <pc:spChg chg="mod">
          <ac:chgData name="胡雅苹 (Yaping Hu)" userId="4ba2e64d-2433-449b-af9f-ac00e62257f3" providerId="ADAL" clId="{38407AA2-C0C1-44B8-AE6D-C02B6E951496}" dt="2025-11-13T18:24:09.566" v="662" actId="20577"/>
          <ac:spMkLst>
            <pc:docMk/>
            <pc:sldMk cId="1167213471" sldId="2147473113"/>
            <ac:spMk id="2" creationId="{6D930098-2241-A54B-DAB0-3E8208EB0EE9}"/>
          </ac:spMkLst>
        </pc:spChg>
        <pc:graphicFrameChg chg="add mod modGraphic">
          <ac:chgData name="胡雅苹 (Yaping Hu)" userId="4ba2e64d-2433-449b-af9f-ac00e62257f3" providerId="ADAL" clId="{38407AA2-C0C1-44B8-AE6D-C02B6E951496}" dt="2025-11-14T04:54:16.770" v="1881" actId="1076"/>
          <ac:graphicFrameMkLst>
            <pc:docMk/>
            <pc:sldMk cId="1167213471" sldId="2147473113"/>
            <ac:graphicFrameMk id="6" creationId="{71257E02-BC8E-59E2-1EB4-A35AFAB091DC}"/>
          </ac:graphicFrameMkLst>
        </pc:graphicFrameChg>
      </pc:sldChg>
      <pc:sldChg chg="addSp delSp modSp add mod ord">
        <pc:chgData name="胡雅苹 (Yaping Hu)" userId="4ba2e64d-2433-449b-af9f-ac00e62257f3" providerId="ADAL" clId="{38407AA2-C0C1-44B8-AE6D-C02B6E951496}" dt="2025-11-26T08:02:19.413" v="1970" actId="6549"/>
        <pc:sldMkLst>
          <pc:docMk/>
          <pc:sldMk cId="55488485" sldId="2147473115"/>
        </pc:sldMkLst>
        <pc:spChg chg="mod">
          <ac:chgData name="胡雅苹 (Yaping Hu)" userId="4ba2e64d-2433-449b-af9f-ac00e62257f3" providerId="ADAL" clId="{38407AA2-C0C1-44B8-AE6D-C02B6E951496}" dt="2025-11-14T03:07:04.115" v="794" actId="20577"/>
          <ac:spMkLst>
            <pc:docMk/>
            <pc:sldMk cId="55488485" sldId="2147473115"/>
            <ac:spMk id="2" creationId="{177EF1E8-195B-B700-38DB-0B6829C350CA}"/>
          </ac:spMkLst>
        </pc:spChg>
        <pc:graphicFrameChg chg="mod modGraphic">
          <ac:chgData name="胡雅苹 (Yaping Hu)" userId="4ba2e64d-2433-449b-af9f-ac00e62257f3" providerId="ADAL" clId="{38407AA2-C0C1-44B8-AE6D-C02B6E951496}" dt="2025-11-26T08:02:19.413" v="1970" actId="6549"/>
          <ac:graphicFrameMkLst>
            <pc:docMk/>
            <pc:sldMk cId="55488485" sldId="2147473115"/>
            <ac:graphicFrameMk id="3" creationId="{8D252859-30B8-66D1-3531-4B5779C48B3B}"/>
          </ac:graphicFrameMkLst>
        </pc:graphicFrameChg>
      </pc:sldChg>
      <pc:sldChg chg="modSp add mod">
        <pc:chgData name="胡雅苹 (Yaping Hu)" userId="4ba2e64d-2433-449b-af9f-ac00e62257f3" providerId="ADAL" clId="{38407AA2-C0C1-44B8-AE6D-C02B6E951496}" dt="2025-11-14T03:43:58.914" v="1185" actId="20577"/>
        <pc:sldMkLst>
          <pc:docMk/>
          <pc:sldMk cId="3330614003" sldId="2147473116"/>
        </pc:sldMkLst>
        <pc:spChg chg="mod">
          <ac:chgData name="胡雅苹 (Yaping Hu)" userId="4ba2e64d-2433-449b-af9f-ac00e62257f3" providerId="ADAL" clId="{38407AA2-C0C1-44B8-AE6D-C02B6E951496}" dt="2025-11-14T03:27:44.888" v="875" actId="20577"/>
          <ac:spMkLst>
            <pc:docMk/>
            <pc:sldMk cId="3330614003" sldId="2147473116"/>
            <ac:spMk id="2" creationId="{7F9C40C7-457A-CBD3-F6B4-C290876516CE}"/>
          </ac:spMkLst>
        </pc:spChg>
        <pc:graphicFrameChg chg="mod modGraphic">
          <ac:chgData name="胡雅苹 (Yaping Hu)" userId="4ba2e64d-2433-449b-af9f-ac00e62257f3" providerId="ADAL" clId="{38407AA2-C0C1-44B8-AE6D-C02B6E951496}" dt="2025-11-14T03:43:58.914" v="1185" actId="20577"/>
          <ac:graphicFrameMkLst>
            <pc:docMk/>
            <pc:sldMk cId="3330614003" sldId="2147473116"/>
            <ac:graphicFrameMk id="3" creationId="{33586199-259D-7061-F8F3-7E9312B1DBDD}"/>
          </ac:graphicFrameMkLst>
        </pc:graphicFrameChg>
      </pc:sldChg>
      <pc:sldChg chg="addSp delSp modSp new mod">
        <pc:chgData name="胡雅苹 (Yaping Hu)" userId="4ba2e64d-2433-449b-af9f-ac00e62257f3" providerId="ADAL" clId="{38407AA2-C0C1-44B8-AE6D-C02B6E951496}" dt="2025-12-03T15:30:05.498" v="3347" actId="207"/>
        <pc:sldMkLst>
          <pc:docMk/>
          <pc:sldMk cId="2171448257" sldId="2147473117"/>
        </pc:sldMkLst>
        <pc:spChg chg="mod">
          <ac:chgData name="胡雅苹 (Yaping Hu)" userId="4ba2e64d-2433-449b-af9f-ac00e62257f3" providerId="ADAL" clId="{38407AA2-C0C1-44B8-AE6D-C02B6E951496}" dt="2025-12-03T15:30:05.498" v="3347" actId="207"/>
          <ac:spMkLst>
            <pc:docMk/>
            <pc:sldMk cId="2171448257" sldId="2147473117"/>
            <ac:spMk id="2" creationId="{D135C3D5-CC6C-672C-6DA5-36A048372B97}"/>
          </ac:spMkLst>
        </pc:spChg>
        <pc:spChg chg="mod">
          <ac:chgData name="胡雅苹 (Yaping Hu)" userId="4ba2e64d-2433-449b-af9f-ac00e62257f3" providerId="ADAL" clId="{38407AA2-C0C1-44B8-AE6D-C02B6E951496}" dt="2025-12-03T07:55:08.230" v="2276" actId="12789"/>
          <ac:spMkLst>
            <pc:docMk/>
            <pc:sldMk cId="2171448257" sldId="2147473117"/>
            <ac:spMk id="3" creationId="{00E3D5D1-FB85-9945-D02F-E690545AA185}"/>
          </ac:spMkLst>
        </pc:spChg>
        <pc:spChg chg="mod">
          <ac:chgData name="胡雅苹 (Yaping Hu)" userId="4ba2e64d-2433-449b-af9f-ac00e62257f3" providerId="ADAL" clId="{38407AA2-C0C1-44B8-AE6D-C02B6E951496}" dt="2025-12-03T07:55:08.230" v="2276" actId="12789"/>
          <ac:spMkLst>
            <pc:docMk/>
            <pc:sldMk cId="2171448257" sldId="2147473117"/>
            <ac:spMk id="4" creationId="{854CED74-EE4E-B70A-7973-82A6DA4B5D19}"/>
          </ac:spMkLst>
        </pc:spChg>
        <pc:spChg chg="mod">
          <ac:chgData name="胡雅苹 (Yaping Hu)" userId="4ba2e64d-2433-449b-af9f-ac00e62257f3" providerId="ADAL" clId="{38407AA2-C0C1-44B8-AE6D-C02B6E951496}" dt="2025-12-03T07:58:43.563" v="2329" actId="12788"/>
          <ac:spMkLst>
            <pc:docMk/>
            <pc:sldMk cId="2171448257" sldId="2147473117"/>
            <ac:spMk id="5" creationId="{FFDEBB7B-C80F-3D18-962E-A1C42DDEBB3F}"/>
          </ac:spMkLst>
        </pc:spChg>
        <pc:spChg chg="mod">
          <ac:chgData name="胡雅苹 (Yaping Hu)" userId="4ba2e64d-2433-449b-af9f-ac00e62257f3" providerId="ADAL" clId="{38407AA2-C0C1-44B8-AE6D-C02B6E951496}" dt="2025-12-03T07:58:43.563" v="2329" actId="12788"/>
          <ac:spMkLst>
            <pc:docMk/>
            <pc:sldMk cId="2171448257" sldId="2147473117"/>
            <ac:spMk id="6" creationId="{01E79BA4-DE8E-8DBB-C8E5-351182BA2B18}"/>
          </ac:spMkLst>
        </pc:spChg>
        <pc:spChg chg="add mod topLvl">
          <ac:chgData name="胡雅苹 (Yaping Hu)" userId="4ba2e64d-2433-449b-af9f-ac00e62257f3" providerId="ADAL" clId="{38407AA2-C0C1-44B8-AE6D-C02B6E951496}" dt="2025-12-03T07:58:58.730" v="2332" actId="1076"/>
          <ac:spMkLst>
            <pc:docMk/>
            <pc:sldMk cId="2171448257" sldId="2147473117"/>
            <ac:spMk id="7" creationId="{FA56E02A-5BEE-1DF6-D017-CE608BA9E6FF}"/>
          </ac:spMkLst>
        </pc:spChg>
        <pc:spChg chg="add mod topLvl">
          <ac:chgData name="胡雅苹 (Yaping Hu)" userId="4ba2e64d-2433-449b-af9f-ac00e62257f3" providerId="ADAL" clId="{38407AA2-C0C1-44B8-AE6D-C02B6E951496}" dt="2025-12-03T08:02:26.973" v="2364" actId="207"/>
          <ac:spMkLst>
            <pc:docMk/>
            <pc:sldMk cId="2171448257" sldId="2147473117"/>
            <ac:spMk id="8" creationId="{B1C3E88F-CED3-B2A1-9773-083438B518E3}"/>
          </ac:spMkLst>
        </pc:spChg>
        <pc:spChg chg="mod">
          <ac:chgData name="胡雅苹 (Yaping Hu)" userId="4ba2e64d-2433-449b-af9f-ac00e62257f3" providerId="ADAL" clId="{38407AA2-C0C1-44B8-AE6D-C02B6E951496}" dt="2025-12-02T06:08:31.287" v="2041" actId="12789"/>
          <ac:spMkLst>
            <pc:docMk/>
            <pc:sldMk cId="2171448257" sldId="2147473117"/>
            <ac:spMk id="13" creationId="{E43342E7-BB6B-4427-135D-0C33E3E51D9D}"/>
          </ac:spMkLst>
        </pc:spChg>
        <pc:spChg chg="mod">
          <ac:chgData name="胡雅苹 (Yaping Hu)" userId="4ba2e64d-2433-449b-af9f-ac00e62257f3" providerId="ADAL" clId="{38407AA2-C0C1-44B8-AE6D-C02B6E951496}" dt="2025-12-02T06:08:31.287" v="2041" actId="12789"/>
          <ac:spMkLst>
            <pc:docMk/>
            <pc:sldMk cId="2171448257" sldId="2147473117"/>
            <ac:spMk id="14" creationId="{58AE4613-647F-405E-68C2-0B2ED368AE70}"/>
          </ac:spMkLst>
        </pc:spChg>
        <pc:spChg chg="mod">
          <ac:chgData name="胡雅苹 (Yaping Hu)" userId="4ba2e64d-2433-449b-af9f-ac00e62257f3" providerId="ADAL" clId="{38407AA2-C0C1-44B8-AE6D-C02B6E951496}" dt="2025-12-02T06:08:31.287" v="2041" actId="12789"/>
          <ac:spMkLst>
            <pc:docMk/>
            <pc:sldMk cId="2171448257" sldId="2147473117"/>
            <ac:spMk id="15" creationId="{0D61759C-0A92-C4EF-CCEA-F5CE2410E32E}"/>
          </ac:spMkLst>
        </pc:spChg>
        <pc:spChg chg="mod">
          <ac:chgData name="胡雅苹 (Yaping Hu)" userId="4ba2e64d-2433-449b-af9f-ac00e62257f3" providerId="ADAL" clId="{38407AA2-C0C1-44B8-AE6D-C02B6E951496}" dt="2025-12-02T06:08:31.287" v="2041" actId="12789"/>
          <ac:spMkLst>
            <pc:docMk/>
            <pc:sldMk cId="2171448257" sldId="2147473117"/>
            <ac:spMk id="16" creationId="{5CE5D364-57CD-08B7-3894-D3DA91F92291}"/>
          </ac:spMkLst>
        </pc:spChg>
        <pc:spChg chg="mod">
          <ac:chgData name="胡雅苹 (Yaping Hu)" userId="4ba2e64d-2433-449b-af9f-ac00e62257f3" providerId="ADAL" clId="{38407AA2-C0C1-44B8-AE6D-C02B6E951496}" dt="2025-12-02T06:08:31.287" v="2041" actId="12789"/>
          <ac:spMkLst>
            <pc:docMk/>
            <pc:sldMk cId="2171448257" sldId="2147473117"/>
            <ac:spMk id="17" creationId="{F6CCB99D-5D20-454D-190F-4DE6747F3816}"/>
          </ac:spMkLst>
        </pc:spChg>
        <pc:spChg chg="mod">
          <ac:chgData name="胡雅苹 (Yaping Hu)" userId="4ba2e64d-2433-449b-af9f-ac00e62257f3" providerId="ADAL" clId="{38407AA2-C0C1-44B8-AE6D-C02B6E951496}" dt="2025-12-02T06:08:31.287" v="2041" actId="12789"/>
          <ac:spMkLst>
            <pc:docMk/>
            <pc:sldMk cId="2171448257" sldId="2147473117"/>
            <ac:spMk id="18" creationId="{219B567B-BF88-9CDB-320C-5A7B8E8CBAC1}"/>
          </ac:spMkLst>
        </pc:spChg>
        <pc:spChg chg="mod">
          <ac:chgData name="胡雅苹 (Yaping Hu)" userId="4ba2e64d-2433-449b-af9f-ac00e62257f3" providerId="ADAL" clId="{38407AA2-C0C1-44B8-AE6D-C02B6E951496}" dt="2025-12-03T08:01:09.185" v="2357" actId="207"/>
          <ac:spMkLst>
            <pc:docMk/>
            <pc:sldMk cId="2171448257" sldId="2147473117"/>
            <ac:spMk id="19" creationId="{01B3FCF1-BCCB-E3D8-2C81-0839952573B6}"/>
          </ac:spMkLst>
        </pc:spChg>
        <pc:spChg chg="mod">
          <ac:chgData name="胡雅苹 (Yaping Hu)" userId="4ba2e64d-2433-449b-af9f-ac00e62257f3" providerId="ADAL" clId="{38407AA2-C0C1-44B8-AE6D-C02B6E951496}" dt="2025-12-03T08:02:23.196" v="2363" actId="207"/>
          <ac:spMkLst>
            <pc:docMk/>
            <pc:sldMk cId="2171448257" sldId="2147473117"/>
            <ac:spMk id="20" creationId="{B18B5A58-83B7-AE97-3D20-8C96604A449A}"/>
          </ac:spMkLst>
        </pc:spChg>
        <pc:spChg chg="add mod topLvl">
          <ac:chgData name="胡雅苹 (Yaping Hu)" userId="4ba2e64d-2433-449b-af9f-ac00e62257f3" providerId="ADAL" clId="{38407AA2-C0C1-44B8-AE6D-C02B6E951496}" dt="2025-12-02T06:06:32.547" v="2016" actId="165"/>
          <ac:spMkLst>
            <pc:docMk/>
            <pc:sldMk cId="2171448257" sldId="2147473117"/>
            <ac:spMk id="21" creationId="{B71D17B2-8FC7-F203-8DB6-1319AF5BA042}"/>
          </ac:spMkLst>
        </pc:spChg>
        <pc:spChg chg="mod topLvl">
          <ac:chgData name="胡雅苹 (Yaping Hu)" userId="4ba2e64d-2433-449b-af9f-ac00e62257f3" providerId="ADAL" clId="{38407AA2-C0C1-44B8-AE6D-C02B6E951496}" dt="2025-12-03T07:55:08.230" v="2276" actId="12789"/>
          <ac:spMkLst>
            <pc:docMk/>
            <pc:sldMk cId="2171448257" sldId="2147473117"/>
            <ac:spMk id="22" creationId="{97BB487B-59EB-D82B-D651-DA2467246655}"/>
          </ac:spMkLst>
        </pc:spChg>
        <pc:spChg chg="add mod topLvl">
          <ac:chgData name="胡雅苹 (Yaping Hu)" userId="4ba2e64d-2433-449b-af9f-ac00e62257f3" providerId="ADAL" clId="{38407AA2-C0C1-44B8-AE6D-C02B6E951496}" dt="2025-12-03T08:06:12.729" v="2368" actId="1076"/>
          <ac:spMkLst>
            <pc:docMk/>
            <pc:sldMk cId="2171448257" sldId="2147473117"/>
            <ac:spMk id="23" creationId="{343E930F-FA2B-C866-4813-54902C1A83EC}"/>
          </ac:spMkLst>
        </pc:spChg>
        <pc:spChg chg="add mod topLvl">
          <ac:chgData name="胡雅苹 (Yaping Hu)" userId="4ba2e64d-2433-449b-af9f-ac00e62257f3" providerId="ADAL" clId="{38407AA2-C0C1-44B8-AE6D-C02B6E951496}" dt="2025-12-03T07:55:08.230" v="2276" actId="12789"/>
          <ac:spMkLst>
            <pc:docMk/>
            <pc:sldMk cId="2171448257" sldId="2147473117"/>
            <ac:spMk id="24" creationId="{D2FB7B9D-A6C7-95CE-C072-2C5B31EE3C53}"/>
          </ac:spMkLst>
        </pc:spChg>
        <pc:spChg chg="mod">
          <ac:chgData name="胡雅苹 (Yaping Hu)" userId="4ba2e64d-2433-449b-af9f-ac00e62257f3" providerId="ADAL" clId="{38407AA2-C0C1-44B8-AE6D-C02B6E951496}" dt="2025-12-03T07:59:25.600" v="2350" actId="1037"/>
          <ac:spMkLst>
            <pc:docMk/>
            <pc:sldMk cId="2171448257" sldId="2147473117"/>
            <ac:spMk id="25" creationId="{72231E41-89EF-3AFC-F629-799DE03925DA}"/>
          </ac:spMkLst>
        </pc:spChg>
        <pc:spChg chg="mod">
          <ac:chgData name="胡雅苹 (Yaping Hu)" userId="4ba2e64d-2433-449b-af9f-ac00e62257f3" providerId="ADAL" clId="{38407AA2-C0C1-44B8-AE6D-C02B6E951496}" dt="2025-12-03T07:55:08.230" v="2276" actId="12789"/>
          <ac:spMkLst>
            <pc:docMk/>
            <pc:sldMk cId="2171448257" sldId="2147473117"/>
            <ac:spMk id="26" creationId="{C5D581CE-33FA-5A3E-9C71-E174BC04E3EB}"/>
          </ac:spMkLst>
        </pc:spChg>
        <pc:spChg chg="add mod topLvl">
          <ac:chgData name="胡雅苹 (Yaping Hu)" userId="4ba2e64d-2433-449b-af9f-ac00e62257f3" providerId="ADAL" clId="{38407AA2-C0C1-44B8-AE6D-C02B6E951496}" dt="2025-12-03T07:58:11.993" v="2324" actId="1076"/>
          <ac:spMkLst>
            <pc:docMk/>
            <pc:sldMk cId="2171448257" sldId="2147473117"/>
            <ac:spMk id="27" creationId="{BCDC6A18-7EE5-6D62-A844-F4590CC6EEBF}"/>
          </ac:spMkLst>
        </pc:spChg>
        <pc:spChg chg="add mod topLvl">
          <ac:chgData name="胡雅苹 (Yaping Hu)" userId="4ba2e64d-2433-449b-af9f-ac00e62257f3" providerId="ADAL" clId="{38407AA2-C0C1-44B8-AE6D-C02B6E951496}" dt="2025-12-03T07:57:30.580" v="2320" actId="1076"/>
          <ac:spMkLst>
            <pc:docMk/>
            <pc:sldMk cId="2171448257" sldId="2147473117"/>
            <ac:spMk id="28" creationId="{2A064424-B07E-BB76-8956-8D9F62940C33}"/>
          </ac:spMkLst>
        </pc:spChg>
        <pc:spChg chg="mod">
          <ac:chgData name="胡雅苹 (Yaping Hu)" userId="4ba2e64d-2433-449b-af9f-ac00e62257f3" providerId="ADAL" clId="{38407AA2-C0C1-44B8-AE6D-C02B6E951496}" dt="2025-12-03T07:57:22.117" v="2316" actId="1076"/>
          <ac:spMkLst>
            <pc:docMk/>
            <pc:sldMk cId="2171448257" sldId="2147473117"/>
            <ac:spMk id="29" creationId="{B8316122-387A-A6BE-0225-FBEA564F414D}"/>
          </ac:spMkLst>
        </pc:spChg>
        <pc:spChg chg="mod">
          <ac:chgData name="胡雅苹 (Yaping Hu)" userId="4ba2e64d-2433-449b-af9f-ac00e62257f3" providerId="ADAL" clId="{38407AA2-C0C1-44B8-AE6D-C02B6E951496}" dt="2025-12-03T07:57:10.904" v="2315" actId="1076"/>
          <ac:spMkLst>
            <pc:docMk/>
            <pc:sldMk cId="2171448257" sldId="2147473117"/>
            <ac:spMk id="30" creationId="{02F5A070-B3E1-F487-81CD-87ABC74F3B17}"/>
          </ac:spMkLst>
        </pc:spChg>
        <pc:spChg chg="mod">
          <ac:chgData name="胡雅苹 (Yaping Hu)" userId="4ba2e64d-2433-449b-af9f-ac00e62257f3" providerId="ADAL" clId="{38407AA2-C0C1-44B8-AE6D-C02B6E951496}" dt="2025-12-03T07:58:01.327" v="2323" actId="1076"/>
          <ac:spMkLst>
            <pc:docMk/>
            <pc:sldMk cId="2171448257" sldId="2147473117"/>
            <ac:spMk id="31" creationId="{735C6961-7E54-E1F9-D199-E975696588C2}"/>
          </ac:spMkLst>
        </pc:spChg>
        <pc:spChg chg="mod">
          <ac:chgData name="胡雅苹 (Yaping Hu)" userId="4ba2e64d-2433-449b-af9f-ac00e62257f3" providerId="ADAL" clId="{38407AA2-C0C1-44B8-AE6D-C02B6E951496}" dt="2025-12-03T07:59:13.004" v="2334" actId="1076"/>
          <ac:spMkLst>
            <pc:docMk/>
            <pc:sldMk cId="2171448257" sldId="2147473117"/>
            <ac:spMk id="32" creationId="{3A801751-F174-75CF-8E43-F3294512F059}"/>
          </ac:spMkLst>
        </pc:spChg>
        <pc:grpChg chg="mod">
          <ac:chgData name="胡雅苹 (Yaping Hu)" userId="4ba2e64d-2433-449b-af9f-ac00e62257f3" providerId="ADAL" clId="{38407AA2-C0C1-44B8-AE6D-C02B6E951496}" dt="2025-12-03T07:27:59.751" v="2101" actId="1076"/>
          <ac:grpSpMkLst>
            <pc:docMk/>
            <pc:sldMk cId="2171448257" sldId="2147473117"/>
            <ac:grpSpMk id="9" creationId="{2F4C3C84-4537-7967-C1EB-1C80FC632127}"/>
          </ac:grpSpMkLst>
        </pc:grpChg>
        <pc:grpChg chg="mod">
          <ac:chgData name="胡雅苹 (Yaping Hu)" userId="4ba2e64d-2433-449b-af9f-ac00e62257f3" providerId="ADAL" clId="{38407AA2-C0C1-44B8-AE6D-C02B6E951496}" dt="2025-12-02T06:05:06.108" v="2010" actId="14100"/>
          <ac:grpSpMkLst>
            <pc:docMk/>
            <pc:sldMk cId="2171448257" sldId="2147473117"/>
            <ac:grpSpMk id="33" creationId="{57D734F6-8957-30A3-B87F-DC089D8E19AB}"/>
          </ac:grpSpMkLst>
        </pc:grpChg>
      </pc:sldChg>
      <pc:sldChg chg="addSp delSp modSp new mod ord">
        <pc:chgData name="胡雅苹 (Yaping Hu)" userId="4ba2e64d-2433-449b-af9f-ac00e62257f3" providerId="ADAL" clId="{38407AA2-C0C1-44B8-AE6D-C02B6E951496}" dt="2025-12-03T08:06:04.361" v="2366" actId="1076"/>
        <pc:sldMkLst>
          <pc:docMk/>
          <pc:sldMk cId="4056710201" sldId="2147473118"/>
        </pc:sldMkLst>
        <pc:spChg chg="mod">
          <ac:chgData name="胡雅苹 (Yaping Hu)" userId="4ba2e64d-2433-449b-af9f-ac00e62257f3" providerId="ADAL" clId="{38407AA2-C0C1-44B8-AE6D-C02B6E951496}" dt="2025-12-02T06:02:56.155" v="1981" actId="20577"/>
          <ac:spMkLst>
            <pc:docMk/>
            <pc:sldMk cId="4056710201" sldId="2147473118"/>
            <ac:spMk id="2" creationId="{ED39A831-8967-42FC-6F80-88C056457511}"/>
          </ac:spMkLst>
        </pc:spChg>
        <pc:spChg chg="add mod topLvl">
          <ac:chgData name="胡雅苹 (Yaping Hu)" userId="4ba2e64d-2433-449b-af9f-ac00e62257f3" providerId="ADAL" clId="{38407AA2-C0C1-44B8-AE6D-C02B6E951496}" dt="2025-12-03T07:55:48.013" v="2284" actId="12789"/>
          <ac:spMkLst>
            <pc:docMk/>
            <pc:sldMk cId="4056710201" sldId="2147473118"/>
            <ac:spMk id="3" creationId="{CE078765-CF2D-E5EF-D5AC-34137A2B9967}"/>
          </ac:spMkLst>
        </pc:spChg>
        <pc:spChg chg="add mod topLvl">
          <ac:chgData name="胡雅苹 (Yaping Hu)" userId="4ba2e64d-2433-449b-af9f-ac00e62257f3" providerId="ADAL" clId="{38407AA2-C0C1-44B8-AE6D-C02B6E951496}" dt="2025-12-03T07:55:48.013" v="2284" actId="12789"/>
          <ac:spMkLst>
            <pc:docMk/>
            <pc:sldMk cId="4056710201" sldId="2147473118"/>
            <ac:spMk id="4" creationId="{0C26DB06-79FC-226E-0C7C-EC4BD68BCD04}"/>
          </ac:spMkLst>
        </pc:spChg>
        <pc:spChg chg="mod">
          <ac:chgData name="胡雅苹 (Yaping Hu)" userId="4ba2e64d-2433-449b-af9f-ac00e62257f3" providerId="ADAL" clId="{38407AA2-C0C1-44B8-AE6D-C02B6E951496}" dt="2025-12-03T07:55:48.013" v="2284" actId="12789"/>
          <ac:spMkLst>
            <pc:docMk/>
            <pc:sldMk cId="4056710201" sldId="2147473118"/>
            <ac:spMk id="5" creationId="{D06EB697-6407-F974-272D-407699E6C88F}"/>
          </ac:spMkLst>
        </pc:spChg>
        <pc:spChg chg="add mod topLvl">
          <ac:chgData name="胡雅苹 (Yaping Hu)" userId="4ba2e64d-2433-449b-af9f-ac00e62257f3" providerId="ADAL" clId="{38407AA2-C0C1-44B8-AE6D-C02B6E951496}" dt="2025-12-03T08:01:17.540" v="2358" actId="207"/>
          <ac:spMkLst>
            <pc:docMk/>
            <pc:sldMk cId="4056710201" sldId="2147473118"/>
            <ac:spMk id="6" creationId="{9134D5F2-1C7B-2A74-6A1A-196682C68145}"/>
          </ac:spMkLst>
        </pc:spChg>
        <pc:spChg chg="mod">
          <ac:chgData name="胡雅苹 (Yaping Hu)" userId="4ba2e64d-2433-449b-af9f-ac00e62257f3" providerId="ADAL" clId="{38407AA2-C0C1-44B8-AE6D-C02B6E951496}" dt="2025-12-03T07:51:05.786" v="2236" actId="1038"/>
          <ac:spMkLst>
            <pc:docMk/>
            <pc:sldMk cId="4056710201" sldId="2147473118"/>
            <ac:spMk id="7" creationId="{7AE64908-693A-239F-0B6E-FCF63004FE43}"/>
          </ac:spMkLst>
        </pc:spChg>
        <pc:spChg chg="mod">
          <ac:chgData name="胡雅苹 (Yaping Hu)" userId="4ba2e64d-2433-449b-af9f-ac00e62257f3" providerId="ADAL" clId="{38407AA2-C0C1-44B8-AE6D-C02B6E951496}" dt="2025-12-02T06:09:09.430" v="2043" actId="12789"/>
          <ac:spMkLst>
            <pc:docMk/>
            <pc:sldMk cId="4056710201" sldId="2147473118"/>
            <ac:spMk id="12" creationId="{93826785-61C2-C011-0709-DBF23C6D80C3}"/>
          </ac:spMkLst>
        </pc:spChg>
        <pc:spChg chg="mod">
          <ac:chgData name="胡雅苹 (Yaping Hu)" userId="4ba2e64d-2433-449b-af9f-ac00e62257f3" providerId="ADAL" clId="{38407AA2-C0C1-44B8-AE6D-C02B6E951496}" dt="2025-12-02T06:09:09.430" v="2043" actId="12789"/>
          <ac:spMkLst>
            <pc:docMk/>
            <pc:sldMk cId="4056710201" sldId="2147473118"/>
            <ac:spMk id="13" creationId="{24D32BCF-0D9D-8FAE-55AE-ED24098E1E93}"/>
          </ac:spMkLst>
        </pc:spChg>
        <pc:spChg chg="mod">
          <ac:chgData name="胡雅苹 (Yaping Hu)" userId="4ba2e64d-2433-449b-af9f-ac00e62257f3" providerId="ADAL" clId="{38407AA2-C0C1-44B8-AE6D-C02B6E951496}" dt="2025-12-02T06:09:09.430" v="2043" actId="12789"/>
          <ac:spMkLst>
            <pc:docMk/>
            <pc:sldMk cId="4056710201" sldId="2147473118"/>
            <ac:spMk id="14" creationId="{1862A606-FA87-C495-389B-BBBAF353CA25}"/>
          </ac:spMkLst>
        </pc:spChg>
        <pc:spChg chg="mod">
          <ac:chgData name="胡雅苹 (Yaping Hu)" userId="4ba2e64d-2433-449b-af9f-ac00e62257f3" providerId="ADAL" clId="{38407AA2-C0C1-44B8-AE6D-C02B6E951496}" dt="2025-12-02T06:09:09.430" v="2043" actId="12789"/>
          <ac:spMkLst>
            <pc:docMk/>
            <pc:sldMk cId="4056710201" sldId="2147473118"/>
            <ac:spMk id="15" creationId="{006C1BAF-E82C-873A-426C-FEB535793949}"/>
          </ac:spMkLst>
        </pc:spChg>
        <pc:spChg chg="mod">
          <ac:chgData name="胡雅苹 (Yaping Hu)" userId="4ba2e64d-2433-449b-af9f-ac00e62257f3" providerId="ADAL" clId="{38407AA2-C0C1-44B8-AE6D-C02B6E951496}" dt="2025-12-02T06:09:09.430" v="2043" actId="12789"/>
          <ac:spMkLst>
            <pc:docMk/>
            <pc:sldMk cId="4056710201" sldId="2147473118"/>
            <ac:spMk id="16" creationId="{E0CD87F9-4690-B864-371A-EA5B41520AAE}"/>
          </ac:spMkLst>
        </pc:spChg>
        <pc:spChg chg="mod">
          <ac:chgData name="胡雅苹 (Yaping Hu)" userId="4ba2e64d-2433-449b-af9f-ac00e62257f3" providerId="ADAL" clId="{38407AA2-C0C1-44B8-AE6D-C02B6E951496}" dt="2025-12-02T06:09:09.430" v="2043" actId="12789"/>
          <ac:spMkLst>
            <pc:docMk/>
            <pc:sldMk cId="4056710201" sldId="2147473118"/>
            <ac:spMk id="17" creationId="{F56A1E18-E800-C62F-6F9D-9162F869DA0B}"/>
          </ac:spMkLst>
        </pc:spChg>
        <pc:spChg chg="add mod topLvl">
          <ac:chgData name="胡雅苹 (Yaping Hu)" userId="4ba2e64d-2433-449b-af9f-ac00e62257f3" providerId="ADAL" clId="{38407AA2-C0C1-44B8-AE6D-C02B6E951496}" dt="2025-12-03T08:02:05.274" v="2362" actId="207"/>
          <ac:spMkLst>
            <pc:docMk/>
            <pc:sldMk cId="4056710201" sldId="2147473118"/>
            <ac:spMk id="18" creationId="{B66E0828-951D-0EF0-492E-A730D2A10E19}"/>
          </ac:spMkLst>
        </pc:spChg>
        <pc:spChg chg="mod">
          <ac:chgData name="胡雅苹 (Yaping Hu)" userId="4ba2e64d-2433-449b-af9f-ac00e62257f3" providerId="ADAL" clId="{38407AA2-C0C1-44B8-AE6D-C02B6E951496}" dt="2025-12-03T08:06:04.361" v="2366" actId="1076"/>
          <ac:spMkLst>
            <pc:docMk/>
            <pc:sldMk cId="4056710201" sldId="2147473118"/>
            <ac:spMk id="19" creationId="{834E6F11-E596-43D3-A996-7EF06C091AA5}"/>
          </ac:spMkLst>
        </pc:spChg>
        <pc:spChg chg="mod">
          <ac:chgData name="胡雅苹 (Yaping Hu)" userId="4ba2e64d-2433-449b-af9f-ac00e62257f3" providerId="ADAL" clId="{38407AA2-C0C1-44B8-AE6D-C02B6E951496}" dt="2025-12-03T07:55:48.013" v="2284" actId="12789"/>
          <ac:spMkLst>
            <pc:docMk/>
            <pc:sldMk cId="4056710201" sldId="2147473118"/>
            <ac:spMk id="20" creationId="{F9070364-364F-E982-B2B5-911626551AF2}"/>
          </ac:spMkLst>
        </pc:spChg>
        <pc:spChg chg="mod">
          <ac:chgData name="胡雅苹 (Yaping Hu)" userId="4ba2e64d-2433-449b-af9f-ac00e62257f3" providerId="ADAL" clId="{38407AA2-C0C1-44B8-AE6D-C02B6E951496}" dt="2025-12-03T07:55:48.013" v="2284" actId="12789"/>
          <ac:spMkLst>
            <pc:docMk/>
            <pc:sldMk cId="4056710201" sldId="2147473118"/>
            <ac:spMk id="21" creationId="{DB9509AF-75DC-C73E-0AAC-319571B7590F}"/>
          </ac:spMkLst>
        </pc:spChg>
        <pc:spChg chg="add mod topLvl">
          <ac:chgData name="胡雅苹 (Yaping Hu)" userId="4ba2e64d-2433-449b-af9f-ac00e62257f3" providerId="ADAL" clId="{38407AA2-C0C1-44B8-AE6D-C02B6E951496}" dt="2025-12-03T07:56:31.230" v="2302" actId="3064"/>
          <ac:spMkLst>
            <pc:docMk/>
            <pc:sldMk cId="4056710201" sldId="2147473118"/>
            <ac:spMk id="22" creationId="{9D79AA2F-BBB0-13F1-CAEE-C2745600CAEF}"/>
          </ac:spMkLst>
        </pc:spChg>
        <pc:spChg chg="mod">
          <ac:chgData name="胡雅苹 (Yaping Hu)" userId="4ba2e64d-2433-449b-af9f-ac00e62257f3" providerId="ADAL" clId="{38407AA2-C0C1-44B8-AE6D-C02B6E951496}" dt="2025-12-03T07:55:33.753" v="2283" actId="1076"/>
          <ac:spMkLst>
            <pc:docMk/>
            <pc:sldMk cId="4056710201" sldId="2147473118"/>
            <ac:spMk id="23" creationId="{2940B947-2987-7491-057E-6F24D95A85ED}"/>
          </ac:spMkLst>
        </pc:spChg>
        <pc:spChg chg="add mod topLvl">
          <ac:chgData name="胡雅苹 (Yaping Hu)" userId="4ba2e64d-2433-449b-af9f-ac00e62257f3" providerId="ADAL" clId="{38407AA2-C0C1-44B8-AE6D-C02B6E951496}" dt="2025-12-03T07:55:33.753" v="2283" actId="1076"/>
          <ac:spMkLst>
            <pc:docMk/>
            <pc:sldMk cId="4056710201" sldId="2147473118"/>
            <ac:spMk id="24" creationId="{E37B3F30-1099-FA36-90E0-C9898CBE861F}"/>
          </ac:spMkLst>
        </pc:spChg>
        <pc:spChg chg="mod">
          <ac:chgData name="胡雅苹 (Yaping Hu)" userId="4ba2e64d-2433-449b-af9f-ac00e62257f3" providerId="ADAL" clId="{38407AA2-C0C1-44B8-AE6D-C02B6E951496}" dt="2025-12-03T07:55:33.753" v="2283" actId="1076"/>
          <ac:spMkLst>
            <pc:docMk/>
            <pc:sldMk cId="4056710201" sldId="2147473118"/>
            <ac:spMk id="25" creationId="{6C3DD313-F82D-C621-5053-377DA861C44F}"/>
          </ac:spMkLst>
        </pc:spChg>
        <pc:grpChg chg="mod">
          <ac:chgData name="胡雅苹 (Yaping Hu)" userId="4ba2e64d-2433-449b-af9f-ac00e62257f3" providerId="ADAL" clId="{38407AA2-C0C1-44B8-AE6D-C02B6E951496}" dt="2025-12-03T07:28:16.618" v="2103" actId="1076"/>
          <ac:grpSpMkLst>
            <pc:docMk/>
            <pc:sldMk cId="4056710201" sldId="2147473118"/>
            <ac:grpSpMk id="8" creationId="{A6901A0B-30BA-BF4D-8EB2-83E01C4FB83F}"/>
          </ac:grpSpMkLst>
        </pc:grpChg>
        <pc:grpChg chg="mod">
          <ac:chgData name="胡雅苹 (Yaping Hu)" userId="4ba2e64d-2433-449b-af9f-ac00e62257f3" providerId="ADAL" clId="{38407AA2-C0C1-44B8-AE6D-C02B6E951496}" dt="2025-12-02T06:04:57.745" v="2005" actId="14100"/>
          <ac:grpSpMkLst>
            <pc:docMk/>
            <pc:sldMk cId="4056710201" sldId="2147473118"/>
            <ac:grpSpMk id="26" creationId="{684026B6-81B3-CED8-5171-7C647C418541}"/>
          </ac:grpSpMkLst>
        </pc:grpChg>
      </pc:sldChg>
      <pc:sldChg chg="addSp delSp modSp new add del mod modClrScheme chgLayout">
        <pc:chgData name="胡雅苹 (Yaping Hu)" userId="4ba2e64d-2433-449b-af9f-ac00e62257f3" providerId="ADAL" clId="{38407AA2-C0C1-44B8-AE6D-C02B6E951496}" dt="2025-12-03T08:30:32.355" v="2704" actId="47"/>
        <pc:sldMkLst>
          <pc:docMk/>
          <pc:sldMk cId="122794287" sldId="2147473119"/>
        </pc:sldMkLst>
        <pc:spChg chg="add del mod">
          <ac:chgData name="胡雅苹 (Yaping Hu)" userId="4ba2e64d-2433-449b-af9f-ac00e62257f3" providerId="ADAL" clId="{38407AA2-C0C1-44B8-AE6D-C02B6E951496}" dt="2025-12-03T08:30:12.733" v="2702" actId="478"/>
          <ac:spMkLst>
            <pc:docMk/>
            <pc:sldMk cId="122794287" sldId="2147473119"/>
            <ac:spMk id="2" creationId="{8BE7BDFF-4B62-7D5E-EE2B-AF5D83DBA158}"/>
          </ac:spMkLst>
        </pc:spChg>
        <pc:spChg chg="add del mod">
          <ac:chgData name="胡雅苹 (Yaping Hu)" userId="4ba2e64d-2433-449b-af9f-ac00e62257f3" providerId="ADAL" clId="{38407AA2-C0C1-44B8-AE6D-C02B6E951496}" dt="2025-12-03T08:30:12.733" v="2702" actId="478"/>
          <ac:spMkLst>
            <pc:docMk/>
            <pc:sldMk cId="122794287" sldId="2147473119"/>
            <ac:spMk id="3" creationId="{0FD69E65-2A30-154C-5D44-051F77083DE5}"/>
          </ac:spMkLst>
        </pc:spChg>
        <pc:spChg chg="add del mod">
          <ac:chgData name="胡雅苹 (Yaping Hu)" userId="4ba2e64d-2433-449b-af9f-ac00e62257f3" providerId="ADAL" clId="{38407AA2-C0C1-44B8-AE6D-C02B6E951496}" dt="2025-12-03T08:30:12.733" v="2702" actId="478"/>
          <ac:spMkLst>
            <pc:docMk/>
            <pc:sldMk cId="122794287" sldId="2147473119"/>
            <ac:spMk id="4" creationId="{8E70982D-A9BC-A7A4-E87B-C1CBE49C48F2}"/>
          </ac:spMkLst>
        </pc:spChg>
        <pc:spChg chg="add del mod">
          <ac:chgData name="胡雅苹 (Yaping Hu)" userId="4ba2e64d-2433-449b-af9f-ac00e62257f3" providerId="ADAL" clId="{38407AA2-C0C1-44B8-AE6D-C02B6E951496}" dt="2025-12-03T08:30:12.733" v="2702" actId="478"/>
          <ac:spMkLst>
            <pc:docMk/>
            <pc:sldMk cId="122794287" sldId="2147473119"/>
            <ac:spMk id="5" creationId="{3883B6C8-B851-2BAB-18A9-071D72128354}"/>
          </ac:spMkLst>
        </pc:spChg>
        <pc:spChg chg="add mod ord">
          <ac:chgData name="胡雅苹 (Yaping Hu)" userId="4ba2e64d-2433-449b-af9f-ac00e62257f3" providerId="ADAL" clId="{38407AA2-C0C1-44B8-AE6D-C02B6E951496}" dt="2025-12-03T08:30:05.103" v="2701" actId="700"/>
          <ac:spMkLst>
            <pc:docMk/>
            <pc:sldMk cId="122794287" sldId="2147473119"/>
            <ac:spMk id="6" creationId="{6134729C-FF5D-397C-003B-2D0657B00CBC}"/>
          </ac:spMkLst>
        </pc:spChg>
      </pc:sldChg>
      <pc:sldChg chg="addSp delSp modSp new mod">
        <pc:chgData name="胡雅苹 (Yaping Hu)" userId="4ba2e64d-2433-449b-af9f-ac00e62257f3" providerId="ADAL" clId="{38407AA2-C0C1-44B8-AE6D-C02B6E951496}" dt="2025-12-03T16:05:13.762" v="3357" actId="478"/>
        <pc:sldMkLst>
          <pc:docMk/>
          <pc:sldMk cId="2113899132" sldId="2147473120"/>
        </pc:sldMkLst>
        <pc:spChg chg="mod">
          <ac:chgData name="胡雅苹 (Yaping Hu)" userId="4ba2e64d-2433-449b-af9f-ac00e62257f3" providerId="ADAL" clId="{38407AA2-C0C1-44B8-AE6D-C02B6E951496}" dt="2025-12-03T08:30:36.602" v="2705"/>
          <ac:spMkLst>
            <pc:docMk/>
            <pc:sldMk cId="2113899132" sldId="2147473120"/>
            <ac:spMk id="2" creationId="{0992FB1A-6223-8B64-2AF2-1D0E94A30C3E}"/>
          </ac:spMkLst>
        </pc:spChg>
        <pc:spChg chg="mod">
          <ac:chgData name="胡雅苹 (Yaping Hu)" userId="4ba2e64d-2433-449b-af9f-ac00e62257f3" providerId="ADAL" clId="{38407AA2-C0C1-44B8-AE6D-C02B6E951496}" dt="2025-12-03T08:56:02.284" v="3027" actId="1038"/>
          <ac:spMkLst>
            <pc:docMk/>
            <pc:sldMk cId="2113899132" sldId="2147473120"/>
            <ac:spMk id="4" creationId="{5C033362-9BE3-C8CD-5E89-2F7ECF3F9DB9}"/>
          </ac:spMkLst>
        </pc:spChg>
        <pc:spChg chg="mod">
          <ac:chgData name="胡雅苹 (Yaping Hu)" userId="4ba2e64d-2433-449b-af9f-ac00e62257f3" providerId="ADAL" clId="{38407AA2-C0C1-44B8-AE6D-C02B6E951496}" dt="2025-12-03T08:56:02.284" v="3027" actId="1038"/>
          <ac:spMkLst>
            <pc:docMk/>
            <pc:sldMk cId="2113899132" sldId="2147473120"/>
            <ac:spMk id="5" creationId="{8509D130-0631-6F14-FCAF-C6C1DC275E4F}"/>
          </ac:spMkLst>
        </pc:spChg>
        <pc:spChg chg="mod">
          <ac:chgData name="胡雅苹 (Yaping Hu)" userId="4ba2e64d-2433-449b-af9f-ac00e62257f3" providerId="ADAL" clId="{38407AA2-C0C1-44B8-AE6D-C02B6E951496}" dt="2025-12-03T08:56:02.284" v="3027" actId="1038"/>
          <ac:spMkLst>
            <pc:docMk/>
            <pc:sldMk cId="2113899132" sldId="2147473120"/>
            <ac:spMk id="6" creationId="{B733ACD7-1D66-7720-A3A1-6B52020C5F15}"/>
          </ac:spMkLst>
        </pc:spChg>
        <pc:spChg chg="mod">
          <ac:chgData name="胡雅苹 (Yaping Hu)" userId="4ba2e64d-2433-449b-af9f-ac00e62257f3" providerId="ADAL" clId="{38407AA2-C0C1-44B8-AE6D-C02B6E951496}" dt="2025-12-03T08:56:02.284" v="3027" actId="1038"/>
          <ac:spMkLst>
            <pc:docMk/>
            <pc:sldMk cId="2113899132" sldId="2147473120"/>
            <ac:spMk id="7" creationId="{85958BA6-C030-9C7D-B768-27981E9A36F4}"/>
          </ac:spMkLst>
        </pc:spChg>
        <pc:spChg chg="mod topLvl">
          <ac:chgData name="胡雅苹 (Yaping Hu)" userId="4ba2e64d-2433-449b-af9f-ac00e62257f3" providerId="ADAL" clId="{38407AA2-C0C1-44B8-AE6D-C02B6E951496}" dt="2025-12-03T08:57:08.679" v="3044" actId="165"/>
          <ac:spMkLst>
            <pc:docMk/>
            <pc:sldMk cId="2113899132" sldId="2147473120"/>
            <ac:spMk id="8" creationId="{73590DEF-A856-B3E8-874C-B383105DFA49}"/>
          </ac:spMkLst>
        </pc:spChg>
        <pc:spChg chg="mod topLvl">
          <ac:chgData name="胡雅苹 (Yaping Hu)" userId="4ba2e64d-2433-449b-af9f-ac00e62257f3" providerId="ADAL" clId="{38407AA2-C0C1-44B8-AE6D-C02B6E951496}" dt="2025-12-03T08:57:08.679" v="3044" actId="165"/>
          <ac:spMkLst>
            <pc:docMk/>
            <pc:sldMk cId="2113899132" sldId="2147473120"/>
            <ac:spMk id="9" creationId="{3C5D8B21-CDB6-FA99-EB8E-E45B2B5E17C3}"/>
          </ac:spMkLst>
        </pc:spChg>
        <pc:spChg chg="mod topLvl">
          <ac:chgData name="胡雅苹 (Yaping Hu)" userId="4ba2e64d-2433-449b-af9f-ac00e62257f3" providerId="ADAL" clId="{38407AA2-C0C1-44B8-AE6D-C02B6E951496}" dt="2025-12-03T08:57:08.679" v="3044" actId="165"/>
          <ac:spMkLst>
            <pc:docMk/>
            <pc:sldMk cId="2113899132" sldId="2147473120"/>
            <ac:spMk id="10" creationId="{2458B0E1-B62E-2447-3EE9-48CD748707A5}"/>
          </ac:spMkLst>
        </pc:spChg>
        <pc:spChg chg="mod topLvl">
          <ac:chgData name="胡雅苹 (Yaping Hu)" userId="4ba2e64d-2433-449b-af9f-ac00e62257f3" providerId="ADAL" clId="{38407AA2-C0C1-44B8-AE6D-C02B6E951496}" dt="2025-12-03T08:57:08.679" v="3044" actId="165"/>
          <ac:spMkLst>
            <pc:docMk/>
            <pc:sldMk cId="2113899132" sldId="2147473120"/>
            <ac:spMk id="11" creationId="{A4520B8A-3DBD-72BC-C5F0-B753F4D81BB3}"/>
          </ac:spMkLst>
        </pc:spChg>
        <pc:spChg chg="add mod topLvl">
          <ac:chgData name="胡雅苹 (Yaping Hu)" userId="4ba2e64d-2433-449b-af9f-ac00e62257f3" providerId="ADAL" clId="{38407AA2-C0C1-44B8-AE6D-C02B6E951496}" dt="2025-12-03T08:57:08.679" v="3044" actId="165"/>
          <ac:spMkLst>
            <pc:docMk/>
            <pc:sldMk cId="2113899132" sldId="2147473120"/>
            <ac:spMk id="12" creationId="{F147896E-2A3D-E23D-7CD8-DEBA60AA247B}"/>
          </ac:spMkLst>
        </pc:spChg>
        <pc:spChg chg="mod topLvl">
          <ac:chgData name="胡雅苹 (Yaping Hu)" userId="4ba2e64d-2433-449b-af9f-ac00e62257f3" providerId="ADAL" clId="{38407AA2-C0C1-44B8-AE6D-C02B6E951496}" dt="2025-12-03T08:57:08.679" v="3044" actId="165"/>
          <ac:spMkLst>
            <pc:docMk/>
            <pc:sldMk cId="2113899132" sldId="2147473120"/>
            <ac:spMk id="13" creationId="{6FF6EB71-FC28-4714-6A4F-283AA88BCCD0}"/>
          </ac:spMkLst>
        </pc:spChg>
        <pc:spChg chg="mod">
          <ac:chgData name="胡雅苹 (Yaping Hu)" userId="4ba2e64d-2433-449b-af9f-ac00e62257f3" providerId="ADAL" clId="{38407AA2-C0C1-44B8-AE6D-C02B6E951496}" dt="2025-12-03T08:31:04.454" v="2707" actId="164"/>
          <ac:spMkLst>
            <pc:docMk/>
            <pc:sldMk cId="2113899132" sldId="2147473120"/>
            <ac:spMk id="19" creationId="{3EDD5F15-2815-5455-9D3E-410D433F0273}"/>
          </ac:spMkLst>
        </pc:spChg>
        <pc:spChg chg="mod">
          <ac:chgData name="胡雅苹 (Yaping Hu)" userId="4ba2e64d-2433-449b-af9f-ac00e62257f3" providerId="ADAL" clId="{38407AA2-C0C1-44B8-AE6D-C02B6E951496}" dt="2025-12-03T08:46:52.533" v="2854" actId="207"/>
          <ac:spMkLst>
            <pc:docMk/>
            <pc:sldMk cId="2113899132" sldId="2147473120"/>
            <ac:spMk id="21" creationId="{AE58575E-0AFB-6482-BC0B-4AF27047A67B}"/>
          </ac:spMkLst>
        </pc:spChg>
        <pc:spChg chg="mod">
          <ac:chgData name="胡雅苹 (Yaping Hu)" userId="4ba2e64d-2433-449b-af9f-ac00e62257f3" providerId="ADAL" clId="{38407AA2-C0C1-44B8-AE6D-C02B6E951496}" dt="2025-12-03T08:46:52.533" v="2854" actId="207"/>
          <ac:spMkLst>
            <pc:docMk/>
            <pc:sldMk cId="2113899132" sldId="2147473120"/>
            <ac:spMk id="22" creationId="{58E952D7-90DF-D3DE-45BA-E1714E351F8F}"/>
          </ac:spMkLst>
        </pc:spChg>
        <pc:spChg chg="mod">
          <ac:chgData name="胡雅苹 (Yaping Hu)" userId="4ba2e64d-2433-449b-af9f-ac00e62257f3" providerId="ADAL" clId="{38407AA2-C0C1-44B8-AE6D-C02B6E951496}" dt="2025-12-03T08:46:52.533" v="2854" actId="207"/>
          <ac:spMkLst>
            <pc:docMk/>
            <pc:sldMk cId="2113899132" sldId="2147473120"/>
            <ac:spMk id="23" creationId="{599431E4-FAD7-4D3B-9656-C001438B66F3}"/>
          </ac:spMkLst>
        </pc:spChg>
        <pc:spChg chg="mod">
          <ac:chgData name="胡雅苹 (Yaping Hu)" userId="4ba2e64d-2433-449b-af9f-ac00e62257f3" providerId="ADAL" clId="{38407AA2-C0C1-44B8-AE6D-C02B6E951496}" dt="2025-12-03T08:46:52.533" v="2854" actId="207"/>
          <ac:spMkLst>
            <pc:docMk/>
            <pc:sldMk cId="2113899132" sldId="2147473120"/>
            <ac:spMk id="24" creationId="{89B67F4C-A51D-A599-480F-94BC1D6FF6C9}"/>
          </ac:spMkLst>
        </pc:spChg>
        <pc:spChg chg="mod">
          <ac:chgData name="胡雅苹 (Yaping Hu)" userId="4ba2e64d-2433-449b-af9f-ac00e62257f3" providerId="ADAL" clId="{38407AA2-C0C1-44B8-AE6D-C02B6E951496}" dt="2025-12-03T08:41:49.635" v="2810" actId="14100"/>
          <ac:spMkLst>
            <pc:docMk/>
            <pc:sldMk cId="2113899132" sldId="2147473120"/>
            <ac:spMk id="25" creationId="{10080554-3E70-2480-2CF1-65AA10457102}"/>
          </ac:spMkLst>
        </pc:spChg>
        <pc:spChg chg="mod">
          <ac:chgData name="胡雅苹 (Yaping Hu)" userId="4ba2e64d-2433-449b-af9f-ac00e62257f3" providerId="ADAL" clId="{38407AA2-C0C1-44B8-AE6D-C02B6E951496}" dt="2025-12-03T08:46:52.533" v="2854" actId="207"/>
          <ac:spMkLst>
            <pc:docMk/>
            <pc:sldMk cId="2113899132" sldId="2147473120"/>
            <ac:spMk id="26" creationId="{3196E222-B81B-79EB-1AB8-6168F5B0A96F}"/>
          </ac:spMkLst>
        </pc:spChg>
        <pc:spChg chg="mod">
          <ac:chgData name="胡雅苹 (Yaping Hu)" userId="4ba2e64d-2433-449b-af9f-ac00e62257f3" providerId="ADAL" clId="{38407AA2-C0C1-44B8-AE6D-C02B6E951496}" dt="2025-12-03T08:41:49.635" v="2810" actId="14100"/>
          <ac:spMkLst>
            <pc:docMk/>
            <pc:sldMk cId="2113899132" sldId="2147473120"/>
            <ac:spMk id="32" creationId="{6352F206-7AA3-3C4C-F8F1-8DEE02004C77}"/>
          </ac:spMkLst>
        </pc:spChg>
        <pc:spChg chg="mod">
          <ac:chgData name="胡雅苹 (Yaping Hu)" userId="4ba2e64d-2433-449b-af9f-ac00e62257f3" providerId="ADAL" clId="{38407AA2-C0C1-44B8-AE6D-C02B6E951496}" dt="2025-12-03T09:01:04.708" v="3124" actId="1036"/>
          <ac:spMkLst>
            <pc:docMk/>
            <pc:sldMk cId="2113899132" sldId="2147473120"/>
            <ac:spMk id="34" creationId="{8915CA95-6529-ED6B-B02E-D2BC5A6CF660}"/>
          </ac:spMkLst>
        </pc:spChg>
        <pc:spChg chg="mod">
          <ac:chgData name="胡雅苹 (Yaping Hu)" userId="4ba2e64d-2433-449b-af9f-ac00e62257f3" providerId="ADAL" clId="{38407AA2-C0C1-44B8-AE6D-C02B6E951496}" dt="2025-12-03T08:50:41.976" v="2921" actId="1076"/>
          <ac:spMkLst>
            <pc:docMk/>
            <pc:sldMk cId="2113899132" sldId="2147473120"/>
            <ac:spMk id="35" creationId="{0526A107-A463-8795-C718-30FC893DABDD}"/>
          </ac:spMkLst>
        </pc:spChg>
        <pc:spChg chg="mod ord topLvl">
          <ac:chgData name="胡雅苹 (Yaping Hu)" userId="4ba2e64d-2433-449b-af9f-ac00e62257f3" providerId="ADAL" clId="{38407AA2-C0C1-44B8-AE6D-C02B6E951496}" dt="2025-12-03T08:57:08.679" v="3044" actId="165"/>
          <ac:spMkLst>
            <pc:docMk/>
            <pc:sldMk cId="2113899132" sldId="2147473120"/>
            <ac:spMk id="36" creationId="{3C7E1283-0F1A-E5C4-D007-C33A3676732B}"/>
          </ac:spMkLst>
        </pc:spChg>
        <pc:spChg chg="mod">
          <ac:chgData name="胡雅苹 (Yaping Hu)" userId="4ba2e64d-2433-449b-af9f-ac00e62257f3" providerId="ADAL" clId="{38407AA2-C0C1-44B8-AE6D-C02B6E951496}" dt="2025-12-03T08:53:30.678" v="2963" actId="12789"/>
          <ac:spMkLst>
            <pc:docMk/>
            <pc:sldMk cId="2113899132" sldId="2147473120"/>
            <ac:spMk id="38" creationId="{683E6ED6-F121-A912-9752-37EAAE631CF3}"/>
          </ac:spMkLst>
        </pc:spChg>
        <pc:spChg chg="mod">
          <ac:chgData name="胡雅苹 (Yaping Hu)" userId="4ba2e64d-2433-449b-af9f-ac00e62257f3" providerId="ADAL" clId="{38407AA2-C0C1-44B8-AE6D-C02B6E951496}" dt="2025-12-03T08:53:30.678" v="2963" actId="12789"/>
          <ac:spMkLst>
            <pc:docMk/>
            <pc:sldMk cId="2113899132" sldId="2147473120"/>
            <ac:spMk id="39" creationId="{6F51D319-E4DC-3C99-2A3C-8CAB1C480F5E}"/>
          </ac:spMkLst>
        </pc:spChg>
        <pc:spChg chg="mod">
          <ac:chgData name="胡雅苹 (Yaping Hu)" userId="4ba2e64d-2433-449b-af9f-ac00e62257f3" providerId="ADAL" clId="{38407AA2-C0C1-44B8-AE6D-C02B6E951496}" dt="2025-12-03T08:53:22.955" v="2962" actId="12789"/>
          <ac:spMkLst>
            <pc:docMk/>
            <pc:sldMk cId="2113899132" sldId="2147473120"/>
            <ac:spMk id="41" creationId="{F1DAB7D2-CCA1-90BE-10D2-04AC5B2CC527}"/>
          </ac:spMkLst>
        </pc:spChg>
        <pc:spChg chg="mod">
          <ac:chgData name="胡雅苹 (Yaping Hu)" userId="4ba2e64d-2433-449b-af9f-ac00e62257f3" providerId="ADAL" clId="{38407AA2-C0C1-44B8-AE6D-C02B6E951496}" dt="2025-12-03T08:53:22.955" v="2962" actId="12789"/>
          <ac:spMkLst>
            <pc:docMk/>
            <pc:sldMk cId="2113899132" sldId="2147473120"/>
            <ac:spMk id="42" creationId="{672C95E1-DBDC-0FD6-46AE-E2779B7047CC}"/>
          </ac:spMkLst>
        </pc:spChg>
        <pc:spChg chg="mod topLvl">
          <ac:chgData name="胡雅苹 (Yaping Hu)" userId="4ba2e64d-2433-449b-af9f-ac00e62257f3" providerId="ADAL" clId="{38407AA2-C0C1-44B8-AE6D-C02B6E951496}" dt="2025-12-03T08:57:08.679" v="3044" actId="165"/>
          <ac:spMkLst>
            <pc:docMk/>
            <pc:sldMk cId="2113899132" sldId="2147473120"/>
            <ac:spMk id="43" creationId="{38F30B06-4E7A-76B1-002E-E9843A1CD21F}"/>
          </ac:spMkLst>
        </pc:spChg>
        <pc:spChg chg="add mod topLvl">
          <ac:chgData name="胡雅苹 (Yaping Hu)" userId="4ba2e64d-2433-449b-af9f-ac00e62257f3" providerId="ADAL" clId="{38407AA2-C0C1-44B8-AE6D-C02B6E951496}" dt="2025-12-03T08:57:08.679" v="3044" actId="165"/>
          <ac:spMkLst>
            <pc:docMk/>
            <pc:sldMk cId="2113899132" sldId="2147473120"/>
            <ac:spMk id="45" creationId="{1CCCFF34-4798-AEB5-1917-D83073889817}"/>
          </ac:spMkLst>
        </pc:spChg>
        <pc:spChg chg="mod">
          <ac:chgData name="胡雅苹 (Yaping Hu)" userId="4ba2e64d-2433-449b-af9f-ac00e62257f3" providerId="ADAL" clId="{38407AA2-C0C1-44B8-AE6D-C02B6E951496}" dt="2025-12-03T08:57:28.117" v="3050" actId="1076"/>
          <ac:spMkLst>
            <pc:docMk/>
            <pc:sldMk cId="2113899132" sldId="2147473120"/>
            <ac:spMk id="47" creationId="{C7F0A068-07BA-1038-048E-5A3A698CC184}"/>
          </ac:spMkLst>
        </pc:spChg>
        <pc:spChg chg="add mod">
          <ac:chgData name="胡雅苹 (Yaping Hu)" userId="4ba2e64d-2433-449b-af9f-ac00e62257f3" providerId="ADAL" clId="{38407AA2-C0C1-44B8-AE6D-C02B6E951496}" dt="2025-12-03T08:56:46.235" v="3036" actId="1076"/>
          <ac:spMkLst>
            <pc:docMk/>
            <pc:sldMk cId="2113899132" sldId="2147473120"/>
            <ac:spMk id="48" creationId="{BFCBFE23-883E-8E3F-C420-F6E3909386EB}"/>
          </ac:spMkLst>
        </pc:spChg>
        <pc:spChg chg="mod">
          <ac:chgData name="胡雅苹 (Yaping Hu)" userId="4ba2e64d-2433-449b-af9f-ac00e62257f3" providerId="ADAL" clId="{38407AA2-C0C1-44B8-AE6D-C02B6E951496}" dt="2025-12-03T08:57:18.119" v="3047" actId="1076"/>
          <ac:spMkLst>
            <pc:docMk/>
            <pc:sldMk cId="2113899132" sldId="2147473120"/>
            <ac:spMk id="49" creationId="{9B438C2C-338B-7605-5018-50326DA26E2D}"/>
          </ac:spMkLst>
        </pc:spChg>
        <pc:spChg chg="mod topLvl">
          <ac:chgData name="胡雅苹 (Yaping Hu)" userId="4ba2e64d-2433-449b-af9f-ac00e62257f3" providerId="ADAL" clId="{38407AA2-C0C1-44B8-AE6D-C02B6E951496}" dt="2025-12-03T08:56:48.807" v="3037" actId="1076"/>
          <ac:spMkLst>
            <pc:docMk/>
            <pc:sldMk cId="2113899132" sldId="2147473120"/>
            <ac:spMk id="50" creationId="{B9A1F1FA-E769-A865-AE37-A0C739360D7D}"/>
          </ac:spMkLst>
        </pc:spChg>
        <pc:spChg chg="mod topLvl">
          <ac:chgData name="胡雅苹 (Yaping Hu)" userId="4ba2e64d-2433-449b-af9f-ac00e62257f3" providerId="ADAL" clId="{38407AA2-C0C1-44B8-AE6D-C02B6E951496}" dt="2025-12-03T08:38:44.773" v="2769" actId="165"/>
          <ac:spMkLst>
            <pc:docMk/>
            <pc:sldMk cId="2113899132" sldId="2147473120"/>
            <ac:spMk id="51" creationId="{0A5A2156-D550-3A2B-DA2B-DFF3A786C453}"/>
          </ac:spMkLst>
        </pc:spChg>
        <pc:spChg chg="mod topLvl">
          <ac:chgData name="胡雅苹 (Yaping Hu)" userId="4ba2e64d-2433-449b-af9f-ac00e62257f3" providerId="ADAL" clId="{38407AA2-C0C1-44B8-AE6D-C02B6E951496}" dt="2025-12-03T08:58:03.043" v="3066" actId="1038"/>
          <ac:spMkLst>
            <pc:docMk/>
            <pc:sldMk cId="2113899132" sldId="2147473120"/>
            <ac:spMk id="52" creationId="{D1792007-E3DC-F5C7-35DA-C27F00498C89}"/>
          </ac:spMkLst>
        </pc:spChg>
        <pc:spChg chg="mod">
          <ac:chgData name="胡雅苹 (Yaping Hu)" userId="4ba2e64d-2433-449b-af9f-ac00e62257f3" providerId="ADAL" clId="{38407AA2-C0C1-44B8-AE6D-C02B6E951496}" dt="2025-12-03T08:46:41.321" v="2852" actId="207"/>
          <ac:spMkLst>
            <pc:docMk/>
            <pc:sldMk cId="2113899132" sldId="2147473120"/>
            <ac:spMk id="54" creationId="{3907F5F4-39D4-C5E0-495D-0CE76C375105}"/>
          </ac:spMkLst>
        </pc:spChg>
        <pc:spChg chg="mod">
          <ac:chgData name="胡雅苹 (Yaping Hu)" userId="4ba2e64d-2433-449b-af9f-ac00e62257f3" providerId="ADAL" clId="{38407AA2-C0C1-44B8-AE6D-C02B6E951496}" dt="2025-12-03T08:46:41.321" v="2852" actId="207"/>
          <ac:spMkLst>
            <pc:docMk/>
            <pc:sldMk cId="2113899132" sldId="2147473120"/>
            <ac:spMk id="55" creationId="{C8DDBD2B-D6CC-9134-24A4-6C1F66DDA63C}"/>
          </ac:spMkLst>
        </pc:spChg>
        <pc:spChg chg="mod">
          <ac:chgData name="胡雅苹 (Yaping Hu)" userId="4ba2e64d-2433-449b-af9f-ac00e62257f3" providerId="ADAL" clId="{38407AA2-C0C1-44B8-AE6D-C02B6E951496}" dt="2025-12-03T08:46:41.321" v="2852" actId="207"/>
          <ac:spMkLst>
            <pc:docMk/>
            <pc:sldMk cId="2113899132" sldId="2147473120"/>
            <ac:spMk id="56" creationId="{50029F0B-5F05-0D1B-2516-D26BED2A44B8}"/>
          </ac:spMkLst>
        </pc:spChg>
        <pc:spChg chg="mod">
          <ac:chgData name="胡雅苹 (Yaping Hu)" userId="4ba2e64d-2433-449b-af9f-ac00e62257f3" providerId="ADAL" clId="{38407AA2-C0C1-44B8-AE6D-C02B6E951496}" dt="2025-12-03T08:46:41.321" v="2852" actId="207"/>
          <ac:spMkLst>
            <pc:docMk/>
            <pc:sldMk cId="2113899132" sldId="2147473120"/>
            <ac:spMk id="57" creationId="{A8F627F9-0910-5A19-DFFC-435DA59EA40A}"/>
          </ac:spMkLst>
        </pc:spChg>
        <pc:spChg chg="mod">
          <ac:chgData name="胡雅苹 (Yaping Hu)" userId="4ba2e64d-2433-449b-af9f-ac00e62257f3" providerId="ADAL" clId="{38407AA2-C0C1-44B8-AE6D-C02B6E951496}" dt="2025-12-03T08:42:06.749" v="2813" actId="14100"/>
          <ac:spMkLst>
            <pc:docMk/>
            <pc:sldMk cId="2113899132" sldId="2147473120"/>
            <ac:spMk id="58" creationId="{E7F17890-AA51-3959-C2D3-22C9EAC74C5B}"/>
          </ac:spMkLst>
        </pc:spChg>
        <pc:spChg chg="mod">
          <ac:chgData name="胡雅苹 (Yaping Hu)" userId="4ba2e64d-2433-449b-af9f-ac00e62257f3" providerId="ADAL" clId="{38407AA2-C0C1-44B8-AE6D-C02B6E951496}" dt="2025-12-03T08:42:14.233" v="2816" actId="14100"/>
          <ac:spMkLst>
            <pc:docMk/>
            <pc:sldMk cId="2113899132" sldId="2147473120"/>
            <ac:spMk id="59" creationId="{384832FF-D5A3-9A65-28A5-A7A440673FE9}"/>
          </ac:spMkLst>
        </pc:spChg>
        <pc:spChg chg="mod ord topLvl">
          <ac:chgData name="胡雅苹 (Yaping Hu)" userId="4ba2e64d-2433-449b-af9f-ac00e62257f3" providerId="ADAL" clId="{38407AA2-C0C1-44B8-AE6D-C02B6E951496}" dt="2025-12-03T08:59:59.782" v="3119" actId="14100"/>
          <ac:spMkLst>
            <pc:docMk/>
            <pc:sldMk cId="2113899132" sldId="2147473120"/>
            <ac:spMk id="65" creationId="{55BCD6B2-0501-CDA9-899E-1891E34F4852}"/>
          </ac:spMkLst>
        </pc:spChg>
        <pc:spChg chg="mod">
          <ac:chgData name="胡雅苹 (Yaping Hu)" userId="4ba2e64d-2433-449b-af9f-ac00e62257f3" providerId="ADAL" clId="{38407AA2-C0C1-44B8-AE6D-C02B6E951496}" dt="2025-12-03T08:49:32.045" v="2906" actId="14100"/>
          <ac:spMkLst>
            <pc:docMk/>
            <pc:sldMk cId="2113899132" sldId="2147473120"/>
            <ac:spMk id="68" creationId="{2D9FB167-7C4F-D11F-8E13-FEB0C7F39E00}"/>
          </ac:spMkLst>
        </pc:spChg>
        <pc:spChg chg="mod">
          <ac:chgData name="胡雅苹 (Yaping Hu)" userId="4ba2e64d-2433-449b-af9f-ac00e62257f3" providerId="ADAL" clId="{38407AA2-C0C1-44B8-AE6D-C02B6E951496}" dt="2025-12-03T08:49:32.045" v="2906" actId="14100"/>
          <ac:spMkLst>
            <pc:docMk/>
            <pc:sldMk cId="2113899132" sldId="2147473120"/>
            <ac:spMk id="70" creationId="{8303A2CE-6769-212F-E958-7464D8876424}"/>
          </ac:spMkLst>
        </pc:spChg>
        <pc:spChg chg="mod">
          <ac:chgData name="胡雅苹 (Yaping Hu)" userId="4ba2e64d-2433-449b-af9f-ac00e62257f3" providerId="ADAL" clId="{38407AA2-C0C1-44B8-AE6D-C02B6E951496}" dt="2025-12-03T08:49:32.045" v="2906" actId="14100"/>
          <ac:spMkLst>
            <pc:docMk/>
            <pc:sldMk cId="2113899132" sldId="2147473120"/>
            <ac:spMk id="71" creationId="{D5061EA8-C8BA-C831-D065-5E57B12B9502}"/>
          </ac:spMkLst>
        </pc:spChg>
        <pc:spChg chg="mod">
          <ac:chgData name="胡雅苹 (Yaping Hu)" userId="4ba2e64d-2433-449b-af9f-ac00e62257f3" providerId="ADAL" clId="{38407AA2-C0C1-44B8-AE6D-C02B6E951496}" dt="2025-12-03T08:49:32.045" v="2906" actId="14100"/>
          <ac:spMkLst>
            <pc:docMk/>
            <pc:sldMk cId="2113899132" sldId="2147473120"/>
            <ac:spMk id="72" creationId="{43909E62-39B7-36DE-0A41-A93BF3172128}"/>
          </ac:spMkLst>
        </pc:spChg>
        <pc:spChg chg="mod">
          <ac:chgData name="胡雅苹 (Yaping Hu)" userId="4ba2e64d-2433-449b-af9f-ac00e62257f3" providerId="ADAL" clId="{38407AA2-C0C1-44B8-AE6D-C02B6E951496}" dt="2025-12-03T08:49:32.045" v="2906" actId="14100"/>
          <ac:spMkLst>
            <pc:docMk/>
            <pc:sldMk cId="2113899132" sldId="2147473120"/>
            <ac:spMk id="73" creationId="{D6CF035B-D79B-2976-7443-5A7C5437187A}"/>
          </ac:spMkLst>
        </pc:spChg>
        <pc:spChg chg="mod">
          <ac:chgData name="胡雅苹 (Yaping Hu)" userId="4ba2e64d-2433-449b-af9f-ac00e62257f3" providerId="ADAL" clId="{38407AA2-C0C1-44B8-AE6D-C02B6E951496}" dt="2025-12-03T08:49:32.045" v="2906" actId="14100"/>
          <ac:spMkLst>
            <pc:docMk/>
            <pc:sldMk cId="2113899132" sldId="2147473120"/>
            <ac:spMk id="74" creationId="{F4672FD1-0AF7-D50D-9D49-36817F7B056A}"/>
          </ac:spMkLst>
        </pc:spChg>
        <pc:spChg chg="mod">
          <ac:chgData name="胡雅苹 (Yaping Hu)" userId="4ba2e64d-2433-449b-af9f-ac00e62257f3" providerId="ADAL" clId="{38407AA2-C0C1-44B8-AE6D-C02B6E951496}" dt="2025-12-03T08:49:45.067" v="2909" actId="14100"/>
          <ac:spMkLst>
            <pc:docMk/>
            <pc:sldMk cId="2113899132" sldId="2147473120"/>
            <ac:spMk id="75" creationId="{A8EFA731-1A3F-6E82-A4B8-587334BA492A}"/>
          </ac:spMkLst>
        </pc:spChg>
        <pc:spChg chg="mod">
          <ac:chgData name="胡雅苹 (Yaping Hu)" userId="4ba2e64d-2433-449b-af9f-ac00e62257f3" providerId="ADAL" clId="{38407AA2-C0C1-44B8-AE6D-C02B6E951496}" dt="2025-12-03T08:51:13.654" v="2924" actId="14100"/>
          <ac:spMkLst>
            <pc:docMk/>
            <pc:sldMk cId="2113899132" sldId="2147473120"/>
            <ac:spMk id="81" creationId="{252ACFB4-EEEF-846B-6FC3-F580CB6D310F}"/>
          </ac:spMkLst>
        </pc:spChg>
        <pc:spChg chg="mod">
          <ac:chgData name="胡雅苹 (Yaping Hu)" userId="4ba2e64d-2433-449b-af9f-ac00e62257f3" providerId="ADAL" clId="{38407AA2-C0C1-44B8-AE6D-C02B6E951496}" dt="2025-12-03T08:51:39.692" v="2933" actId="1035"/>
          <ac:spMkLst>
            <pc:docMk/>
            <pc:sldMk cId="2113899132" sldId="2147473120"/>
            <ac:spMk id="82" creationId="{6AC9696E-D7DC-CA11-E5B9-EDA27C040A64}"/>
          </ac:spMkLst>
        </pc:spChg>
        <pc:spChg chg="add mod">
          <ac:chgData name="胡雅苹 (Yaping Hu)" userId="4ba2e64d-2433-449b-af9f-ac00e62257f3" providerId="ADAL" clId="{38407AA2-C0C1-44B8-AE6D-C02B6E951496}" dt="2025-12-03T08:57:53.104" v="3059" actId="1035"/>
          <ac:spMkLst>
            <pc:docMk/>
            <pc:sldMk cId="2113899132" sldId="2147473120"/>
            <ac:spMk id="83" creationId="{1FEFB3C4-3DC8-0106-15DA-35590F1D511F}"/>
          </ac:spMkLst>
        </pc:spChg>
        <pc:spChg chg="mod">
          <ac:chgData name="胡雅苹 (Yaping Hu)" userId="4ba2e64d-2433-449b-af9f-ac00e62257f3" providerId="ADAL" clId="{38407AA2-C0C1-44B8-AE6D-C02B6E951496}" dt="2025-12-03T09:00:31.176" v="3122" actId="14100"/>
          <ac:spMkLst>
            <pc:docMk/>
            <pc:sldMk cId="2113899132" sldId="2147473120"/>
            <ac:spMk id="84" creationId="{6743AC65-D5E4-EDCE-09A6-115D4E79A5C1}"/>
          </ac:spMkLst>
        </pc:spChg>
        <pc:spChg chg="mod">
          <ac:chgData name="胡雅苹 (Yaping Hu)" userId="4ba2e64d-2433-449b-af9f-ac00e62257f3" providerId="ADAL" clId="{38407AA2-C0C1-44B8-AE6D-C02B6E951496}" dt="2025-12-03T09:00:15.938" v="3121" actId="14100"/>
          <ac:spMkLst>
            <pc:docMk/>
            <pc:sldMk cId="2113899132" sldId="2147473120"/>
            <ac:spMk id="85" creationId="{ECEF90D0-C4DF-8F65-02BE-593359C48FE9}"/>
          </ac:spMkLst>
        </pc:spChg>
        <pc:spChg chg="mod">
          <ac:chgData name="胡雅苹 (Yaping Hu)" userId="4ba2e64d-2433-449b-af9f-ac00e62257f3" providerId="ADAL" clId="{38407AA2-C0C1-44B8-AE6D-C02B6E951496}" dt="2025-12-03T08:56:10.183" v="3028" actId="1076"/>
          <ac:spMkLst>
            <pc:docMk/>
            <pc:sldMk cId="2113899132" sldId="2147473120"/>
            <ac:spMk id="86" creationId="{E639694B-9A98-95B7-B847-7342583038C1}"/>
          </ac:spMkLst>
        </pc:spChg>
        <pc:spChg chg="mod topLvl">
          <ac:chgData name="胡雅苹 (Yaping Hu)" userId="4ba2e64d-2433-449b-af9f-ac00e62257f3" providerId="ADAL" clId="{38407AA2-C0C1-44B8-AE6D-C02B6E951496}" dt="2025-12-03T08:44:43.610" v="2831" actId="108"/>
          <ac:spMkLst>
            <pc:docMk/>
            <pc:sldMk cId="2113899132" sldId="2147473120"/>
            <ac:spMk id="87" creationId="{D0A36A2E-37D0-9AD5-741D-C354FB4A6E08}"/>
          </ac:spMkLst>
        </pc:spChg>
        <pc:grpChg chg="add del mod">
          <ac:chgData name="胡雅苹 (Yaping Hu)" userId="4ba2e64d-2433-449b-af9f-ac00e62257f3" providerId="ADAL" clId="{38407AA2-C0C1-44B8-AE6D-C02B6E951496}" dt="2025-12-03T16:05:13.762" v="3357" actId="478"/>
          <ac:grpSpMkLst>
            <pc:docMk/>
            <pc:sldMk cId="2113899132" sldId="2147473120"/>
            <ac:grpSpMk id="3" creationId="{90085D95-FB0E-AA15-59F9-A92AFEEF7C79}"/>
          </ac:grpSpMkLst>
        </pc:grpChg>
        <pc:grpChg chg="mod">
          <ac:chgData name="胡雅苹 (Yaping Hu)" userId="4ba2e64d-2433-449b-af9f-ac00e62257f3" providerId="ADAL" clId="{38407AA2-C0C1-44B8-AE6D-C02B6E951496}" dt="2025-12-03T08:57:33.160" v="3052" actId="1076"/>
          <ac:grpSpMkLst>
            <pc:docMk/>
            <pc:sldMk cId="2113899132" sldId="2147473120"/>
            <ac:grpSpMk id="20" creationId="{370491FD-3825-D817-4220-494085942B09}"/>
          </ac:grpSpMkLst>
        </pc:grpChg>
        <pc:grpChg chg="mod">
          <ac:chgData name="胡雅苹 (Yaping Hu)" userId="4ba2e64d-2433-449b-af9f-ac00e62257f3" providerId="ADAL" clId="{38407AA2-C0C1-44B8-AE6D-C02B6E951496}" dt="2025-12-03T08:53:59.242" v="2968" actId="1076"/>
          <ac:grpSpMkLst>
            <pc:docMk/>
            <pc:sldMk cId="2113899132" sldId="2147473120"/>
            <ac:grpSpMk id="37" creationId="{82ABD2D4-E3FC-652C-95FE-B052861E05A7}"/>
          </ac:grpSpMkLst>
        </pc:grpChg>
        <pc:grpChg chg="mod">
          <ac:chgData name="胡雅苹 (Yaping Hu)" userId="4ba2e64d-2433-449b-af9f-ac00e62257f3" providerId="ADAL" clId="{38407AA2-C0C1-44B8-AE6D-C02B6E951496}" dt="2025-12-03T08:54:08.111" v="2969" actId="1076"/>
          <ac:grpSpMkLst>
            <pc:docMk/>
            <pc:sldMk cId="2113899132" sldId="2147473120"/>
            <ac:grpSpMk id="40" creationId="{2FB20109-933D-B4DE-1432-98D6E95C59B6}"/>
          </ac:grpSpMkLst>
        </pc:grpChg>
        <pc:grpChg chg="mod">
          <ac:chgData name="胡雅苹 (Yaping Hu)" userId="4ba2e64d-2433-449b-af9f-ac00e62257f3" providerId="ADAL" clId="{38407AA2-C0C1-44B8-AE6D-C02B6E951496}" dt="2025-12-03T08:57:46.334" v="3054" actId="1076"/>
          <ac:grpSpMkLst>
            <pc:docMk/>
            <pc:sldMk cId="2113899132" sldId="2147473120"/>
            <ac:grpSpMk id="53" creationId="{699E4922-140D-8A59-C095-3F0390945CE5}"/>
          </ac:grpSpMkLst>
        </pc:grpChg>
        <pc:grpChg chg="mod">
          <ac:chgData name="胡雅苹 (Yaping Hu)" userId="4ba2e64d-2433-449b-af9f-ac00e62257f3" providerId="ADAL" clId="{38407AA2-C0C1-44B8-AE6D-C02B6E951496}" dt="2025-12-03T08:56:38.033" v="3034" actId="1076"/>
          <ac:grpSpMkLst>
            <pc:docMk/>
            <pc:sldMk cId="2113899132" sldId="2147473120"/>
            <ac:grpSpMk id="66" creationId="{0F071ED4-30F7-611E-CA91-0EEFE348123A}"/>
          </ac:grpSpMkLst>
        </pc:grpChg>
        <pc:grpChg chg="mod">
          <ac:chgData name="胡雅苹 (Yaping Hu)" userId="4ba2e64d-2433-449b-af9f-ac00e62257f3" providerId="ADAL" clId="{38407AA2-C0C1-44B8-AE6D-C02B6E951496}" dt="2025-12-03T08:31:17.553" v="2712"/>
          <ac:grpSpMkLst>
            <pc:docMk/>
            <pc:sldMk cId="2113899132" sldId="2147473120"/>
            <ac:grpSpMk id="88" creationId="{062DBD05-A558-902C-5CC1-E434CAAA9F4B}"/>
          </ac:grpSpMkLst>
        </pc:grpChg>
        <pc:grpChg chg="add del mod">
          <ac:chgData name="胡雅苹 (Yaping Hu)" userId="4ba2e64d-2433-449b-af9f-ac00e62257f3" providerId="ADAL" clId="{38407AA2-C0C1-44B8-AE6D-C02B6E951496}" dt="2025-12-03T08:52:23.440" v="2941" actId="165"/>
          <ac:grpSpMkLst>
            <pc:docMk/>
            <pc:sldMk cId="2113899132" sldId="2147473120"/>
            <ac:grpSpMk id="91" creationId="{55CD98AD-9749-1AA1-DD78-9E30A4CF966C}"/>
          </ac:grpSpMkLst>
        </pc:grpChg>
        <pc:grpChg chg="add del mod">
          <ac:chgData name="胡雅苹 (Yaping Hu)" userId="4ba2e64d-2433-449b-af9f-ac00e62257f3" providerId="ADAL" clId="{38407AA2-C0C1-44B8-AE6D-C02B6E951496}" dt="2025-12-03T08:57:08.679" v="3044" actId="165"/>
          <ac:grpSpMkLst>
            <pc:docMk/>
            <pc:sldMk cId="2113899132" sldId="2147473120"/>
            <ac:grpSpMk id="92" creationId="{00CBB7CA-9740-15D6-02BF-EC58DF06E3BA}"/>
          </ac:grpSpMkLst>
        </pc:grpChg>
        <pc:cxnChg chg="mod topLvl">
          <ac:chgData name="胡雅苹 (Yaping Hu)" userId="4ba2e64d-2433-449b-af9f-ac00e62257f3" providerId="ADAL" clId="{38407AA2-C0C1-44B8-AE6D-C02B6E951496}" dt="2025-12-03T08:55:50.731" v="3023" actId="1037"/>
          <ac:cxnSpMkLst>
            <pc:docMk/>
            <pc:sldMk cId="2113899132" sldId="2147473120"/>
            <ac:cxnSpMk id="16" creationId="{E932E369-D5F5-2684-683A-2C040802CEC5}"/>
          </ac:cxnSpMkLst>
        </pc:cxnChg>
        <pc:cxnChg chg="mod">
          <ac:chgData name="胡雅苹 (Yaping Hu)" userId="4ba2e64d-2433-449b-af9f-ac00e62257f3" providerId="ADAL" clId="{38407AA2-C0C1-44B8-AE6D-C02B6E951496}" dt="2025-12-03T08:41:49.635" v="2810" actId="14100"/>
          <ac:cxnSpMkLst>
            <pc:docMk/>
            <pc:sldMk cId="2113899132" sldId="2147473120"/>
            <ac:cxnSpMk id="29" creationId="{8A17D6AE-8DB4-089D-E0F7-3A319F51C8FD}"/>
          </ac:cxnSpMkLst>
        </pc:cxnChg>
        <pc:cxnChg chg="mod">
          <ac:chgData name="胡雅苹 (Yaping Hu)" userId="4ba2e64d-2433-449b-af9f-ac00e62257f3" providerId="ADAL" clId="{38407AA2-C0C1-44B8-AE6D-C02B6E951496}" dt="2025-12-03T08:41:49.635" v="2810" actId="14100"/>
          <ac:cxnSpMkLst>
            <pc:docMk/>
            <pc:sldMk cId="2113899132" sldId="2147473120"/>
            <ac:cxnSpMk id="31" creationId="{81478C7D-47D3-B764-D978-C2E56E26B183}"/>
          </ac:cxnSpMkLst>
        </pc:cxnChg>
        <pc:cxnChg chg="mod">
          <ac:chgData name="胡雅苹 (Yaping Hu)" userId="4ba2e64d-2433-449b-af9f-ac00e62257f3" providerId="ADAL" clId="{38407AA2-C0C1-44B8-AE6D-C02B6E951496}" dt="2025-12-03T08:42:21.588" v="2817" actId="14100"/>
          <ac:cxnSpMkLst>
            <pc:docMk/>
            <pc:sldMk cId="2113899132" sldId="2147473120"/>
            <ac:cxnSpMk id="33" creationId="{AE91FD57-19F4-C00A-5B41-819DF27D158F}"/>
          </ac:cxnSpMkLst>
        </pc:cxnChg>
        <pc:cxnChg chg="mod">
          <ac:chgData name="胡雅苹 (Yaping Hu)" userId="4ba2e64d-2433-449b-af9f-ac00e62257f3" providerId="ADAL" clId="{38407AA2-C0C1-44B8-AE6D-C02B6E951496}" dt="2025-12-03T08:52:05.404" v="2937" actId="14100"/>
          <ac:cxnSpMkLst>
            <pc:docMk/>
            <pc:sldMk cId="2113899132" sldId="2147473120"/>
            <ac:cxnSpMk id="44" creationId="{E74FDE3E-E6F3-BA74-3FC0-26855526160B}"/>
          </ac:cxnSpMkLst>
        </pc:cxnChg>
        <pc:cxnChg chg="mod">
          <ac:chgData name="胡雅苹 (Yaping Hu)" userId="4ba2e64d-2433-449b-af9f-ac00e62257f3" providerId="ADAL" clId="{38407AA2-C0C1-44B8-AE6D-C02B6E951496}" dt="2025-12-03T08:55:50.731" v="3023" actId="1037"/>
          <ac:cxnSpMkLst>
            <pc:docMk/>
            <pc:sldMk cId="2113899132" sldId="2147473120"/>
            <ac:cxnSpMk id="46" creationId="{CF39A99F-C3A7-C07A-938B-FCA5DC86D5CB}"/>
          </ac:cxnSpMkLst>
        </pc:cxnChg>
        <pc:cxnChg chg="mod">
          <ac:chgData name="胡雅苹 (Yaping Hu)" userId="4ba2e64d-2433-449b-af9f-ac00e62257f3" providerId="ADAL" clId="{38407AA2-C0C1-44B8-AE6D-C02B6E951496}" dt="2025-12-03T08:42:06.749" v="2813" actId="14100"/>
          <ac:cxnSpMkLst>
            <pc:docMk/>
            <pc:sldMk cId="2113899132" sldId="2147473120"/>
            <ac:cxnSpMk id="60" creationId="{B0ABC178-FA4C-418E-E075-7ABF035BD8F8}"/>
          </ac:cxnSpMkLst>
        </pc:cxnChg>
        <pc:cxnChg chg="mod">
          <ac:chgData name="胡雅苹 (Yaping Hu)" userId="4ba2e64d-2433-449b-af9f-ac00e62257f3" providerId="ADAL" clId="{38407AA2-C0C1-44B8-AE6D-C02B6E951496}" dt="2025-12-03T08:42:06.749" v="2813" actId="14100"/>
          <ac:cxnSpMkLst>
            <pc:docMk/>
            <pc:sldMk cId="2113899132" sldId="2147473120"/>
            <ac:cxnSpMk id="61" creationId="{72D58B44-1A00-C5C7-9A6A-2DCAC2A65A16}"/>
          </ac:cxnSpMkLst>
        </pc:cxnChg>
        <pc:cxnChg chg="mod">
          <ac:chgData name="胡雅苹 (Yaping Hu)" userId="4ba2e64d-2433-449b-af9f-ac00e62257f3" providerId="ADAL" clId="{38407AA2-C0C1-44B8-AE6D-C02B6E951496}" dt="2025-12-03T08:42:06.749" v="2813" actId="14100"/>
          <ac:cxnSpMkLst>
            <pc:docMk/>
            <pc:sldMk cId="2113899132" sldId="2147473120"/>
            <ac:cxnSpMk id="62" creationId="{4990D858-69F4-0408-75DE-B9C5DC5C4914}"/>
          </ac:cxnSpMkLst>
        </pc:cxnChg>
        <pc:cxnChg chg="mod">
          <ac:chgData name="胡雅苹 (Yaping Hu)" userId="4ba2e64d-2433-449b-af9f-ac00e62257f3" providerId="ADAL" clId="{38407AA2-C0C1-44B8-AE6D-C02B6E951496}" dt="2025-12-03T08:42:06.749" v="2813" actId="14100"/>
          <ac:cxnSpMkLst>
            <pc:docMk/>
            <pc:sldMk cId="2113899132" sldId="2147473120"/>
            <ac:cxnSpMk id="63" creationId="{0826B3DD-71B5-1A17-657F-7F010F0152EA}"/>
          </ac:cxnSpMkLst>
        </pc:cxnChg>
        <pc:cxnChg chg="mod">
          <ac:chgData name="胡雅苹 (Yaping Hu)" userId="4ba2e64d-2433-449b-af9f-ac00e62257f3" providerId="ADAL" clId="{38407AA2-C0C1-44B8-AE6D-C02B6E951496}" dt="2025-12-03T08:42:14.233" v="2816" actId="14100"/>
          <ac:cxnSpMkLst>
            <pc:docMk/>
            <pc:sldMk cId="2113899132" sldId="2147473120"/>
            <ac:cxnSpMk id="64" creationId="{CA1C7AD9-4C70-0BA7-75FB-C5DBCC5DD33B}"/>
          </ac:cxnSpMkLst>
        </pc:cxnChg>
        <pc:cxnChg chg="mod">
          <ac:chgData name="胡雅苹 (Yaping Hu)" userId="4ba2e64d-2433-449b-af9f-ac00e62257f3" providerId="ADAL" clId="{38407AA2-C0C1-44B8-AE6D-C02B6E951496}" dt="2025-12-03T08:49:45.067" v="2909" actId="14100"/>
          <ac:cxnSpMkLst>
            <pc:docMk/>
            <pc:sldMk cId="2113899132" sldId="2147473120"/>
            <ac:cxnSpMk id="69" creationId="{DB76BD44-6307-76C1-5D6F-D8D9EBF3CA67}"/>
          </ac:cxnSpMkLst>
        </pc:cxnChg>
        <pc:cxnChg chg="mod">
          <ac:chgData name="胡雅苹 (Yaping Hu)" userId="4ba2e64d-2433-449b-af9f-ac00e62257f3" providerId="ADAL" clId="{38407AA2-C0C1-44B8-AE6D-C02B6E951496}" dt="2025-12-03T08:49:32.045" v="2906" actId="14100"/>
          <ac:cxnSpMkLst>
            <pc:docMk/>
            <pc:sldMk cId="2113899132" sldId="2147473120"/>
            <ac:cxnSpMk id="77" creationId="{C03EB5AB-F09A-1500-DA41-4B1EF327FF06}"/>
          </ac:cxnSpMkLst>
        </pc:cxnChg>
        <pc:cxnChg chg="mod">
          <ac:chgData name="胡雅苹 (Yaping Hu)" userId="4ba2e64d-2433-449b-af9f-ac00e62257f3" providerId="ADAL" clId="{38407AA2-C0C1-44B8-AE6D-C02B6E951496}" dt="2025-12-03T08:49:32.045" v="2906" actId="14100"/>
          <ac:cxnSpMkLst>
            <pc:docMk/>
            <pc:sldMk cId="2113899132" sldId="2147473120"/>
            <ac:cxnSpMk id="79" creationId="{DAD57A12-F29E-0A6E-72F1-49E19755CE0D}"/>
          </ac:cxnSpMkLst>
        </pc:cxnChg>
        <pc:cxnChg chg="mod">
          <ac:chgData name="胡雅苹 (Yaping Hu)" userId="4ba2e64d-2433-449b-af9f-ac00e62257f3" providerId="ADAL" clId="{38407AA2-C0C1-44B8-AE6D-C02B6E951496}" dt="2025-12-03T08:49:32.045" v="2906" actId="14100"/>
          <ac:cxnSpMkLst>
            <pc:docMk/>
            <pc:sldMk cId="2113899132" sldId="2147473120"/>
            <ac:cxnSpMk id="80" creationId="{49718B3D-CC08-B714-2A37-882319A81832}"/>
          </ac:cxnSpMkLst>
        </pc:cxnChg>
      </pc:sldChg>
      <pc:sldChg chg="add del">
        <pc:chgData name="胡雅苹 (Yaping Hu)" userId="4ba2e64d-2433-449b-af9f-ac00e62257f3" providerId="ADAL" clId="{38407AA2-C0C1-44B8-AE6D-C02B6E951496}" dt="2025-12-03T08:13:35.272" v="2413" actId="47"/>
        <pc:sldMkLst>
          <pc:docMk/>
          <pc:sldMk cId="2964974656" sldId="2147473120"/>
        </pc:sldMkLst>
      </pc:sldChg>
      <pc:sldChg chg="modSp add del mod modClrScheme chgLayout">
        <pc:chgData name="胡雅苹 (Yaping Hu)" userId="4ba2e64d-2433-449b-af9f-ac00e62257f3" providerId="ADAL" clId="{38407AA2-C0C1-44B8-AE6D-C02B6E951496}" dt="2025-12-03T15:12:26.701" v="3167" actId="47"/>
        <pc:sldMkLst>
          <pc:docMk/>
          <pc:sldMk cId="193388169" sldId="2147473233"/>
        </pc:sldMkLst>
        <pc:spChg chg="mod ord">
          <ac:chgData name="胡雅苹 (Yaping Hu)" userId="4ba2e64d-2433-449b-af9f-ac00e62257f3" providerId="ADAL" clId="{38407AA2-C0C1-44B8-AE6D-C02B6E951496}" dt="2025-12-03T15:08:26.943" v="3145" actId="700"/>
          <ac:spMkLst>
            <pc:docMk/>
            <pc:sldMk cId="193388169" sldId="2147473233"/>
            <ac:spMk id="2" creationId="{ECE59F72-0C58-511D-5460-9E30AB730365}"/>
          </ac:spMkLst>
        </pc:spChg>
        <pc:spChg chg="mod ord">
          <ac:chgData name="胡雅苹 (Yaping Hu)" userId="4ba2e64d-2433-449b-af9f-ac00e62257f3" providerId="ADAL" clId="{38407AA2-C0C1-44B8-AE6D-C02B6E951496}" dt="2025-12-03T15:11:41.407" v="3164" actId="948"/>
          <ac:spMkLst>
            <pc:docMk/>
            <pc:sldMk cId="193388169" sldId="2147473233"/>
            <ac:spMk id="3" creationId="{63FA6576-FEBB-6B94-8D5E-F17CD2CDE81E}"/>
          </ac:spMkLst>
        </pc:spChg>
      </pc:sldChg>
      <pc:sldChg chg="modSp add mod modShow">
        <pc:chgData name="胡雅苹 (Yaping Hu)" userId="4ba2e64d-2433-449b-af9f-ac00e62257f3" providerId="ADAL" clId="{38407AA2-C0C1-44B8-AE6D-C02B6E951496}" dt="2025-12-03T15:12:29.725" v="3168" actId="729"/>
        <pc:sldMkLst>
          <pc:docMk/>
          <pc:sldMk cId="991466626" sldId="2147473234"/>
        </pc:sldMkLst>
        <pc:spChg chg="mod">
          <ac:chgData name="胡雅苹 (Yaping Hu)" userId="4ba2e64d-2433-449b-af9f-ac00e62257f3" providerId="ADAL" clId="{38407AA2-C0C1-44B8-AE6D-C02B6E951496}" dt="2025-12-03T15:11:22.960" v="3163" actId="3064"/>
          <ac:spMkLst>
            <pc:docMk/>
            <pc:sldMk cId="991466626" sldId="2147473234"/>
            <ac:spMk id="3" creationId="{63FA6576-FEBB-6B94-8D5E-F17CD2CDE81E}"/>
          </ac:spMkLst>
        </pc:spChg>
      </pc:sldChg>
      <pc:sldChg chg="addSp delSp modSp add mod modClrScheme chgLayout">
        <pc:chgData name="胡雅苹 (Yaping Hu)" userId="4ba2e64d-2433-449b-af9f-ac00e62257f3" providerId="ADAL" clId="{38407AA2-C0C1-44B8-AE6D-C02B6E951496}" dt="2025-12-03T15:50:58.446" v="3355" actId="108"/>
        <pc:sldMkLst>
          <pc:docMk/>
          <pc:sldMk cId="2841918338" sldId="2147473248"/>
        </pc:sldMkLst>
        <pc:spChg chg="mod ord">
          <ac:chgData name="胡雅苹 (Yaping Hu)" userId="4ba2e64d-2433-449b-af9f-ac00e62257f3" providerId="ADAL" clId="{38407AA2-C0C1-44B8-AE6D-C02B6E951496}" dt="2025-12-03T15:14:28.546" v="3173" actId="255"/>
          <ac:spMkLst>
            <pc:docMk/>
            <pc:sldMk cId="2841918338" sldId="2147473248"/>
            <ac:spMk id="2" creationId="{36428E0A-524C-D356-D18D-E2C63E9F1362}"/>
          </ac:spMkLst>
        </pc:spChg>
        <pc:spChg chg="mod ord">
          <ac:chgData name="胡雅苹 (Yaping Hu)" userId="4ba2e64d-2433-449b-af9f-ac00e62257f3" providerId="ADAL" clId="{38407AA2-C0C1-44B8-AE6D-C02B6E951496}" dt="2025-12-03T15:26:49.120" v="3331" actId="14100"/>
          <ac:spMkLst>
            <pc:docMk/>
            <pc:sldMk cId="2841918338" sldId="2147473248"/>
            <ac:spMk id="3" creationId="{E30643B6-52A5-B05B-D74C-F8FDC759A78B}"/>
          </ac:spMkLst>
        </pc:spChg>
        <pc:spChg chg="mod">
          <ac:chgData name="胡雅苹 (Yaping Hu)" userId="4ba2e64d-2433-449b-af9f-ac00e62257f3" providerId="ADAL" clId="{38407AA2-C0C1-44B8-AE6D-C02B6E951496}" dt="2025-12-03T15:20:28.678" v="3241" actId="1036"/>
          <ac:spMkLst>
            <pc:docMk/>
            <pc:sldMk cId="2841918338" sldId="2147473248"/>
            <ac:spMk id="9" creationId="{B7A1F889-A3C5-6376-964C-CE3830E06746}"/>
          </ac:spMkLst>
        </pc:spChg>
        <pc:graphicFrameChg chg="add mod">
          <ac:chgData name="胡雅苹 (Yaping Hu)" userId="4ba2e64d-2433-449b-af9f-ac00e62257f3" providerId="ADAL" clId="{38407AA2-C0C1-44B8-AE6D-C02B6E951496}" dt="2025-12-03T15:18:48.428" v="3176"/>
          <ac:graphicFrameMkLst>
            <pc:docMk/>
            <pc:sldMk cId="2841918338" sldId="2147473248"/>
            <ac:graphicFrameMk id="4" creationId="{40D2476A-F575-FCE4-3539-71C29B73A61B}"/>
          </ac:graphicFrameMkLst>
        </pc:graphicFrameChg>
        <pc:graphicFrameChg chg="add mod modGraphic">
          <ac:chgData name="胡雅苹 (Yaping Hu)" userId="4ba2e64d-2433-449b-af9f-ac00e62257f3" providerId="ADAL" clId="{38407AA2-C0C1-44B8-AE6D-C02B6E951496}" dt="2025-12-03T15:50:58.446" v="3355" actId="108"/>
          <ac:graphicFrameMkLst>
            <pc:docMk/>
            <pc:sldMk cId="2841918338" sldId="2147473248"/>
            <ac:graphicFrameMk id="5" creationId="{EEB654F8-CD18-56F3-F28F-C5C43E887060}"/>
          </ac:graphicFrameMkLst>
        </pc:graphicFrameChg>
        <pc:graphicFrameChg chg="add del">
          <ac:chgData name="胡雅苹 (Yaping Hu)" userId="4ba2e64d-2433-449b-af9f-ac00e62257f3" providerId="ADAL" clId="{38407AA2-C0C1-44B8-AE6D-C02B6E951496}" dt="2025-12-03T15:21:57.515" v="3250" actId="478"/>
          <ac:graphicFrameMkLst>
            <pc:docMk/>
            <pc:sldMk cId="2841918338" sldId="2147473248"/>
            <ac:graphicFrameMk id="6" creationId="{2F41164F-62E5-DC1D-FAD1-D82245DF15E5}"/>
          </ac:graphicFrameMkLst>
        </pc:graphicFrameChg>
        <pc:picChg chg="mod">
          <ac:chgData name="胡雅苹 (Yaping Hu)" userId="4ba2e64d-2433-449b-af9f-ac00e62257f3" providerId="ADAL" clId="{38407AA2-C0C1-44B8-AE6D-C02B6E951496}" dt="2025-12-03T15:20:28.678" v="3241" actId="1036"/>
          <ac:picMkLst>
            <pc:docMk/>
            <pc:sldMk cId="2841918338" sldId="2147473248"/>
            <ac:picMk id="8" creationId="{2F9882E1-8719-5367-051C-AFDC9BD61609}"/>
          </ac:picMkLst>
        </pc:picChg>
      </pc:sldChg>
      <pc:sldMasterChg chg="delSldLayout">
        <pc:chgData name="胡雅苹 (Yaping Hu)" userId="4ba2e64d-2433-449b-af9f-ac00e62257f3" providerId="ADAL" clId="{38407AA2-C0C1-44B8-AE6D-C02B6E951496}" dt="2025-11-13T17:50:09.291" v="460" actId="47"/>
        <pc:sldMasterMkLst>
          <pc:docMk/>
          <pc:sldMasterMk cId="3197026338" sldId="2147483669"/>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05686-526E-EA47-AD21-0320394F441D}" type="datetimeFigureOut">
              <a:rPr kumimoji="1" lang="zh-TW" altLang="en-US" smtClean="0"/>
              <a:t>2025/12/3</a:t>
            </a:fld>
            <a:endParaRPr kumimoji="1"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zh-TW"/>
              <a:t>Click to edit Master text styles</a:t>
            </a:r>
          </a:p>
          <a:p>
            <a:pPr lvl="1"/>
            <a:r>
              <a:rPr kumimoji="1" lang="en-US" altLang="zh-TW"/>
              <a:t>Second level</a:t>
            </a:r>
          </a:p>
          <a:p>
            <a:pPr lvl="2"/>
            <a:r>
              <a:rPr kumimoji="1" lang="en-US" altLang="zh-TW"/>
              <a:t>Third level</a:t>
            </a:r>
          </a:p>
          <a:p>
            <a:pPr lvl="3"/>
            <a:r>
              <a:rPr kumimoji="1" lang="en-US" altLang="zh-TW"/>
              <a:t>Fourth level</a:t>
            </a:r>
          </a:p>
          <a:p>
            <a:pPr lvl="4"/>
            <a:r>
              <a:rPr kumimoji="1" lang="en-US" altLang="zh-TW"/>
              <a:t>Fifth level</a:t>
            </a:r>
            <a:endParaRPr kumimoji="1"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98844B-D7EC-8749-B720-E795CFF10818}" type="slidenum">
              <a:rPr kumimoji="1" lang="zh-TW" altLang="en-US" smtClean="0"/>
              <a:t>‹#›</a:t>
            </a:fld>
            <a:endParaRPr kumimoji="1" lang="zh-TW" altLang="en-US"/>
          </a:p>
        </p:txBody>
      </p:sp>
    </p:spTree>
    <p:extLst>
      <p:ext uri="{BB962C8B-B14F-4D97-AF65-F5344CB8AC3E}">
        <p14:creationId xmlns:p14="http://schemas.microsoft.com/office/powerpoint/2010/main" val="3481488999"/>
      </p:ext>
    </p:extLst>
  </p:cSld>
  <p:clrMap bg1="lt1" tx1="dk1" bg2="lt2" tx2="dk2" accent1="accent1" accent2="accent2" accent3="accent3" accent4="accent4" accent5="accent5" accent6="accent6" hlink="hlink" folHlink="folHlink"/>
  <p:notesStyle>
    <a:lvl1pPr marL="0" algn="l" defTabSz="1371327" rtl="0" eaLnBrk="1" latinLnBrk="0" hangingPunct="1">
      <a:defRPr sz="1800" kern="1200">
        <a:solidFill>
          <a:schemeClr val="tx1"/>
        </a:solidFill>
        <a:latin typeface="+mn-lt"/>
        <a:ea typeface="+mn-ea"/>
        <a:cs typeface="+mn-cs"/>
      </a:defRPr>
    </a:lvl1pPr>
    <a:lvl2pPr marL="685662" algn="l" defTabSz="1371327" rtl="0" eaLnBrk="1" latinLnBrk="0" hangingPunct="1">
      <a:defRPr sz="1800" kern="1200">
        <a:solidFill>
          <a:schemeClr val="tx1"/>
        </a:solidFill>
        <a:latin typeface="+mn-lt"/>
        <a:ea typeface="+mn-ea"/>
        <a:cs typeface="+mn-cs"/>
      </a:defRPr>
    </a:lvl2pPr>
    <a:lvl3pPr marL="1371327" algn="l" defTabSz="1371327" rtl="0" eaLnBrk="1" latinLnBrk="0" hangingPunct="1">
      <a:defRPr sz="1800" kern="1200">
        <a:solidFill>
          <a:schemeClr val="tx1"/>
        </a:solidFill>
        <a:latin typeface="+mn-lt"/>
        <a:ea typeface="+mn-ea"/>
        <a:cs typeface="+mn-cs"/>
      </a:defRPr>
    </a:lvl3pPr>
    <a:lvl4pPr marL="2056989" algn="l" defTabSz="1371327" rtl="0" eaLnBrk="1" latinLnBrk="0" hangingPunct="1">
      <a:defRPr sz="1800" kern="1200">
        <a:solidFill>
          <a:schemeClr val="tx1"/>
        </a:solidFill>
        <a:latin typeface="+mn-lt"/>
        <a:ea typeface="+mn-ea"/>
        <a:cs typeface="+mn-cs"/>
      </a:defRPr>
    </a:lvl4pPr>
    <a:lvl5pPr marL="2742651" algn="l" defTabSz="1371327" rtl="0" eaLnBrk="1" latinLnBrk="0" hangingPunct="1">
      <a:defRPr sz="1800" kern="1200">
        <a:solidFill>
          <a:schemeClr val="tx1"/>
        </a:solidFill>
        <a:latin typeface="+mn-lt"/>
        <a:ea typeface="+mn-ea"/>
        <a:cs typeface="+mn-cs"/>
      </a:defRPr>
    </a:lvl5pPr>
    <a:lvl6pPr marL="3428315" algn="l" defTabSz="1371327" rtl="0" eaLnBrk="1" latinLnBrk="0" hangingPunct="1">
      <a:defRPr sz="1800" kern="1200">
        <a:solidFill>
          <a:schemeClr val="tx1"/>
        </a:solidFill>
        <a:latin typeface="+mn-lt"/>
        <a:ea typeface="+mn-ea"/>
        <a:cs typeface="+mn-cs"/>
      </a:defRPr>
    </a:lvl6pPr>
    <a:lvl7pPr marL="4113978" algn="l" defTabSz="1371327" rtl="0" eaLnBrk="1" latinLnBrk="0" hangingPunct="1">
      <a:defRPr sz="1800" kern="1200">
        <a:solidFill>
          <a:schemeClr val="tx1"/>
        </a:solidFill>
        <a:latin typeface="+mn-lt"/>
        <a:ea typeface="+mn-ea"/>
        <a:cs typeface="+mn-cs"/>
      </a:defRPr>
    </a:lvl7pPr>
    <a:lvl8pPr marL="4799640" algn="l" defTabSz="1371327" rtl="0" eaLnBrk="1" latinLnBrk="0" hangingPunct="1">
      <a:defRPr sz="1800" kern="1200">
        <a:solidFill>
          <a:schemeClr val="tx1"/>
        </a:solidFill>
        <a:latin typeface="+mn-lt"/>
        <a:ea typeface="+mn-ea"/>
        <a:cs typeface="+mn-cs"/>
      </a:defRPr>
    </a:lvl8pPr>
    <a:lvl9pPr marL="5485302" algn="l" defTabSz="1371327"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TW" altLang="en-US"/>
          </a:p>
        </p:txBody>
      </p:sp>
      <p:sp>
        <p:nvSpPr>
          <p:cNvPr id="4" name="Slide Number Placeholder 3"/>
          <p:cNvSpPr>
            <a:spLocks noGrp="1"/>
          </p:cNvSpPr>
          <p:nvPr>
            <p:ph type="sldNum" sz="quarter" idx="5"/>
          </p:nvPr>
        </p:nvSpPr>
        <p:spPr/>
        <p:txBody>
          <a:bodyPr/>
          <a:lstStyle/>
          <a:p>
            <a:fld id="{4598844B-D7EC-8749-B720-E795CFF10818}" type="slidenum">
              <a:rPr kumimoji="1" lang="zh-TW" altLang="en-US" smtClean="0"/>
              <a:t>1</a:t>
            </a:fld>
            <a:endParaRPr kumimoji="1" lang="zh-TW" altLang="en-US"/>
          </a:p>
        </p:txBody>
      </p:sp>
    </p:spTree>
    <p:extLst>
      <p:ext uri="{BB962C8B-B14F-4D97-AF65-F5344CB8AC3E}">
        <p14:creationId xmlns:p14="http://schemas.microsoft.com/office/powerpoint/2010/main" val="709080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61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a:extLst>
            <a:ext uri="{FF2B5EF4-FFF2-40B4-BE49-F238E27FC236}">
              <a16:creationId xmlns:a16="http://schemas.microsoft.com/office/drawing/2014/main" id="{64B1D8F7-873E-72E0-DDDE-024FA72A2B1C}"/>
            </a:ext>
          </a:extLst>
        </p:cNvPr>
        <p:cNvGrpSpPr/>
        <p:nvPr/>
      </p:nvGrpSpPr>
      <p:grpSpPr>
        <a:xfrm>
          <a:off x="0" y="0"/>
          <a:ext cx="0" cy="0"/>
          <a:chOff x="0" y="0"/>
          <a:chExt cx="0" cy="0"/>
        </a:xfrm>
      </p:grpSpPr>
      <p:sp>
        <p:nvSpPr>
          <p:cNvPr id="195" name="Google Shape;195;p3:notes">
            <a:extLst>
              <a:ext uri="{FF2B5EF4-FFF2-40B4-BE49-F238E27FC236}">
                <a16:creationId xmlns:a16="http://schemas.microsoft.com/office/drawing/2014/main" id="{0091026E-402D-6A02-308E-994CEA921C2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a:extLst>
              <a:ext uri="{FF2B5EF4-FFF2-40B4-BE49-F238E27FC236}">
                <a16:creationId xmlns:a16="http://schemas.microsoft.com/office/drawing/2014/main" id="{47F0BFBA-4C8A-7C6F-E3EE-3F32E6D697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1988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869AA-A715-48DD-6C5F-3BBDA541314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64F76C7-99E2-1972-703F-B2CB1C23C49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680DB53-9259-C1B6-F28D-A48E8463AE4E}"/>
              </a:ext>
            </a:extLst>
          </p:cNvPr>
          <p:cNvSpPr>
            <a:spLocks noGrp="1"/>
          </p:cNvSpPr>
          <p:nvPr>
            <p:ph type="body" idx="1"/>
          </p:nvPr>
        </p:nvSpPr>
        <p:spPr/>
        <p:txBody>
          <a:bodyPr/>
          <a:lstStyle/>
          <a:p>
            <a:r>
              <a:rPr lang="en-US" sz="1800" b="0" i="0" kern="1200">
                <a:solidFill>
                  <a:schemeClr val="tx1"/>
                </a:solidFill>
                <a:effectLst/>
                <a:latin typeface="+mn-lt"/>
                <a:ea typeface="+mn-ea"/>
                <a:cs typeface="+mn-cs"/>
              </a:rPr>
              <a:t>2580037 - MIRO/MIR7: Extended lengths for INVFO-XBLNR - SAP ERP &amp; SAP S/4HANA</a:t>
            </a:r>
          </a:p>
          <a:p>
            <a:r>
              <a:rPr lang="en-US" sz="1800" b="0" i="0" kern="1200">
                <a:solidFill>
                  <a:schemeClr val="tx1"/>
                </a:solidFill>
                <a:effectLst/>
                <a:latin typeface="+mn-lt"/>
                <a:ea typeface="+mn-ea"/>
                <a:cs typeface="+mn-cs"/>
              </a:rPr>
              <a:t>3338214 - Request to extend the XBLNR field length for the China Fully Digitalized Electronic VAT invoice legal change</a:t>
            </a:r>
            <a:endParaRPr lang="en-US"/>
          </a:p>
        </p:txBody>
      </p:sp>
      <p:sp>
        <p:nvSpPr>
          <p:cNvPr id="4" name="投影片編號版面配置區 3">
            <a:extLst>
              <a:ext uri="{FF2B5EF4-FFF2-40B4-BE49-F238E27FC236}">
                <a16:creationId xmlns:a16="http://schemas.microsoft.com/office/drawing/2014/main" id="{0028B330-61BD-11E0-60AA-9D154147D1F5}"/>
              </a:ext>
            </a:extLst>
          </p:cNvPr>
          <p:cNvSpPr>
            <a:spLocks noGrp="1"/>
          </p:cNvSpPr>
          <p:nvPr>
            <p:ph type="sldNum" sz="quarter" idx="5"/>
          </p:nvPr>
        </p:nvSpPr>
        <p:spPr/>
        <p:txBody>
          <a:bodyPr/>
          <a:lstStyle/>
          <a:p>
            <a:fld id="{4598844B-D7EC-8749-B720-E795CFF10818}" type="slidenum">
              <a:rPr kumimoji="1" lang="zh-TW" altLang="en-US" smtClean="0"/>
              <a:t>15</a:t>
            </a:fld>
            <a:endParaRPr kumimoji="1" lang="zh-TW" altLang="en-US"/>
          </a:p>
        </p:txBody>
      </p:sp>
    </p:spTree>
    <p:extLst>
      <p:ext uri="{BB962C8B-B14F-4D97-AF65-F5344CB8AC3E}">
        <p14:creationId xmlns:p14="http://schemas.microsoft.com/office/powerpoint/2010/main" val="19378784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804"/>
            <a:ext cx="13716000" cy="3581953"/>
          </a:xfrm>
        </p:spPr>
        <p:txBody>
          <a:bodyPr anchor="b"/>
          <a:lstStyle>
            <a:lvl1pPr algn="ctr">
              <a:defRPr sz="9000"/>
            </a:lvl1pPr>
          </a:lstStyle>
          <a:p>
            <a:r>
              <a:rPr lang="en-US" altLang="zh-TW"/>
              <a:t>Click to edit Master title style</a:t>
            </a:r>
            <a:endParaRPr lang="en-US"/>
          </a:p>
        </p:txBody>
      </p:sp>
      <p:sp>
        <p:nvSpPr>
          <p:cNvPr id="3" name="Subtitle 2"/>
          <p:cNvSpPr>
            <a:spLocks noGrp="1"/>
          </p:cNvSpPr>
          <p:nvPr>
            <p:ph type="subTitle" idx="1"/>
          </p:nvPr>
        </p:nvSpPr>
        <p:spPr>
          <a:xfrm>
            <a:off x="2286000" y="5403891"/>
            <a:ext cx="13716000" cy="2484026"/>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ltLang="zh-TW"/>
              <a:t>Click to edit Master subtitle style</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688877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en-US"/>
          </a:p>
        </p:txBody>
      </p:sp>
      <p:sp>
        <p:nvSpPr>
          <p:cNvPr id="3" name="Content Placeholder 2"/>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2288323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5004"/>
            <a:ext cx="15773400" cy="4279766"/>
          </a:xfrm>
        </p:spPr>
        <p:txBody>
          <a:bodyPr anchor="b"/>
          <a:lstStyle>
            <a:lvl1pPr>
              <a:defRPr sz="9000"/>
            </a:lvl1pPr>
          </a:lstStyle>
          <a:p>
            <a:r>
              <a:rPr lang="en-US" altLang="zh-TW"/>
              <a:t>Click to edit Master title style</a:t>
            </a:r>
            <a:endParaRPr lang="en-US"/>
          </a:p>
        </p:txBody>
      </p:sp>
      <p:sp>
        <p:nvSpPr>
          <p:cNvPr id="3" name="Text Placeholder 2"/>
          <p:cNvSpPr>
            <a:spLocks noGrp="1"/>
          </p:cNvSpPr>
          <p:nvPr>
            <p:ph type="body" idx="1"/>
          </p:nvPr>
        </p:nvSpPr>
        <p:spPr>
          <a:xfrm>
            <a:off x="1247775" y="6885258"/>
            <a:ext cx="15773400" cy="2250628"/>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ltLang="zh-TW"/>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5249958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en-US"/>
          </a:p>
        </p:txBody>
      </p:sp>
      <p:sp>
        <p:nvSpPr>
          <p:cNvPr id="3" name="Content Placeholder 2"/>
          <p:cNvSpPr>
            <a:spLocks noGrp="1"/>
          </p:cNvSpPr>
          <p:nvPr>
            <p:ph sz="half" idx="1"/>
          </p:nvPr>
        </p:nvSpPr>
        <p:spPr>
          <a:xfrm>
            <a:off x="1257300" y="2738860"/>
            <a:ext cx="7772400" cy="652801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4" name="Content Placeholder 3"/>
          <p:cNvSpPr>
            <a:spLocks noGrp="1"/>
          </p:cNvSpPr>
          <p:nvPr>
            <p:ph sz="half" idx="2"/>
          </p:nvPr>
        </p:nvSpPr>
        <p:spPr>
          <a:xfrm>
            <a:off x="9258300" y="2738860"/>
            <a:ext cx="7772400" cy="652801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5" name="Date Placeholder 4"/>
          <p:cNvSpPr>
            <a:spLocks noGrp="1"/>
          </p:cNvSpPr>
          <p:nvPr>
            <p:ph type="dt" sz="half" idx="10"/>
          </p:nvPr>
        </p:nvSpPr>
        <p:spPr/>
        <p:txBody>
          <a:bodyPr/>
          <a:lstStyle/>
          <a:p>
            <a:fld id="{C764DE79-268F-4C1A-8933-263129D2AF90}" type="datetimeFigureOut">
              <a:rPr lang="en-US" dirty="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683040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773"/>
            <a:ext cx="15773400" cy="1988651"/>
          </a:xfrm>
        </p:spPr>
        <p:txBody>
          <a:bodyPr/>
          <a:lstStyle/>
          <a:p>
            <a:r>
              <a:rPr lang="en-US" altLang="zh-TW"/>
              <a:t>Click to edit Master title style</a:t>
            </a:r>
            <a:endParaRPr lang="en-US"/>
          </a:p>
        </p:txBody>
      </p:sp>
      <p:sp>
        <p:nvSpPr>
          <p:cNvPr id="3" name="Text Placeholder 2"/>
          <p:cNvSpPr>
            <a:spLocks noGrp="1"/>
          </p:cNvSpPr>
          <p:nvPr>
            <p:ph type="body" idx="1"/>
          </p:nvPr>
        </p:nvSpPr>
        <p:spPr>
          <a:xfrm>
            <a:off x="1259683" y="2522134"/>
            <a:ext cx="7736681"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a:t>Click to edit Master text styles</a:t>
            </a:r>
          </a:p>
        </p:txBody>
      </p:sp>
      <p:sp>
        <p:nvSpPr>
          <p:cNvPr id="4" name="Content Placeholder 3"/>
          <p:cNvSpPr>
            <a:spLocks noGrp="1"/>
          </p:cNvSpPr>
          <p:nvPr>
            <p:ph sz="half" idx="2"/>
          </p:nvPr>
        </p:nvSpPr>
        <p:spPr>
          <a:xfrm>
            <a:off x="1259683" y="3758193"/>
            <a:ext cx="7736681" cy="552773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5" name="Text Placeholder 4"/>
          <p:cNvSpPr>
            <a:spLocks noGrp="1"/>
          </p:cNvSpPr>
          <p:nvPr>
            <p:ph type="body" sz="quarter" idx="3"/>
          </p:nvPr>
        </p:nvSpPr>
        <p:spPr>
          <a:xfrm>
            <a:off x="9258300" y="2522134"/>
            <a:ext cx="7774782"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a:t>Click to edit Master text styles</a:t>
            </a:r>
          </a:p>
        </p:txBody>
      </p:sp>
      <p:sp>
        <p:nvSpPr>
          <p:cNvPr id="6" name="Content Placeholder 5"/>
          <p:cNvSpPr>
            <a:spLocks noGrp="1"/>
          </p:cNvSpPr>
          <p:nvPr>
            <p:ph sz="quarter" idx="4"/>
          </p:nvPr>
        </p:nvSpPr>
        <p:spPr>
          <a:xfrm>
            <a:off x="9258300" y="3758193"/>
            <a:ext cx="7774782" cy="5527735"/>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7" name="Date Placeholder 6"/>
          <p:cNvSpPr>
            <a:spLocks noGrp="1"/>
          </p:cNvSpPr>
          <p:nvPr>
            <p:ph type="dt" sz="half" idx="10"/>
          </p:nvPr>
        </p:nvSpPr>
        <p:spPr/>
        <p:txBody>
          <a:bodyPr/>
          <a:lstStyle/>
          <a:p>
            <a:fld id="{C764DE79-268F-4C1A-8933-263129D2AF90}" type="datetimeFigureOut">
              <a:rPr lang="en-US" dirty="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319273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en-US"/>
          </a:p>
        </p:txBody>
      </p:sp>
      <p:sp>
        <p:nvSpPr>
          <p:cNvPr id="3" name="Date Placeholder 2"/>
          <p:cNvSpPr>
            <a:spLocks noGrp="1"/>
          </p:cNvSpPr>
          <p:nvPr>
            <p:ph type="dt" sz="half" idx="10"/>
          </p:nvPr>
        </p:nvSpPr>
        <p:spPr/>
        <p:txBody>
          <a:bodyPr/>
          <a:lstStyle/>
          <a:p>
            <a:fld id="{C764DE79-268F-4C1A-8933-263129D2AF90}" type="datetimeFigureOut">
              <a:rPr lang="en-US" dirty="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834744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018706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a:t>Click to edit Master title style</a:t>
            </a:r>
            <a:endParaRPr lang="en-US"/>
          </a:p>
        </p:txBody>
      </p:sp>
      <p:sp>
        <p:nvSpPr>
          <p:cNvPr id="3" name="Content Placeholder 2"/>
          <p:cNvSpPr>
            <a:spLocks noGrp="1"/>
          </p:cNvSpPr>
          <p:nvPr>
            <p:ph idx="1"/>
          </p:nvPr>
        </p:nvSpPr>
        <p:spPr>
          <a:xfrm>
            <a:off x="7774782" y="1481367"/>
            <a:ext cx="9258300" cy="7311566"/>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3915219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a:t>Click to edit Master title style</a:t>
            </a:r>
            <a:endParaRPr lang="en-US"/>
          </a:p>
        </p:txBody>
      </p:sp>
      <p:sp>
        <p:nvSpPr>
          <p:cNvPr id="3" name="Picture Placeholder 2"/>
          <p:cNvSpPr>
            <a:spLocks noGrp="1" noChangeAspect="1"/>
          </p:cNvSpPr>
          <p:nvPr>
            <p:ph type="pic" idx="1"/>
          </p:nvPr>
        </p:nvSpPr>
        <p:spPr>
          <a:xfrm>
            <a:off x="7774782" y="1481367"/>
            <a:ext cx="9258300" cy="7311566"/>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zh-TW"/>
              <a:t>Click icon to add picture</a:t>
            </a:r>
            <a:endParaRPr lang="en-US"/>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874769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438517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772"/>
            <a:ext cx="3943350" cy="8719103"/>
          </a:xfrm>
        </p:spPr>
        <p:txBody>
          <a:bodyPr vert="eaVert"/>
          <a:lstStyle/>
          <a:p>
            <a:r>
              <a:rPr lang="en-US" altLang="zh-TW"/>
              <a:t>Click to edit Master title style</a:t>
            </a:r>
            <a:endParaRPr lang="en-US"/>
          </a:p>
        </p:txBody>
      </p:sp>
      <p:sp>
        <p:nvSpPr>
          <p:cNvPr id="3" name="Vertical Text Placeholder 2"/>
          <p:cNvSpPr>
            <a:spLocks noGrp="1"/>
          </p:cNvSpPr>
          <p:nvPr>
            <p:ph type="body" orient="vert" idx="1"/>
          </p:nvPr>
        </p:nvSpPr>
        <p:spPr>
          <a:xfrm>
            <a:off x="1257300" y="547772"/>
            <a:ext cx="11601450" cy="8719103"/>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470180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訂版面配置">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E25844F4-1900-BFFB-A55D-854D27EE700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p14="http://schemas.microsoft.com/office/powerpoint/2010/main" val="83353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自訂版面配置">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1089C009-AC07-C46C-AE77-052C754A5BC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575"/>
            <a:ext cx="18287997" cy="10286015"/>
          </a:xfrm>
          <a:prstGeom prst="rect">
            <a:avLst/>
          </a:prstGeom>
        </p:spPr>
      </p:pic>
    </p:spTree>
    <p:extLst>
      <p:ext uri="{BB962C8B-B14F-4D97-AF65-F5344CB8AC3E}">
        <p14:creationId xmlns:p14="http://schemas.microsoft.com/office/powerpoint/2010/main" val="956458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自訂版面配置">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290"/>
            <a:ext cx="18288000" cy="10286015"/>
          </a:xfrm>
          <a:prstGeom prst="rect">
            <a:avLst/>
          </a:prstGeom>
        </p:spPr>
      </p:pic>
      <p:sp>
        <p:nvSpPr>
          <p:cNvPr id="2" name="TextBox 1">
            <a:extLst>
              <a:ext uri="{FF2B5EF4-FFF2-40B4-BE49-F238E27FC236}">
                <a16:creationId xmlns:a16="http://schemas.microsoft.com/office/drawing/2014/main" id="{3C3275E5-3531-FFFA-3798-282621745510}"/>
              </a:ext>
            </a:extLst>
          </p:cNvPr>
          <p:cNvSpPr txBox="1"/>
          <p:nvPr userDrawn="1"/>
        </p:nvSpPr>
        <p:spPr>
          <a:xfrm>
            <a:off x="644238" y="600812"/>
            <a:ext cx="3262432" cy="1015663"/>
          </a:xfrm>
          <a:prstGeom prst="rect">
            <a:avLst/>
          </a:prstGeom>
          <a:noFill/>
        </p:spPr>
        <p:txBody>
          <a:bodyPr wrap="none" rtlCol="0">
            <a:spAutoFit/>
          </a:bodyPr>
          <a:lstStyle/>
          <a:p>
            <a:r>
              <a:rPr kumimoji="1" lang="zh-TW" altLang="en-US" sz="6000" b="1">
                <a:latin typeface="Microsoft JhengHei" panose="020B0604030504040204" pitchFamily="34" charset="-120"/>
                <a:ea typeface="Microsoft JhengHei" panose="020B0604030504040204" pitchFamily="34" charset="-120"/>
              </a:rPr>
              <a:t>重要聲明</a:t>
            </a:r>
          </a:p>
        </p:txBody>
      </p:sp>
      <p:sp>
        <p:nvSpPr>
          <p:cNvPr id="4" name="TextBox 3">
            <a:extLst>
              <a:ext uri="{FF2B5EF4-FFF2-40B4-BE49-F238E27FC236}">
                <a16:creationId xmlns:a16="http://schemas.microsoft.com/office/drawing/2014/main" id="{D3BA386D-4EF9-4F60-02E3-7C1A898CF24E}"/>
              </a:ext>
            </a:extLst>
          </p:cNvPr>
          <p:cNvSpPr txBox="1"/>
          <p:nvPr userDrawn="1"/>
        </p:nvSpPr>
        <p:spPr>
          <a:xfrm>
            <a:off x="561111" y="3205004"/>
            <a:ext cx="17165778" cy="3416320"/>
          </a:xfrm>
          <a:prstGeom prst="rect">
            <a:avLst/>
          </a:prstGeom>
          <a:noFill/>
        </p:spPr>
        <p:txBody>
          <a:bodyPr wrap="square" rtlCol="0">
            <a:spAutoFit/>
          </a:bodyPr>
          <a:lstStyle/>
          <a:p>
            <a:pPr>
              <a:buClr>
                <a:srgbClr val="000000"/>
              </a:buClr>
            </a:pPr>
            <a:r>
              <a:rPr lang="zh-TW" altLang="en-US" sz="2400" b="1" kern="0">
                <a:solidFill>
                  <a:srgbClr val="000000"/>
                </a:solidFill>
                <a:latin typeface="微軟正黑體" panose="020B0604030504040204" pitchFamily="34" charset="-120"/>
                <a:ea typeface="微軟正黑體" panose="020B0604030504040204" pitchFamily="34" charset="-120"/>
                <a:cs typeface="Arial"/>
                <a:sym typeface="Arial"/>
              </a:rPr>
              <a:t>本簡報依據</a:t>
            </a:r>
            <a:r>
              <a:rPr lang="zh-TW" altLang="en-US" sz="2400" b="1">
                <a:latin typeface="微軟正黑體" panose="020B0604030504040204" pitchFamily="34" charset="-120"/>
                <a:ea typeface="微軟正黑體" panose="020B0604030504040204" pitchFamily="34" charset="-120"/>
              </a:rPr>
              <a:t>裕榮昌科技股份有限公司台中分公司</a:t>
            </a:r>
            <a:r>
              <a:rPr lang="zh-TW" altLang="en-US" sz="2400" b="1" kern="0">
                <a:solidFill>
                  <a:srgbClr val="000000"/>
                </a:solidFill>
                <a:latin typeface="微軟正黑體" panose="020B0604030504040204" pitchFamily="34" charset="-120"/>
                <a:ea typeface="微軟正黑體" panose="020B0604030504040204" pitchFamily="34" charset="-120"/>
                <a:cs typeface="Arial"/>
                <a:sym typeface="Arial"/>
              </a:rPr>
              <a:t>之需求所編製。</a:t>
            </a:r>
            <a:endParaRPr lang="en-US" altLang="zh-TW" sz="2400" b="1" kern="0">
              <a:solidFill>
                <a:srgbClr val="000000"/>
              </a:solidFill>
              <a:latin typeface="微軟正黑體" panose="020B0604030504040204" pitchFamily="34" charset="-120"/>
              <a:ea typeface="微軟正黑體" panose="020B0604030504040204" pitchFamily="34" charset="-120"/>
              <a:cs typeface="Arial"/>
              <a:sym typeface="Arial"/>
            </a:endParaRPr>
          </a:p>
          <a:p>
            <a:pPr>
              <a:buClr>
                <a:srgbClr val="000000"/>
              </a:buClr>
            </a:pPr>
            <a:endParaRPr lang="en-US" altLang="zh-TW" sz="2400" b="1" kern="0">
              <a:solidFill>
                <a:srgbClr val="000000"/>
              </a:solidFill>
              <a:latin typeface="微軟正黑體" panose="020B0604030504040204" pitchFamily="34" charset="-120"/>
              <a:ea typeface="微軟正黑體" panose="020B0604030504040204" pitchFamily="34" charset="-120"/>
              <a:cs typeface="Arial"/>
              <a:sym typeface="Arial"/>
            </a:endParaRPr>
          </a:p>
          <a:p>
            <a:pPr algn="just" fontAlgn="base"/>
            <a:r>
              <a:rPr lang="zh-TW" altLang="en-US" sz="2400" b="1">
                <a:latin typeface="微軟正黑體" panose="020B0604030504040204" pitchFamily="34" charset="-120"/>
                <a:ea typeface="微軟正黑體" panose="020B0604030504040204" pitchFamily="34" charset="-120"/>
              </a:rPr>
              <a:t>本份簡報係於</a:t>
            </a:r>
            <a:r>
              <a:rPr lang="en-US" altLang="zh-TW" sz="2400" b="1">
                <a:latin typeface="微軟正黑體" panose="020B0604030504040204" pitchFamily="34" charset="-120"/>
                <a:ea typeface="微軟正黑體" panose="020B0604030504040204" pitchFamily="34" charset="-120"/>
              </a:rPr>
              <a:t>2025</a:t>
            </a:r>
            <a:r>
              <a:rPr lang="zh-TW" altLang="en-US" sz="2400" b="1">
                <a:latin typeface="微軟正黑體" panose="020B0604030504040204" pitchFamily="34" charset="-120"/>
                <a:ea typeface="微軟正黑體" panose="020B0604030504040204" pitchFamily="34" charset="-120"/>
              </a:rPr>
              <a:t>年</a:t>
            </a:r>
            <a:r>
              <a:rPr lang="en-US" altLang="zh-TW" sz="2400" b="1">
                <a:latin typeface="微軟正黑體" panose="020B0604030504040204" pitchFamily="34" charset="-120"/>
                <a:ea typeface="微軟正黑體" panose="020B0604030504040204" pitchFamily="34" charset="-120"/>
              </a:rPr>
              <a:t>4</a:t>
            </a:r>
            <a:r>
              <a:rPr lang="zh-TW" altLang="en-US" sz="2400" b="1">
                <a:latin typeface="微軟正黑體" panose="020B0604030504040204" pitchFamily="34" charset="-120"/>
                <a:ea typeface="微軟正黑體" panose="020B0604030504040204" pitchFamily="34" charset="-120"/>
              </a:rPr>
              <a:t>月</a:t>
            </a:r>
            <a:r>
              <a:rPr lang="en-US" altLang="zh-TW" sz="2400" b="1">
                <a:latin typeface="微軟正黑體" panose="020B0604030504040204" pitchFamily="34" charset="-120"/>
                <a:ea typeface="微軟正黑體" panose="020B0604030504040204" pitchFamily="34" charset="-120"/>
              </a:rPr>
              <a:t>1</a:t>
            </a:r>
            <a:r>
              <a:rPr lang="zh-TW" altLang="en-US" sz="2400" b="1">
                <a:latin typeface="微軟正黑體" panose="020B0604030504040204" pitchFamily="34" charset="-120"/>
                <a:ea typeface="微軟正黑體" panose="020B0604030504040204" pitchFamily="34" charset="-120"/>
              </a:rPr>
              <a:t>日簽訂之服務委任合約製作完成，僅提供賜昌集團內部參考使用。</a:t>
            </a:r>
          </a:p>
          <a:p>
            <a:pPr algn="just" fontAlgn="base"/>
            <a:endParaRPr lang="en-US" altLang="zh-TW" sz="2400" b="1">
              <a:latin typeface="微軟正黑體" panose="020B0604030504040204" pitchFamily="34" charset="-120"/>
              <a:ea typeface="微軟正黑體" panose="020B0604030504040204" pitchFamily="34" charset="-120"/>
            </a:endParaRPr>
          </a:p>
          <a:p>
            <a:pPr algn="just" fontAlgn="base"/>
            <a:r>
              <a:rPr lang="zh-TW" altLang="en-US" sz="2400" b="1">
                <a:latin typeface="微軟正黑體" panose="020B0604030504040204" pitchFamily="34" charset="-120"/>
                <a:ea typeface="微軟正黑體" panose="020B0604030504040204" pitchFamily="34" charset="-120"/>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p>
          <a:p>
            <a:endParaRPr lang="zh-TW" altLang="en-US" sz="2400" b="1">
              <a:latin typeface="微軟正黑體" panose="020B0604030504040204" pitchFamily="34" charset="-120"/>
              <a:ea typeface="微軟正黑體" panose="020B0604030504040204" pitchFamily="34" charset="-120"/>
            </a:endParaRPr>
          </a:p>
          <a:p>
            <a:pPr>
              <a:buClr>
                <a:srgbClr val="000000"/>
              </a:buClr>
            </a:pPr>
            <a:r>
              <a:rPr lang="zh-TW" altLang="en-US" sz="2400" b="1" kern="0">
                <a:solidFill>
                  <a:srgbClr val="000000"/>
                </a:solidFill>
                <a:latin typeface="微軟正黑體" panose="020B0604030504040204" pitchFamily="34" charset="-120"/>
                <a:ea typeface="微軟正黑體" panose="020B0604030504040204" pitchFamily="34" charset="-120"/>
                <a:cs typeface="Arial"/>
                <a:sym typeface="Arial"/>
              </a:rPr>
              <a:t>未經本公司書面同意，  貴公司以及專案所有成員不得將本簡報之全部或部分提供予任何第三人或使第三人得知其內容。</a:t>
            </a:r>
          </a:p>
        </p:txBody>
      </p:sp>
    </p:spTree>
    <p:extLst>
      <p:ext uri="{BB962C8B-B14F-4D97-AF65-F5344CB8AC3E}">
        <p14:creationId xmlns:p14="http://schemas.microsoft.com/office/powerpoint/2010/main" val="194200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訂版面配置">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290"/>
            <a:ext cx="18288000" cy="10286015"/>
          </a:xfrm>
          <a:prstGeom prst="rect">
            <a:avLst/>
          </a:prstGeom>
        </p:spPr>
      </p:pic>
    </p:spTree>
    <p:extLst>
      <p:ext uri="{BB962C8B-B14F-4D97-AF65-F5344CB8AC3E}">
        <p14:creationId xmlns:p14="http://schemas.microsoft.com/office/powerpoint/2010/main" val="275478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2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a16="http://schemas.microsoft.com/office/drawing/2014/main" id="{DDE4C3EC-89CD-BB54-5F4C-D558F5C045CB}"/>
              </a:ext>
            </a:extLst>
          </p:cNvPr>
          <p:cNvGraphicFramePr/>
          <p:nvPr userDrawn="1">
            <p:extLst>
              <p:ext uri="{D42A27DB-BD31-4B8C-83A1-F6EECF244321}">
                <p14:modId xmlns:p14="http://schemas.microsoft.com/office/powerpoint/2010/main" val="3675913295"/>
              </p:ext>
            </p:extLst>
          </p:nvPr>
        </p:nvGraphicFramePr>
        <p:xfrm>
          <a:off x="122557" y="114450"/>
          <a:ext cx="18019970" cy="10027077"/>
        </p:xfrm>
        <a:graphic>
          <a:graphicData uri="http://schemas.openxmlformats.org/drawingml/2006/table">
            <a:tbl>
              <a:tblPr>
                <a:noFill/>
              </a:tblPr>
              <a:tblGrid>
                <a:gridCol w="2311228">
                  <a:extLst>
                    <a:ext uri="{9D8B030D-6E8A-4147-A177-3AD203B41FA5}">
                      <a16:colId xmlns:a16="http://schemas.microsoft.com/office/drawing/2014/main" val="20000"/>
                    </a:ext>
                  </a:extLst>
                </a:gridCol>
                <a:gridCol w="11889371">
                  <a:extLst>
                    <a:ext uri="{9D8B030D-6E8A-4147-A177-3AD203B41FA5}">
                      <a16:colId xmlns:a16="http://schemas.microsoft.com/office/drawing/2014/main" val="20001"/>
                    </a:ext>
                  </a:extLst>
                </a:gridCol>
                <a:gridCol w="3819371">
                  <a:extLst>
                    <a:ext uri="{9D8B030D-6E8A-4147-A177-3AD203B41FA5}">
                      <a16:colId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val="10001"/>
                  </a:ext>
                </a:extLst>
              </a:tr>
              <a:tr h="8799383">
                <a:tc gridSpan="3">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pPr marL="0" marR="0" lvl="0" indent="0" algn="ctr" rtl="0">
                        <a:lnSpc>
                          <a:spcPct val="100000"/>
                        </a:lnSpc>
                        <a:spcBef>
                          <a:spcPts val="0"/>
                        </a:spcBef>
                        <a:spcAft>
                          <a:spcPts val="0"/>
                        </a:spcAft>
                        <a:buClr>
                          <a:schemeClr val="dk1"/>
                        </a:buClr>
                        <a:buSzPts val="1000"/>
                        <a:buFont typeface="Arial"/>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438868285"/>
                  </a:ext>
                </a:extLst>
              </a:tr>
            </a:tbl>
          </a:graphicData>
        </a:graphic>
      </p:graphicFrame>
      <p:pic>
        <p:nvPicPr>
          <p:cNvPr id="3" name="Google Shape;37;p9" descr="A red and black logo&#10;&#10;Description automatically generated">
            <a:extLst>
              <a:ext uri="{FF2B5EF4-FFF2-40B4-BE49-F238E27FC236}">
                <a16:creationId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4" name="Google Shape;24;p8">
            <a:extLst>
              <a:ext uri="{FF2B5EF4-FFF2-40B4-BE49-F238E27FC236}">
                <a16:creationId xmlns:a16="http://schemas.microsoft.com/office/drawing/2014/main" id="{10ED93F3-E6DB-99ED-6C71-93C2253FB3D7}"/>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p14="http://schemas.microsoft.com/office/powerpoint/2010/main" val="19753370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自訂版面配置">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0B02BF32-51F7-DDF0-4455-62412D8BC83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p14="http://schemas.microsoft.com/office/powerpoint/2010/main" val="42046135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and Full Content - Subtitle" preserve="1">
  <p:cSld name="3_Title and Full Content - Subtitle">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3" name="Google Shape;23;p8"/>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8"/>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8"/>
          <p:cNvSpPr txBox="1">
            <a:spLocks noGrp="1"/>
          </p:cNvSpPr>
          <p:nvPr>
            <p:ph type="subTitle" idx="1"/>
          </p:nvPr>
        </p:nvSpPr>
        <p:spPr>
          <a:xfrm>
            <a:off x="664368" y="1674730"/>
            <a:ext cx="16959264" cy="1212484"/>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accent4"/>
              </a:buClr>
              <a:buSzPts val="2000"/>
              <a:buNone/>
              <a:defRPr sz="3000" b="1">
                <a:solidFill>
                  <a:schemeClr val="accent4"/>
                </a:solidFill>
                <a:latin typeface="Microsoft JhengHei"/>
                <a:ea typeface="Microsoft JhengHei"/>
                <a:cs typeface="Microsoft JhengHei"/>
                <a:sym typeface="Microsoft JhengHei"/>
              </a:defRPr>
            </a:lvl1pPr>
            <a:lvl2pPr lvl="1" algn="l">
              <a:lnSpc>
                <a:spcPct val="85000"/>
              </a:lnSpc>
              <a:spcBef>
                <a:spcPts val="0"/>
              </a:spcBef>
              <a:spcAft>
                <a:spcPts val="0"/>
              </a:spcAft>
              <a:buClr>
                <a:schemeClr val="dk1"/>
              </a:buClr>
              <a:buSzPts val="2400"/>
              <a:buNone/>
              <a:defRPr sz="3600"/>
            </a:lvl2pPr>
            <a:lvl3pPr lvl="2" algn="l">
              <a:lnSpc>
                <a:spcPct val="85000"/>
              </a:lnSpc>
              <a:spcBef>
                <a:spcPts val="0"/>
              </a:spcBef>
              <a:spcAft>
                <a:spcPts val="0"/>
              </a:spcAft>
              <a:buClr>
                <a:schemeClr val="dk1"/>
              </a:buClr>
              <a:buSzPts val="2400"/>
              <a:buNone/>
              <a:defRPr sz="3600"/>
            </a:lvl3pPr>
            <a:lvl4pPr lvl="3" algn="l">
              <a:lnSpc>
                <a:spcPct val="85000"/>
              </a:lnSpc>
              <a:spcBef>
                <a:spcPts val="0"/>
              </a:spcBef>
              <a:spcAft>
                <a:spcPts val="0"/>
              </a:spcAft>
              <a:buClr>
                <a:schemeClr val="dk1"/>
              </a:buClr>
              <a:buSzPts val="2400"/>
              <a:buNone/>
              <a:defRPr sz="3600"/>
            </a:lvl4pPr>
            <a:lvl5pPr lvl="4" algn="l">
              <a:lnSpc>
                <a:spcPct val="85000"/>
              </a:lnSpc>
              <a:spcBef>
                <a:spcPts val="0"/>
              </a:spcBef>
              <a:spcAft>
                <a:spcPts val="0"/>
              </a:spcAft>
              <a:buClr>
                <a:schemeClr val="dk1"/>
              </a:buClr>
              <a:buSzPts val="2400"/>
              <a:buNone/>
              <a:defRPr sz="3600"/>
            </a:lvl5pPr>
            <a:lvl6pPr lvl="5" algn="l">
              <a:lnSpc>
                <a:spcPct val="85000"/>
              </a:lnSpc>
              <a:spcBef>
                <a:spcPts val="0"/>
              </a:spcBef>
              <a:spcAft>
                <a:spcPts val="0"/>
              </a:spcAft>
              <a:buClr>
                <a:schemeClr val="dk1"/>
              </a:buClr>
              <a:buSzPts val="2400"/>
              <a:buNone/>
              <a:defRPr sz="3600"/>
            </a:lvl6pPr>
            <a:lvl7pPr lvl="6" algn="l">
              <a:lnSpc>
                <a:spcPct val="85000"/>
              </a:lnSpc>
              <a:spcBef>
                <a:spcPts val="0"/>
              </a:spcBef>
              <a:spcAft>
                <a:spcPts val="0"/>
              </a:spcAft>
              <a:buClr>
                <a:schemeClr val="dk1"/>
              </a:buClr>
              <a:buSzPts val="2400"/>
              <a:buNone/>
              <a:defRPr sz="3600"/>
            </a:lvl7pPr>
            <a:lvl8pPr lvl="7" algn="l">
              <a:lnSpc>
                <a:spcPct val="85000"/>
              </a:lnSpc>
              <a:spcBef>
                <a:spcPts val="0"/>
              </a:spcBef>
              <a:spcAft>
                <a:spcPts val="0"/>
              </a:spcAft>
              <a:buClr>
                <a:schemeClr val="dk1"/>
              </a:buClr>
              <a:buSzPts val="2400"/>
              <a:buNone/>
              <a:defRPr sz="3600"/>
            </a:lvl8pPr>
            <a:lvl9pPr lvl="8" algn="l">
              <a:lnSpc>
                <a:spcPct val="85000"/>
              </a:lnSpc>
              <a:spcBef>
                <a:spcPts val="0"/>
              </a:spcBef>
              <a:spcAft>
                <a:spcPts val="0"/>
              </a:spcAft>
              <a:buClr>
                <a:schemeClr val="dk1"/>
              </a:buClr>
              <a:buSzPts val="2400"/>
              <a:buNone/>
              <a:defRPr sz="3600"/>
            </a:lvl9pPr>
          </a:lstStyle>
          <a:p>
            <a:endParaRPr/>
          </a:p>
        </p:txBody>
      </p:sp>
      <p:cxnSp>
        <p:nvCxnSpPr>
          <p:cNvPr id="2" name="Google Shape;26;p8">
            <a:extLst>
              <a:ext uri="{FF2B5EF4-FFF2-40B4-BE49-F238E27FC236}">
                <a16:creationId xmlns:a16="http://schemas.microsoft.com/office/drawing/2014/main" id="{3C44852E-2A4F-C390-0531-598DA50C7D0D}"/>
              </a:ext>
            </a:extLst>
          </p:cNvPr>
          <p:cNvCxnSpPr>
            <a:cxnSpLocks/>
          </p:cNvCxnSpPr>
          <p:nvPr userDrawn="1"/>
        </p:nvCxnSpPr>
        <p:spPr>
          <a:xfrm>
            <a:off x="609166" y="1512141"/>
            <a:ext cx="17014463" cy="0"/>
          </a:xfrm>
          <a:prstGeom prst="straightConnector1">
            <a:avLst/>
          </a:prstGeom>
          <a:noFill/>
          <a:ln w="38100" cap="sq" cmpd="sng">
            <a:solidFill>
              <a:srgbClr val="A82415"/>
            </a:solidFill>
            <a:prstDash val="solid"/>
            <a:round/>
            <a:headEnd type="none" w="sm" len="sm"/>
            <a:tailEnd type="none" w="sm" len="sm"/>
          </a:ln>
        </p:spPr>
      </p:cxnSp>
      <p:pic>
        <p:nvPicPr>
          <p:cNvPr id="3" name="Google Shape;27;p8" descr="A red and black logo&#10;&#10;Description automatically generated">
            <a:extLst>
              <a:ext uri="{FF2B5EF4-FFF2-40B4-BE49-F238E27FC236}">
                <a16:creationId xmlns:a16="http://schemas.microsoft.com/office/drawing/2014/main" id="{7203C895-E48E-5654-59B4-87C538B70FA1}"/>
              </a:ext>
            </a:extLst>
          </p:cNvPr>
          <p:cNvPicPr preferRelativeResize="0"/>
          <p:nvPr userDrawn="1"/>
        </p:nvPicPr>
        <p:blipFill rotWithShape="1">
          <a:blip r:embed="rId2">
            <a:alphaModFix/>
          </a:blip>
          <a:srcRect/>
          <a:stretch/>
        </p:blipFill>
        <p:spPr>
          <a:xfrm>
            <a:off x="16791708" y="695699"/>
            <a:ext cx="831921" cy="724961"/>
          </a:xfrm>
          <a:prstGeom prst="rect">
            <a:avLst/>
          </a:prstGeom>
          <a:noFill/>
          <a:ln>
            <a:noFill/>
          </a:ln>
        </p:spPr>
      </p:pic>
      <p:sp>
        <p:nvSpPr>
          <p:cNvPr id="4" name="文字方塊 3">
            <a:extLst>
              <a:ext uri="{FF2B5EF4-FFF2-40B4-BE49-F238E27FC236}">
                <a16:creationId xmlns:a16="http://schemas.microsoft.com/office/drawing/2014/main" id="{2B54337C-739E-3A06-58FA-E367270A4F11}"/>
              </a:ext>
            </a:extLst>
          </p:cNvPr>
          <p:cNvSpPr txBox="1"/>
          <p:nvPr userDrawn="1"/>
        </p:nvSpPr>
        <p:spPr>
          <a:xfrm>
            <a:off x="17071107" y="9810533"/>
            <a:ext cx="1105050" cy="369332"/>
          </a:xfrm>
          <a:prstGeom prst="rect">
            <a:avLst/>
          </a:prstGeom>
          <a:noFill/>
        </p:spPr>
        <p:txBody>
          <a:bodyPr wrap="square" rtlCol="0">
            <a:spAutoFit/>
          </a:bodyPr>
          <a:lstStyle/>
          <a:p>
            <a:pPr algn="r"/>
            <a:r>
              <a:rPr lang="en-US" altLang="zh-TW" sz="1800" kern="1200">
                <a:solidFill>
                  <a:schemeClr val="tx1">
                    <a:tint val="75000"/>
                  </a:schemeClr>
                </a:solidFill>
                <a:latin typeface="+mn-lt"/>
                <a:ea typeface="+mn-ea"/>
                <a:cs typeface="+mn-cs"/>
              </a:rPr>
              <a:t> </a:t>
            </a:r>
            <a:fld id="{A1C81C5E-DBE4-4E08-A8E7-89EAA02EF1C8}" type="slidenum">
              <a:rPr lang="en-US" altLang="zh-TW" sz="1800" kern="1200" smtClean="0">
                <a:solidFill>
                  <a:schemeClr val="tx1">
                    <a:tint val="75000"/>
                  </a:schemeClr>
                </a:solidFill>
                <a:latin typeface="+mn-lt"/>
                <a:ea typeface="+mn-ea"/>
                <a:cs typeface="+mn-cs"/>
              </a:rPr>
              <a:pPr algn="r"/>
              <a:t>‹#›</a:t>
            </a:fld>
            <a:endParaRPr lang="zh-TW" altLang="en-US" sz="1800" kern="1200">
              <a:solidFill>
                <a:schemeClr val="tx1">
                  <a:tint val="75000"/>
                </a:schemeClr>
              </a:solidFill>
              <a:latin typeface="+mn-lt"/>
              <a:ea typeface="+mn-ea"/>
              <a:cs typeface="+mn-cs"/>
            </a:endParaRPr>
          </a:p>
        </p:txBody>
      </p:sp>
    </p:spTree>
    <p:extLst>
      <p:ext uri="{BB962C8B-B14F-4D97-AF65-F5344CB8AC3E}">
        <p14:creationId xmlns:p14="http://schemas.microsoft.com/office/powerpoint/2010/main" val="18044274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2_Title and Full Content - Subtitle">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3" name="Google Shape;23;p15"/>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5"/>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26" name="Google Shape;26;p15"/>
          <p:cNvCxnSpPr/>
          <p:nvPr/>
        </p:nvCxnSpPr>
        <p:spPr>
          <a:xfrm>
            <a:off x="664368" y="1400367"/>
            <a:ext cx="16959264" cy="0"/>
          </a:xfrm>
          <a:prstGeom prst="straightConnector1">
            <a:avLst/>
          </a:prstGeom>
          <a:noFill/>
          <a:ln w="28575" cap="sq" cmpd="sng">
            <a:solidFill>
              <a:schemeClr val="accent1"/>
            </a:solidFill>
            <a:prstDash val="solid"/>
            <a:round/>
            <a:headEnd type="none" w="sm" len="sm"/>
            <a:tailEnd type="none" w="sm" len="sm"/>
          </a:ln>
        </p:spPr>
      </p:cxnSp>
      <p:pic>
        <p:nvPicPr>
          <p:cNvPr id="27" name="Google Shape;27;p15" descr="A red and black logo&#10;&#10;Description automatically generated"/>
          <p:cNvPicPr preferRelativeResize="0"/>
          <p:nvPr/>
        </p:nvPicPr>
        <p:blipFill rotWithShape="1">
          <a:blip r:embed="rId2">
            <a:alphaModFix/>
          </a:blip>
          <a:srcRect/>
          <a:stretch/>
        </p:blipFill>
        <p:spPr>
          <a:xfrm>
            <a:off x="16838411" y="613111"/>
            <a:ext cx="785222" cy="684371"/>
          </a:xfrm>
          <a:prstGeom prst="rect">
            <a:avLst/>
          </a:prstGeom>
          <a:noFill/>
          <a:ln>
            <a:noFill/>
          </a:ln>
        </p:spPr>
      </p:pic>
      <p:sp>
        <p:nvSpPr>
          <p:cNvPr id="2" name="文字方塊 1">
            <a:extLst>
              <a:ext uri="{FF2B5EF4-FFF2-40B4-BE49-F238E27FC236}">
                <a16:creationId xmlns:a16="http://schemas.microsoft.com/office/drawing/2014/main" id="{5F83FBB1-9774-3488-7722-DE2201002157}"/>
              </a:ext>
            </a:extLst>
          </p:cNvPr>
          <p:cNvSpPr txBox="1"/>
          <p:nvPr userDrawn="1"/>
        </p:nvSpPr>
        <p:spPr>
          <a:xfrm>
            <a:off x="17071107" y="9810533"/>
            <a:ext cx="1105050" cy="369332"/>
          </a:xfrm>
          <a:prstGeom prst="rect">
            <a:avLst/>
          </a:prstGeom>
          <a:noFill/>
        </p:spPr>
        <p:txBody>
          <a:bodyPr wrap="square" rtlCol="0">
            <a:spAutoFit/>
          </a:bodyPr>
          <a:lstStyle/>
          <a:p>
            <a:pPr algn="r"/>
            <a:r>
              <a:rPr lang="en-US" altLang="zh-TW" sz="1800" kern="1200">
                <a:solidFill>
                  <a:schemeClr val="tx1">
                    <a:tint val="75000"/>
                  </a:schemeClr>
                </a:solidFill>
                <a:latin typeface="+mn-lt"/>
                <a:ea typeface="+mn-ea"/>
                <a:cs typeface="+mn-cs"/>
              </a:rPr>
              <a:t> </a:t>
            </a:r>
            <a:fld id="{A1C81C5E-DBE4-4E08-A8E7-89EAA02EF1C8}" type="slidenum">
              <a:rPr lang="en-US" altLang="zh-TW" sz="1800" kern="1200" smtClean="0">
                <a:solidFill>
                  <a:schemeClr val="tx1">
                    <a:tint val="75000"/>
                  </a:schemeClr>
                </a:solidFill>
                <a:latin typeface="+mn-lt"/>
                <a:ea typeface="+mn-ea"/>
                <a:cs typeface="+mn-cs"/>
              </a:rPr>
              <a:pPr algn="r"/>
              <a:t>‹#›</a:t>
            </a:fld>
            <a:endParaRPr lang="zh-TW" altLang="en-US" sz="1800" kern="1200">
              <a:solidFill>
                <a:schemeClr val="tx1">
                  <a:tint val="75000"/>
                </a:schemeClr>
              </a:solidFill>
              <a:latin typeface="+mn-lt"/>
              <a:ea typeface="+mn-ea"/>
              <a:cs typeface="+mn-cs"/>
            </a:endParaRPr>
          </a:p>
        </p:txBody>
      </p:sp>
      <p:sp>
        <p:nvSpPr>
          <p:cNvPr id="3" name="Google Shape;28;p8">
            <a:extLst>
              <a:ext uri="{FF2B5EF4-FFF2-40B4-BE49-F238E27FC236}">
                <a16:creationId xmlns:a16="http://schemas.microsoft.com/office/drawing/2014/main" id="{24B48220-0193-8645-CE36-560D9C8DB2A4}"/>
              </a:ext>
            </a:extLst>
          </p:cNvPr>
          <p:cNvSpPr txBox="1">
            <a:spLocks noGrp="1"/>
          </p:cNvSpPr>
          <p:nvPr>
            <p:ph type="subTitle" idx="1"/>
          </p:nvPr>
        </p:nvSpPr>
        <p:spPr>
          <a:xfrm>
            <a:off x="664368" y="1674730"/>
            <a:ext cx="16959264" cy="1212484"/>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accent4"/>
              </a:buClr>
              <a:buSzPts val="2000"/>
              <a:buNone/>
              <a:defRPr sz="3000" b="1">
                <a:solidFill>
                  <a:schemeClr val="accent4"/>
                </a:solidFill>
                <a:latin typeface="Microsoft JhengHei"/>
                <a:ea typeface="Microsoft JhengHei"/>
                <a:cs typeface="Microsoft JhengHei"/>
                <a:sym typeface="Microsoft JhengHei"/>
              </a:defRPr>
            </a:lvl1pPr>
            <a:lvl2pPr lvl="1" algn="l">
              <a:lnSpc>
                <a:spcPct val="85000"/>
              </a:lnSpc>
              <a:spcBef>
                <a:spcPts val="0"/>
              </a:spcBef>
              <a:spcAft>
                <a:spcPts val="0"/>
              </a:spcAft>
              <a:buClr>
                <a:schemeClr val="dk1"/>
              </a:buClr>
              <a:buSzPts val="2400"/>
              <a:buNone/>
              <a:defRPr sz="3600"/>
            </a:lvl2pPr>
            <a:lvl3pPr lvl="2" algn="l">
              <a:lnSpc>
                <a:spcPct val="85000"/>
              </a:lnSpc>
              <a:spcBef>
                <a:spcPts val="0"/>
              </a:spcBef>
              <a:spcAft>
                <a:spcPts val="0"/>
              </a:spcAft>
              <a:buClr>
                <a:schemeClr val="dk1"/>
              </a:buClr>
              <a:buSzPts val="2400"/>
              <a:buNone/>
              <a:defRPr sz="3600"/>
            </a:lvl3pPr>
            <a:lvl4pPr lvl="3" algn="l">
              <a:lnSpc>
                <a:spcPct val="85000"/>
              </a:lnSpc>
              <a:spcBef>
                <a:spcPts val="0"/>
              </a:spcBef>
              <a:spcAft>
                <a:spcPts val="0"/>
              </a:spcAft>
              <a:buClr>
                <a:schemeClr val="dk1"/>
              </a:buClr>
              <a:buSzPts val="2400"/>
              <a:buNone/>
              <a:defRPr sz="3600"/>
            </a:lvl4pPr>
            <a:lvl5pPr lvl="4" algn="l">
              <a:lnSpc>
                <a:spcPct val="85000"/>
              </a:lnSpc>
              <a:spcBef>
                <a:spcPts val="0"/>
              </a:spcBef>
              <a:spcAft>
                <a:spcPts val="0"/>
              </a:spcAft>
              <a:buClr>
                <a:schemeClr val="dk1"/>
              </a:buClr>
              <a:buSzPts val="2400"/>
              <a:buNone/>
              <a:defRPr sz="3600"/>
            </a:lvl5pPr>
            <a:lvl6pPr lvl="5" algn="l">
              <a:lnSpc>
                <a:spcPct val="85000"/>
              </a:lnSpc>
              <a:spcBef>
                <a:spcPts val="0"/>
              </a:spcBef>
              <a:spcAft>
                <a:spcPts val="0"/>
              </a:spcAft>
              <a:buClr>
                <a:schemeClr val="dk1"/>
              </a:buClr>
              <a:buSzPts val="2400"/>
              <a:buNone/>
              <a:defRPr sz="3600"/>
            </a:lvl6pPr>
            <a:lvl7pPr lvl="6" algn="l">
              <a:lnSpc>
                <a:spcPct val="85000"/>
              </a:lnSpc>
              <a:spcBef>
                <a:spcPts val="0"/>
              </a:spcBef>
              <a:spcAft>
                <a:spcPts val="0"/>
              </a:spcAft>
              <a:buClr>
                <a:schemeClr val="dk1"/>
              </a:buClr>
              <a:buSzPts val="2400"/>
              <a:buNone/>
              <a:defRPr sz="3600"/>
            </a:lvl7pPr>
            <a:lvl8pPr lvl="7" algn="l">
              <a:lnSpc>
                <a:spcPct val="85000"/>
              </a:lnSpc>
              <a:spcBef>
                <a:spcPts val="0"/>
              </a:spcBef>
              <a:spcAft>
                <a:spcPts val="0"/>
              </a:spcAft>
              <a:buClr>
                <a:schemeClr val="dk1"/>
              </a:buClr>
              <a:buSzPts val="2400"/>
              <a:buNone/>
              <a:defRPr sz="3600"/>
            </a:lvl8pPr>
            <a:lvl9pPr lvl="8" algn="l">
              <a:lnSpc>
                <a:spcPct val="85000"/>
              </a:lnSpc>
              <a:spcBef>
                <a:spcPts val="0"/>
              </a:spcBef>
              <a:spcAft>
                <a:spcPts val="0"/>
              </a:spcAft>
              <a:buClr>
                <a:schemeClr val="dk1"/>
              </a:buClr>
              <a:buSzPts val="2400"/>
              <a:buNone/>
              <a:defRPr sz="3600"/>
            </a:lvl9pPr>
          </a:lstStyle>
          <a:p>
            <a:endParaRPr/>
          </a:p>
        </p:txBody>
      </p:sp>
    </p:spTree>
    <p:extLst>
      <p:ext uri="{BB962C8B-B14F-4D97-AF65-F5344CB8AC3E}">
        <p14:creationId xmlns:p14="http://schemas.microsoft.com/office/powerpoint/2010/main" val="18315569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6_Title and Full Content - Subtitle">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3" name="Google Shape;23;p15"/>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5"/>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26" name="Google Shape;26;p15"/>
          <p:cNvCxnSpPr/>
          <p:nvPr/>
        </p:nvCxnSpPr>
        <p:spPr>
          <a:xfrm>
            <a:off x="664368" y="1400367"/>
            <a:ext cx="16959264" cy="0"/>
          </a:xfrm>
          <a:prstGeom prst="straightConnector1">
            <a:avLst/>
          </a:prstGeom>
          <a:noFill/>
          <a:ln w="28575" cap="sq" cmpd="sng">
            <a:solidFill>
              <a:schemeClr val="accent1"/>
            </a:solidFill>
            <a:prstDash val="solid"/>
            <a:round/>
            <a:headEnd type="none" w="sm" len="sm"/>
            <a:tailEnd type="none" w="sm" len="sm"/>
          </a:ln>
        </p:spPr>
      </p:cxnSp>
      <p:pic>
        <p:nvPicPr>
          <p:cNvPr id="27" name="Google Shape;27;p15" descr="A red and black logo&#10;&#10;Description automatically generated"/>
          <p:cNvPicPr preferRelativeResize="0"/>
          <p:nvPr/>
        </p:nvPicPr>
        <p:blipFill rotWithShape="1">
          <a:blip r:embed="rId2">
            <a:alphaModFix/>
          </a:blip>
          <a:srcRect/>
          <a:stretch/>
        </p:blipFill>
        <p:spPr>
          <a:xfrm>
            <a:off x="16838411" y="613111"/>
            <a:ext cx="785222" cy="684371"/>
          </a:xfrm>
          <a:prstGeom prst="rect">
            <a:avLst/>
          </a:prstGeom>
          <a:noFill/>
          <a:ln>
            <a:noFill/>
          </a:ln>
        </p:spPr>
      </p:pic>
      <p:sp>
        <p:nvSpPr>
          <p:cNvPr id="2" name="文字方塊 1">
            <a:extLst>
              <a:ext uri="{FF2B5EF4-FFF2-40B4-BE49-F238E27FC236}">
                <a16:creationId xmlns:a16="http://schemas.microsoft.com/office/drawing/2014/main" id="{5F83FBB1-9774-3488-7722-DE2201002157}"/>
              </a:ext>
            </a:extLst>
          </p:cNvPr>
          <p:cNvSpPr txBox="1"/>
          <p:nvPr userDrawn="1"/>
        </p:nvSpPr>
        <p:spPr>
          <a:xfrm>
            <a:off x="17071107" y="9810533"/>
            <a:ext cx="1105050" cy="369332"/>
          </a:xfrm>
          <a:prstGeom prst="rect">
            <a:avLst/>
          </a:prstGeom>
          <a:noFill/>
        </p:spPr>
        <p:txBody>
          <a:bodyPr wrap="square" rtlCol="0">
            <a:spAutoFit/>
          </a:bodyPr>
          <a:lstStyle/>
          <a:p>
            <a:pPr algn="r"/>
            <a:r>
              <a:rPr lang="en-US" altLang="zh-TW" sz="1800" kern="1200">
                <a:solidFill>
                  <a:schemeClr val="tx1">
                    <a:tint val="75000"/>
                  </a:schemeClr>
                </a:solidFill>
                <a:latin typeface="+mn-lt"/>
                <a:ea typeface="+mn-ea"/>
                <a:cs typeface="+mn-cs"/>
              </a:rPr>
              <a:t> </a:t>
            </a:r>
            <a:fld id="{A1C81C5E-DBE4-4E08-A8E7-89EAA02EF1C8}" type="slidenum">
              <a:rPr lang="en-US" altLang="zh-TW" sz="1800" kern="1200" smtClean="0">
                <a:solidFill>
                  <a:schemeClr val="tx1">
                    <a:tint val="75000"/>
                  </a:schemeClr>
                </a:solidFill>
                <a:latin typeface="+mn-lt"/>
                <a:ea typeface="+mn-ea"/>
                <a:cs typeface="+mn-cs"/>
              </a:rPr>
              <a:pPr algn="r"/>
              <a:t>‹#›</a:t>
            </a:fld>
            <a:endParaRPr lang="zh-TW" altLang="en-US" sz="1800" kern="1200">
              <a:solidFill>
                <a:schemeClr val="tx1">
                  <a:tint val="75000"/>
                </a:schemeClr>
              </a:solidFill>
              <a:latin typeface="+mn-lt"/>
              <a:ea typeface="+mn-ea"/>
              <a:cs typeface="+mn-cs"/>
            </a:endParaRPr>
          </a:p>
        </p:txBody>
      </p:sp>
    </p:spTree>
    <p:extLst>
      <p:ext uri="{BB962C8B-B14F-4D97-AF65-F5344CB8AC3E}">
        <p14:creationId xmlns:p14="http://schemas.microsoft.com/office/powerpoint/2010/main" val="7104765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_Section_5">
  <p:cSld name="2_Section_5">
    <p:spTree>
      <p:nvGrpSpPr>
        <p:cNvPr id="1" name="Shape 30"/>
        <p:cNvGrpSpPr/>
        <p:nvPr/>
      </p:nvGrpSpPr>
      <p:grpSpPr>
        <a:xfrm>
          <a:off x="0" y="0"/>
          <a:ext cx="0" cy="0"/>
          <a:chOff x="0" y="0"/>
          <a:chExt cx="0" cy="0"/>
        </a:xfrm>
      </p:grpSpPr>
      <p:pic>
        <p:nvPicPr>
          <p:cNvPr id="31" name="Google Shape;31;p16" descr="A group of people running&#10;&#10;Description automatically generated"/>
          <p:cNvPicPr preferRelativeResize="0"/>
          <p:nvPr/>
        </p:nvPicPr>
        <p:blipFill rotWithShape="1">
          <a:blip r:embed="rId2">
            <a:alphaModFix/>
          </a:blip>
          <a:srcRect t="5675" b="9685"/>
          <a:stretch/>
        </p:blipFill>
        <p:spPr>
          <a:xfrm>
            <a:off x="6" y="-22518"/>
            <a:ext cx="18288000" cy="10333623"/>
          </a:xfrm>
          <a:prstGeom prst="rect">
            <a:avLst/>
          </a:prstGeom>
          <a:noFill/>
          <a:ln>
            <a:noFill/>
          </a:ln>
        </p:spPr>
      </p:pic>
      <p:sp>
        <p:nvSpPr>
          <p:cNvPr id="32" name="Google Shape;32;p16"/>
          <p:cNvSpPr/>
          <p:nvPr/>
        </p:nvSpPr>
        <p:spPr>
          <a:xfrm>
            <a:off x="3" y="-45034"/>
            <a:ext cx="18288003" cy="10333623"/>
          </a:xfrm>
          <a:prstGeom prst="rect">
            <a:avLst/>
          </a:prstGeom>
          <a:solidFill>
            <a:schemeClr val="dk1">
              <a:alpha val="55686"/>
            </a:schemeClr>
          </a:solidFill>
          <a:ln>
            <a:noFill/>
          </a:ln>
        </p:spPr>
        <p:txBody>
          <a:bodyPr spcFirstLastPara="1" wrap="square" lIns="137138" tIns="68550" rIns="137138" bIns="68550" anchor="ctr" anchorCtr="0">
            <a:noAutofit/>
          </a:bodyPr>
          <a:lstStyle/>
          <a:p>
            <a:pPr marL="0" marR="0" lvl="0" indent="0" algn="ctr" rtl="0">
              <a:lnSpc>
                <a:spcPct val="100000"/>
              </a:lnSpc>
              <a:spcBef>
                <a:spcPts val="0"/>
              </a:spcBef>
              <a:spcAft>
                <a:spcPts val="0"/>
              </a:spcAft>
              <a:buNone/>
            </a:pPr>
            <a:endParaRPr sz="2400" b="0" i="0" u="none" strike="noStrike" cap="none">
              <a:solidFill>
                <a:schemeClr val="lt1"/>
              </a:solidFill>
              <a:latin typeface="Arial"/>
              <a:ea typeface="Arial"/>
              <a:cs typeface="Arial"/>
              <a:sym typeface="Arial"/>
            </a:endParaRPr>
          </a:p>
        </p:txBody>
      </p:sp>
      <p:sp>
        <p:nvSpPr>
          <p:cNvPr id="33" name="Google Shape;33;p16"/>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sz="1125" b="0" i="0" u="none" strike="noStrike" cap="none">
                <a:solidFill>
                  <a:schemeClr val="lt1"/>
                </a:solidFill>
                <a:latin typeface="Arial"/>
                <a:ea typeface="Arial"/>
                <a:cs typeface="Arial"/>
                <a:sym typeface="Arial"/>
              </a:defRPr>
            </a:lvl1pPr>
            <a:lvl2pPr marL="0" lvl="1" indent="0" algn="r">
              <a:spcBef>
                <a:spcPts val="0"/>
              </a:spcBef>
              <a:buNone/>
              <a:defRPr sz="1125" b="0" i="0" u="none" strike="noStrike" cap="none">
                <a:solidFill>
                  <a:schemeClr val="lt1"/>
                </a:solidFill>
                <a:latin typeface="Arial"/>
                <a:ea typeface="Arial"/>
                <a:cs typeface="Arial"/>
                <a:sym typeface="Arial"/>
              </a:defRPr>
            </a:lvl2pPr>
            <a:lvl3pPr marL="0" lvl="2" indent="0" algn="r">
              <a:spcBef>
                <a:spcPts val="0"/>
              </a:spcBef>
              <a:buNone/>
              <a:defRPr sz="1125" b="0" i="0" u="none" strike="noStrike" cap="none">
                <a:solidFill>
                  <a:schemeClr val="lt1"/>
                </a:solidFill>
                <a:latin typeface="Arial"/>
                <a:ea typeface="Arial"/>
                <a:cs typeface="Arial"/>
                <a:sym typeface="Arial"/>
              </a:defRPr>
            </a:lvl3pPr>
            <a:lvl4pPr marL="0" lvl="3" indent="0" algn="r">
              <a:spcBef>
                <a:spcPts val="0"/>
              </a:spcBef>
              <a:buNone/>
              <a:defRPr sz="1125" b="0" i="0" u="none" strike="noStrike" cap="none">
                <a:solidFill>
                  <a:schemeClr val="lt1"/>
                </a:solidFill>
                <a:latin typeface="Arial"/>
                <a:ea typeface="Arial"/>
                <a:cs typeface="Arial"/>
                <a:sym typeface="Arial"/>
              </a:defRPr>
            </a:lvl4pPr>
            <a:lvl5pPr marL="0" lvl="4" indent="0" algn="r">
              <a:spcBef>
                <a:spcPts val="0"/>
              </a:spcBef>
              <a:buNone/>
              <a:defRPr sz="1125" b="0" i="0" u="none" strike="noStrike" cap="none">
                <a:solidFill>
                  <a:schemeClr val="lt1"/>
                </a:solidFill>
                <a:latin typeface="Arial"/>
                <a:ea typeface="Arial"/>
                <a:cs typeface="Arial"/>
                <a:sym typeface="Arial"/>
              </a:defRPr>
            </a:lvl5pPr>
            <a:lvl6pPr marL="0" lvl="5" indent="0" algn="r">
              <a:spcBef>
                <a:spcPts val="0"/>
              </a:spcBef>
              <a:buNone/>
              <a:defRPr sz="1125" b="0" i="0" u="none" strike="noStrike" cap="none">
                <a:solidFill>
                  <a:schemeClr val="lt1"/>
                </a:solidFill>
                <a:latin typeface="Arial"/>
                <a:ea typeface="Arial"/>
                <a:cs typeface="Arial"/>
                <a:sym typeface="Arial"/>
              </a:defRPr>
            </a:lvl6pPr>
            <a:lvl7pPr marL="0" lvl="6" indent="0" algn="r">
              <a:spcBef>
                <a:spcPts val="0"/>
              </a:spcBef>
              <a:buNone/>
              <a:defRPr sz="1125" b="0" i="0" u="none" strike="noStrike" cap="none">
                <a:solidFill>
                  <a:schemeClr val="lt1"/>
                </a:solidFill>
                <a:latin typeface="Arial"/>
                <a:ea typeface="Arial"/>
                <a:cs typeface="Arial"/>
                <a:sym typeface="Arial"/>
              </a:defRPr>
            </a:lvl7pPr>
            <a:lvl8pPr marL="0" lvl="7" indent="0" algn="r">
              <a:spcBef>
                <a:spcPts val="0"/>
              </a:spcBef>
              <a:buNone/>
              <a:defRPr sz="1125" b="0" i="0" u="none" strike="noStrike" cap="none">
                <a:solidFill>
                  <a:schemeClr val="lt1"/>
                </a:solidFill>
                <a:latin typeface="Arial"/>
                <a:ea typeface="Arial"/>
                <a:cs typeface="Arial"/>
                <a:sym typeface="Arial"/>
              </a:defRPr>
            </a:lvl8pPr>
            <a:lvl9pPr marL="0" lvl="8" indent="0" algn="r">
              <a:spcBef>
                <a:spcPts val="0"/>
              </a:spcBef>
              <a:buNone/>
              <a:defRPr sz="1125" b="0" i="0" u="none" strike="noStrike" cap="none">
                <a:solidFill>
                  <a:schemeClr val="lt1"/>
                </a:solidFill>
                <a:latin typeface="Arial"/>
                <a:ea typeface="Arial"/>
                <a:cs typeface="Arial"/>
                <a:sym typeface="Arial"/>
              </a:defRPr>
            </a:lvl9pPr>
          </a:lstStyle>
          <a:p>
            <a:fld id="{00000000-1234-1234-1234-123412341234}" type="slidenum">
              <a:rPr lang="en-US" altLang="zh-TW" smtClean="0"/>
              <a:pPr/>
              <a:t>‹#›</a:t>
            </a:fld>
            <a:endParaRPr lang="en-US"/>
          </a:p>
        </p:txBody>
      </p:sp>
      <p:sp>
        <p:nvSpPr>
          <p:cNvPr id="34" name="Google Shape;34;p16"/>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6"/>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6"/>
          <p:cNvSpPr txBox="1">
            <a:spLocks noGrp="1"/>
          </p:cNvSpPr>
          <p:nvPr>
            <p:ph type="title"/>
          </p:nvPr>
        </p:nvSpPr>
        <p:spPr>
          <a:xfrm>
            <a:off x="664370" y="992486"/>
            <a:ext cx="2061686" cy="2322294"/>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accent2"/>
              </a:buClr>
              <a:buSzPts val="14400"/>
              <a:buFont typeface="Arial"/>
              <a:buNone/>
              <a:defRPr sz="21600" b="1">
                <a:solidFill>
                  <a:schemeClr val="accent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6"/>
          <p:cNvSpPr txBox="1">
            <a:spLocks noGrp="1"/>
          </p:cNvSpPr>
          <p:nvPr>
            <p:ph type="body" idx="1"/>
          </p:nvPr>
        </p:nvSpPr>
        <p:spPr>
          <a:xfrm>
            <a:off x="664371" y="3620232"/>
            <a:ext cx="6124356" cy="4415363"/>
          </a:xfrm>
          <a:prstGeom prst="rect">
            <a:avLst/>
          </a:prstGeom>
          <a:noFill/>
          <a:ln>
            <a:noFill/>
          </a:ln>
        </p:spPr>
        <p:txBody>
          <a:bodyPr spcFirstLastPara="1" wrap="square" lIns="0" tIns="0" rIns="0" bIns="0" anchor="t" anchorCtr="0">
            <a:noAutofit/>
          </a:bodyPr>
          <a:lstStyle>
            <a:lvl1pPr marL="685800" lvl="0" indent="-342900" algn="l">
              <a:lnSpc>
                <a:spcPct val="85000"/>
              </a:lnSpc>
              <a:spcBef>
                <a:spcPts val="0"/>
              </a:spcBef>
              <a:spcAft>
                <a:spcPts val="0"/>
              </a:spcAft>
              <a:buClr>
                <a:srgbClr val="F2F2F2"/>
              </a:buClr>
              <a:buSzPts val="3200"/>
              <a:buNone/>
              <a:defRPr sz="4800" b="1">
                <a:solidFill>
                  <a:srgbClr val="F2F2F2"/>
                </a:solidFill>
                <a:latin typeface="Microsoft JhengHei"/>
                <a:ea typeface="Microsoft JhengHei"/>
                <a:cs typeface="Microsoft JhengHei"/>
                <a:sym typeface="Microsoft JhengHei"/>
              </a:defRPr>
            </a:lvl1pPr>
            <a:lvl2pPr marL="1371600" lvl="1" indent="-342900" algn="l">
              <a:lnSpc>
                <a:spcPct val="100000"/>
              </a:lnSpc>
              <a:spcBef>
                <a:spcPts val="4500"/>
              </a:spcBef>
              <a:spcAft>
                <a:spcPts val="0"/>
              </a:spcAft>
              <a:buClr>
                <a:schemeClr val="dk1"/>
              </a:buClr>
              <a:buSzPts val="1600"/>
              <a:buFont typeface="Arial"/>
              <a:buNone/>
              <a:defRPr sz="2400" b="1">
                <a:solidFill>
                  <a:schemeClr val="dk1"/>
                </a:solidFill>
              </a:defRPr>
            </a:lvl2pPr>
            <a:lvl3pPr marL="2057400" lvl="2" indent="-342900" algn="l">
              <a:lnSpc>
                <a:spcPct val="100000"/>
              </a:lnSpc>
              <a:spcBef>
                <a:spcPts val="0"/>
              </a:spcBef>
              <a:spcAft>
                <a:spcPts val="0"/>
              </a:spcAft>
              <a:buClr>
                <a:schemeClr val="dk1"/>
              </a:buClr>
              <a:buSzPts val="1600"/>
              <a:buFont typeface="Arial"/>
              <a:buNone/>
              <a:defRPr sz="2400">
                <a:solidFill>
                  <a:schemeClr val="dk1"/>
                </a:solidFill>
              </a:defRPr>
            </a:lvl3pPr>
            <a:lvl4pPr marL="2743200" lvl="3" indent="-342900" algn="l">
              <a:lnSpc>
                <a:spcPct val="100000"/>
              </a:lnSpc>
              <a:spcBef>
                <a:spcPts val="0"/>
              </a:spcBef>
              <a:spcAft>
                <a:spcPts val="0"/>
              </a:spcAft>
              <a:buClr>
                <a:schemeClr val="dk1"/>
              </a:buClr>
              <a:buSzPts val="1600"/>
              <a:buFont typeface="Arial"/>
              <a:buNone/>
              <a:defRPr sz="2400">
                <a:solidFill>
                  <a:schemeClr val="dk1"/>
                </a:solidFill>
              </a:defRPr>
            </a:lvl4pPr>
            <a:lvl5pPr marL="3429000" lvl="4" indent="-342900" algn="l">
              <a:lnSpc>
                <a:spcPct val="100000"/>
              </a:lnSpc>
              <a:spcBef>
                <a:spcPts val="0"/>
              </a:spcBef>
              <a:spcAft>
                <a:spcPts val="0"/>
              </a:spcAft>
              <a:buClr>
                <a:schemeClr val="dk1"/>
              </a:buClr>
              <a:buSzPts val="1600"/>
              <a:buFont typeface="Arial"/>
              <a:buNone/>
              <a:defRPr sz="2400">
                <a:solidFill>
                  <a:schemeClr val="dk1"/>
                </a:solidFill>
              </a:defRPr>
            </a:lvl5pPr>
            <a:lvl6pPr marL="4114800" lvl="5" indent="-342900" algn="l">
              <a:lnSpc>
                <a:spcPct val="100000"/>
              </a:lnSpc>
              <a:spcBef>
                <a:spcPts val="0"/>
              </a:spcBef>
              <a:spcAft>
                <a:spcPts val="0"/>
              </a:spcAft>
              <a:buClr>
                <a:schemeClr val="dk1"/>
              </a:buClr>
              <a:buSzPts val="1600"/>
              <a:buFont typeface="Arial"/>
              <a:buNone/>
              <a:defRPr sz="2400">
                <a:solidFill>
                  <a:schemeClr val="dk1"/>
                </a:solidFill>
              </a:defRPr>
            </a:lvl6pPr>
            <a:lvl7pPr marL="4800600" lvl="6" indent="-342900" algn="l">
              <a:lnSpc>
                <a:spcPct val="100000"/>
              </a:lnSpc>
              <a:spcBef>
                <a:spcPts val="0"/>
              </a:spcBef>
              <a:spcAft>
                <a:spcPts val="0"/>
              </a:spcAft>
              <a:buClr>
                <a:schemeClr val="dk1"/>
              </a:buClr>
              <a:buSzPts val="1600"/>
              <a:buFont typeface="Arial"/>
              <a:buNone/>
              <a:defRPr sz="2400">
                <a:solidFill>
                  <a:schemeClr val="dk1"/>
                </a:solidFill>
              </a:defRPr>
            </a:lvl7pPr>
            <a:lvl8pPr marL="5486400" lvl="7" indent="-342900" algn="l">
              <a:lnSpc>
                <a:spcPct val="100000"/>
              </a:lnSpc>
              <a:spcBef>
                <a:spcPts val="0"/>
              </a:spcBef>
              <a:spcAft>
                <a:spcPts val="0"/>
              </a:spcAft>
              <a:buClr>
                <a:schemeClr val="dk1"/>
              </a:buClr>
              <a:buSzPts val="1600"/>
              <a:buFont typeface="Arial"/>
              <a:buNone/>
              <a:defRPr sz="2400">
                <a:solidFill>
                  <a:schemeClr val="dk1"/>
                </a:solidFill>
              </a:defRPr>
            </a:lvl8pPr>
            <a:lvl9pPr marL="6172200" lvl="8" indent="-342900" algn="l">
              <a:lnSpc>
                <a:spcPct val="100000"/>
              </a:lnSpc>
              <a:spcBef>
                <a:spcPts val="0"/>
              </a:spcBef>
              <a:spcAft>
                <a:spcPts val="0"/>
              </a:spcAft>
              <a:buClr>
                <a:schemeClr val="dk1"/>
              </a:buClr>
              <a:buSzPts val="1600"/>
              <a:buFont typeface="Arial"/>
              <a:buNone/>
              <a:defRPr sz="2400">
                <a:solidFill>
                  <a:schemeClr val="dk1"/>
                </a:solidFill>
              </a:defRPr>
            </a:lvl9pPr>
          </a:lstStyle>
          <a:p>
            <a:endParaRPr/>
          </a:p>
        </p:txBody>
      </p:sp>
    </p:spTree>
    <p:extLst>
      <p:ext uri="{BB962C8B-B14F-4D97-AF65-F5344CB8AC3E}">
        <p14:creationId xmlns:p14="http://schemas.microsoft.com/office/powerpoint/2010/main" val="3264338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773"/>
            <a:ext cx="15773400" cy="1988651"/>
          </a:xfrm>
          <a:prstGeom prst="rect">
            <a:avLst/>
          </a:prstGeom>
        </p:spPr>
        <p:txBody>
          <a:bodyPr vert="horz" lIns="91440" tIns="45720" rIns="91440" bIns="45720" rtlCol="0" anchor="ctr">
            <a:normAutofit/>
          </a:bodyPr>
          <a:lstStyle/>
          <a:p>
            <a:r>
              <a:rPr lang="en-US" altLang="zh-TW"/>
              <a:t>Click to edit Master title style</a:t>
            </a:r>
            <a:endParaRPr lang="en-US"/>
          </a:p>
        </p:txBody>
      </p:sp>
      <p:sp>
        <p:nvSpPr>
          <p:cNvPr id="3" name="Text Placeholder 2"/>
          <p:cNvSpPr>
            <a:spLocks noGrp="1"/>
          </p:cNvSpPr>
          <p:nvPr>
            <p:ph type="body" idx="1"/>
          </p:nvPr>
        </p:nvSpPr>
        <p:spPr>
          <a:xfrm>
            <a:off x="1257300" y="2738860"/>
            <a:ext cx="15773400" cy="6528015"/>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4" name="Date Placeholder 3"/>
          <p:cNvSpPr>
            <a:spLocks noGrp="1"/>
          </p:cNvSpPr>
          <p:nvPr>
            <p:ph type="dt" sz="half" idx="2"/>
          </p:nvPr>
        </p:nvSpPr>
        <p:spPr>
          <a:xfrm>
            <a:off x="1257300" y="9535998"/>
            <a:ext cx="4114800" cy="547772"/>
          </a:xfrm>
          <a:prstGeom prst="rect">
            <a:avLst/>
          </a:prstGeom>
        </p:spPr>
        <p:txBody>
          <a:bodyPr vert="horz" lIns="91440" tIns="45720" rIns="91440" bIns="45720" rtlCol="0" anchor="ctr"/>
          <a:lstStyle>
            <a:lvl1pPr algn="l">
              <a:defRPr sz="1800">
                <a:solidFill>
                  <a:schemeClr val="tx1">
                    <a:tint val="75000"/>
                  </a:schemeClr>
                </a:solidFill>
              </a:defRPr>
            </a:lvl1pPr>
          </a:lstStyle>
          <a:p>
            <a:fld id="{C764DE79-268F-4C1A-8933-263129D2AF90}" type="datetimeFigureOut">
              <a:rPr lang="en-US" dirty="0"/>
              <a:t>12/3/2025</a:t>
            </a:fld>
            <a:endParaRPr lang="en-US"/>
          </a:p>
        </p:txBody>
      </p:sp>
      <p:sp>
        <p:nvSpPr>
          <p:cNvPr id="5" name="Footer Placeholder 4"/>
          <p:cNvSpPr>
            <a:spLocks noGrp="1"/>
          </p:cNvSpPr>
          <p:nvPr>
            <p:ph type="ftr" sz="quarter" idx="3"/>
          </p:nvPr>
        </p:nvSpPr>
        <p:spPr>
          <a:xfrm>
            <a:off x="6057900" y="9535998"/>
            <a:ext cx="6172200" cy="547772"/>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915900" y="9535998"/>
            <a:ext cx="4114800" cy="547772"/>
          </a:xfrm>
          <a:prstGeom prst="rect">
            <a:avLst/>
          </a:prstGeom>
        </p:spPr>
        <p:txBody>
          <a:bodyPr vert="horz" lIns="91440" tIns="45720" rIns="91440" bIns="45720" rtlCol="0" anchor="ctr"/>
          <a:lstStyle>
            <a:lvl1pPr algn="r">
              <a:defRPr sz="18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319702633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65" r:id="rId13"/>
    <p:sldLayoutId id="2147483668" r:id="rId14"/>
    <p:sldLayoutId id="2147483664" r:id="rId15"/>
    <p:sldLayoutId id="2147483684" r:id="rId16"/>
    <p:sldLayoutId id="2147483663" r:id="rId17"/>
    <p:sldLayoutId id="2147483683" r:id="rId18"/>
    <p:sldLayoutId id="2147483694" r:id="rId19"/>
    <p:sldLayoutId id="2147483693" r:id="rId20"/>
    <p:sldLayoutId id="2147483692" r:id="rId21"/>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a16="http://schemas.microsoft.com/office/drawing/2014/main" id="{7F582E9E-3697-760D-DA26-BA27025404FB}"/>
              </a:ext>
            </a:extLst>
          </p:cNvPr>
          <p:cNvSpPr>
            <a:spLocks noChangeArrowheads="1"/>
          </p:cNvSpPr>
          <p:nvPr/>
        </p:nvSpPr>
        <p:spPr bwMode="auto">
          <a:xfrm>
            <a:off x="843405" y="5144294"/>
            <a:ext cx="653711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4800">
                <a:latin typeface="Microsoft JhengHei" panose="020B0604030504040204" pitchFamily="34" charset="-120"/>
                <a:ea typeface="Microsoft JhengHei" panose="020B0604030504040204" pitchFamily="34" charset="-120"/>
              </a:rPr>
              <a:t>賜昌集團 </a:t>
            </a:r>
            <a:r>
              <a:rPr lang="en-US" altLang="zh-TW" sz="4800">
                <a:latin typeface="Microsoft JhengHei" panose="020B0604030504040204" pitchFamily="34" charset="-120"/>
                <a:ea typeface="Microsoft JhengHei" panose="020B0604030504040204" pitchFamily="34" charset="-120"/>
              </a:rPr>
              <a:t>SAP</a:t>
            </a:r>
            <a:r>
              <a:rPr lang="zh-TW" altLang="en-US" sz="4800">
                <a:latin typeface="Microsoft JhengHei" panose="020B0604030504040204" pitchFamily="34" charset="-120"/>
                <a:ea typeface="Microsoft JhengHei" panose="020B0604030504040204" pitchFamily="34" charset="-120"/>
              </a:rPr>
              <a:t>推進中心</a:t>
            </a:r>
          </a:p>
        </p:txBody>
      </p:sp>
      <p:sp>
        <p:nvSpPr>
          <p:cNvPr id="3" name="TextBox 2">
            <a:extLst>
              <a:ext uri="{FF2B5EF4-FFF2-40B4-BE49-F238E27FC236}">
                <a16:creationId xmlns:a16="http://schemas.microsoft.com/office/drawing/2014/main" id="{8859345E-AB13-0337-28A8-72F68FB71A83}"/>
              </a:ext>
            </a:extLst>
          </p:cNvPr>
          <p:cNvSpPr txBox="1"/>
          <p:nvPr/>
        </p:nvSpPr>
        <p:spPr>
          <a:xfrm>
            <a:off x="843407" y="7871570"/>
            <a:ext cx="4710228" cy="738664"/>
          </a:xfrm>
          <a:prstGeom prst="rect">
            <a:avLst/>
          </a:prstGeom>
          <a:noFill/>
        </p:spPr>
        <p:txBody>
          <a:bodyPr wrap="square" rtlCol="0">
            <a:spAutoFit/>
          </a:bodyPr>
          <a:lstStyle/>
          <a:p>
            <a:r>
              <a:rPr kumimoji="1" lang="en-US" altLang="zh-TW" sz="2100" dirty="0">
                <a:latin typeface="Microsoft JhengHei" panose="020B0604030504040204" pitchFamily="34" charset="-120"/>
                <a:ea typeface="Microsoft JhengHei" panose="020B0604030504040204" pitchFamily="34" charset="-120"/>
              </a:rPr>
              <a:t>Presentation by </a:t>
            </a:r>
            <a:r>
              <a:rPr kumimoji="1" lang="en-US" altLang="zh-TW" sz="2100" b="1" dirty="0">
                <a:latin typeface="Microsoft JhengHei" panose="020B0604030504040204" pitchFamily="34" charset="-120"/>
                <a:ea typeface="Microsoft JhengHei" panose="020B0604030504040204" pitchFamily="34" charset="-120"/>
              </a:rPr>
              <a:t>Yaping, Vincent</a:t>
            </a:r>
          </a:p>
          <a:p>
            <a:r>
              <a:rPr kumimoji="1" lang="en-US" altLang="zh-TW" sz="2100" dirty="0">
                <a:latin typeface="Microsoft JhengHei" panose="020B0604030504040204" pitchFamily="34" charset="-120"/>
                <a:ea typeface="Microsoft JhengHei" panose="020B0604030504040204" pitchFamily="34" charset="-120"/>
              </a:rPr>
              <a:t>2025/11</a:t>
            </a:r>
            <a:endParaRPr kumimoji="1" lang="zh-TW" altLang="en-US" sz="2100" dirty="0">
              <a:latin typeface="Microsoft JhengHei" panose="020B0604030504040204" pitchFamily="34" charset="-120"/>
              <a:ea typeface="Microsoft JhengHei" panose="020B0604030504040204" pitchFamily="34" charset="-120"/>
            </a:endParaRPr>
          </a:p>
        </p:txBody>
      </p:sp>
      <p:sp>
        <p:nvSpPr>
          <p:cNvPr id="5" name="矩形 1">
            <a:extLst>
              <a:ext uri="{FF2B5EF4-FFF2-40B4-BE49-F238E27FC236}">
                <a16:creationId xmlns:a16="http://schemas.microsoft.com/office/drawing/2014/main" id="{E1637891-39B6-9F83-1E67-17C75D44F0A1}"/>
              </a:ext>
            </a:extLst>
          </p:cNvPr>
          <p:cNvSpPr>
            <a:spLocks noChangeArrowheads="1"/>
          </p:cNvSpPr>
          <p:nvPr/>
        </p:nvSpPr>
        <p:spPr bwMode="auto">
          <a:xfrm>
            <a:off x="843405" y="7179076"/>
            <a:ext cx="65371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a:spcBef>
                <a:spcPct val="0"/>
              </a:spcBef>
              <a:buNone/>
            </a:pPr>
            <a:r>
              <a:rPr lang="zh-TW" altLang="en-US" sz="3600" b="0" dirty="0">
                <a:latin typeface="Microsoft JhengHei"/>
                <a:ea typeface="Microsoft JhengHei"/>
                <a:cs typeface="Microsoft JhengHei"/>
                <a:sym typeface="Microsoft JhengHei"/>
              </a:rPr>
              <a:t>採購</a:t>
            </a:r>
            <a:r>
              <a:rPr lang="en-US" altLang="zh-TW" sz="3600" b="0" dirty="0">
                <a:latin typeface="Microsoft JhengHei"/>
                <a:ea typeface="Microsoft JhengHei"/>
                <a:cs typeface="Microsoft JhengHei"/>
                <a:sym typeface="Microsoft JhengHei"/>
              </a:rPr>
              <a:t>_</a:t>
            </a:r>
            <a:r>
              <a:rPr lang="zh-TW" altLang="en-US" sz="3600" b="0" dirty="0">
                <a:latin typeface="Microsoft JhengHei"/>
                <a:ea typeface="Microsoft JhengHei"/>
                <a:cs typeface="Microsoft JhengHei"/>
                <a:sym typeface="Microsoft JhengHei"/>
              </a:rPr>
              <a:t>補充說明文件</a:t>
            </a:r>
            <a:endParaRPr lang="zh-TW" altLang="en-US" sz="3600" b="0" dirty="0">
              <a:ea typeface="新細明體" panose="02020500000000000000" pitchFamily="18" charset="-120"/>
            </a:endParaRPr>
          </a:p>
        </p:txBody>
      </p:sp>
    </p:spTree>
    <p:extLst>
      <p:ext uri="{BB962C8B-B14F-4D97-AF65-F5344CB8AC3E}">
        <p14:creationId xmlns:p14="http://schemas.microsoft.com/office/powerpoint/2010/main" val="42830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E80DA1-64A2-5823-796C-F122EF6F5784}"/>
              </a:ext>
            </a:extLst>
          </p:cNvPr>
          <p:cNvSpPr>
            <a:spLocks noGrp="1"/>
          </p:cNvSpPr>
          <p:nvPr>
            <p:ph type="title"/>
          </p:nvPr>
        </p:nvSpPr>
        <p:spPr/>
        <p:txBody>
          <a:bodyPr/>
          <a:lstStyle/>
          <a:p>
            <a:r>
              <a:rPr lang="en-US" altLang="zh-TW" dirty="0"/>
              <a:t>MM-MA-0020</a:t>
            </a:r>
            <a:r>
              <a:rPr lang="zh-TW" altLang="en-US" dirty="0"/>
              <a:t>：供應商主檔架構 </a:t>
            </a:r>
          </a:p>
        </p:txBody>
      </p:sp>
      <p:sp>
        <p:nvSpPr>
          <p:cNvPr id="3" name="矩形: 圓角 2">
            <a:extLst>
              <a:ext uri="{FF2B5EF4-FFF2-40B4-BE49-F238E27FC236}">
                <a16:creationId xmlns:a16="http://schemas.microsoft.com/office/drawing/2014/main" id="{5D9C726D-C2C6-12CC-C263-F136BF3ED041}"/>
              </a:ext>
            </a:extLst>
          </p:cNvPr>
          <p:cNvSpPr/>
          <p:nvPr/>
        </p:nvSpPr>
        <p:spPr>
          <a:xfrm>
            <a:off x="9074037" y="1835882"/>
            <a:ext cx="3600000" cy="2016000"/>
          </a:xfrm>
          <a:prstGeom prst="roundRect">
            <a:avLst>
              <a:gd name="adj" fmla="val 15713"/>
            </a:avLst>
          </a:prstGeom>
          <a:solidFill>
            <a:schemeClr val="bg1"/>
          </a:solidFill>
          <a:ln w="317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spcAft>
                <a:spcPts val="1200"/>
              </a:spcAft>
            </a:pPr>
            <a:r>
              <a:rPr lang="zh-TW" altLang="en-US" sz="3200" b="1" u="sng" dirty="0">
                <a:solidFill>
                  <a:schemeClr val="tx1"/>
                </a:solidFill>
              </a:rPr>
              <a:t>基本資料</a:t>
            </a:r>
            <a:endParaRPr lang="en-US" altLang="zh-TW" sz="3200" b="1" u="sng" dirty="0">
              <a:solidFill>
                <a:schemeClr val="tx1"/>
              </a:solidFill>
            </a:endParaRPr>
          </a:p>
          <a:p>
            <a:pPr algn="ctr"/>
            <a:r>
              <a:rPr lang="zh-TW" altLang="en-US" sz="2400" dirty="0">
                <a:solidFill>
                  <a:schemeClr val="tx1"/>
                </a:solidFill>
              </a:rPr>
              <a:t>公司地址</a:t>
            </a:r>
          </a:p>
          <a:p>
            <a:pPr algn="ctr"/>
            <a:r>
              <a:rPr lang="zh-TW" altLang="en-US" sz="2400" dirty="0">
                <a:solidFill>
                  <a:schemeClr val="tx1"/>
                </a:solidFill>
              </a:rPr>
              <a:t>聯絡資料</a:t>
            </a:r>
          </a:p>
          <a:p>
            <a:pPr algn="ctr"/>
            <a:r>
              <a:rPr lang="zh-TW" altLang="en-US" sz="2400" dirty="0">
                <a:solidFill>
                  <a:schemeClr val="tx1"/>
                </a:solidFill>
              </a:rPr>
              <a:t>銀行資料</a:t>
            </a:r>
          </a:p>
        </p:txBody>
      </p:sp>
      <p:sp>
        <p:nvSpPr>
          <p:cNvPr id="4" name="矩形: 圓角 3">
            <a:extLst>
              <a:ext uri="{FF2B5EF4-FFF2-40B4-BE49-F238E27FC236}">
                <a16:creationId xmlns:a16="http://schemas.microsoft.com/office/drawing/2014/main" id="{4D72C222-64C1-8ACC-79C0-C04AC1D4EFB7}"/>
              </a:ext>
            </a:extLst>
          </p:cNvPr>
          <p:cNvSpPr/>
          <p:nvPr/>
        </p:nvSpPr>
        <p:spPr>
          <a:xfrm>
            <a:off x="12139480" y="4577472"/>
            <a:ext cx="3600000" cy="2016000"/>
          </a:xfrm>
          <a:prstGeom prst="roundRect">
            <a:avLst>
              <a:gd name="adj" fmla="val 15713"/>
            </a:avLst>
          </a:prstGeom>
          <a:solidFill>
            <a:schemeClr val="bg1"/>
          </a:solidFill>
          <a:ln w="317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spcAft>
                <a:spcPts val="1200"/>
              </a:spcAft>
            </a:pPr>
            <a:r>
              <a:rPr lang="zh-TW" altLang="en-US" sz="3200" b="1" u="sng" dirty="0">
                <a:solidFill>
                  <a:schemeClr val="tx1"/>
                </a:solidFill>
              </a:rPr>
              <a:t>公司代碼資料</a:t>
            </a:r>
            <a:endParaRPr lang="en-US" altLang="zh-TW" sz="3200" b="1" u="sng" dirty="0">
              <a:solidFill>
                <a:schemeClr val="tx1"/>
              </a:solidFill>
            </a:endParaRPr>
          </a:p>
          <a:p>
            <a:pPr algn="ctr"/>
            <a:r>
              <a:rPr lang="zh-TW" altLang="en-US" sz="2400" dirty="0">
                <a:solidFill>
                  <a:schemeClr val="tx1"/>
                </a:solidFill>
              </a:rPr>
              <a:t>會計科目</a:t>
            </a:r>
          </a:p>
          <a:p>
            <a:pPr algn="ctr"/>
            <a:r>
              <a:rPr lang="zh-TW" altLang="en-US" sz="2400" dirty="0">
                <a:solidFill>
                  <a:schemeClr val="tx1"/>
                </a:solidFill>
              </a:rPr>
              <a:t>付款條件</a:t>
            </a:r>
          </a:p>
          <a:p>
            <a:pPr algn="ctr"/>
            <a:r>
              <a:rPr lang="zh-TW" altLang="en-US" sz="2400" dirty="0">
                <a:solidFill>
                  <a:schemeClr val="tx1"/>
                </a:solidFill>
              </a:rPr>
              <a:t>付款方法</a:t>
            </a:r>
          </a:p>
        </p:txBody>
      </p:sp>
      <p:sp>
        <p:nvSpPr>
          <p:cNvPr id="5" name="矩形: 圓角 4">
            <a:extLst>
              <a:ext uri="{FF2B5EF4-FFF2-40B4-BE49-F238E27FC236}">
                <a16:creationId xmlns:a16="http://schemas.microsoft.com/office/drawing/2014/main" id="{9B421B2D-F972-C151-039C-99152671C87C}"/>
              </a:ext>
            </a:extLst>
          </p:cNvPr>
          <p:cNvSpPr/>
          <p:nvPr/>
        </p:nvSpPr>
        <p:spPr>
          <a:xfrm>
            <a:off x="6728123" y="4577472"/>
            <a:ext cx="3600000" cy="2016000"/>
          </a:xfrm>
          <a:prstGeom prst="roundRect">
            <a:avLst>
              <a:gd name="adj" fmla="val 15713"/>
            </a:avLst>
          </a:prstGeom>
          <a:solidFill>
            <a:schemeClr val="bg1"/>
          </a:solidFill>
          <a:ln w="317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spcAft>
                <a:spcPts val="1200"/>
              </a:spcAft>
            </a:pPr>
            <a:r>
              <a:rPr lang="zh-TW" altLang="en-US" sz="3200" b="1" u="sng" dirty="0">
                <a:solidFill>
                  <a:schemeClr val="tx1"/>
                </a:solidFill>
              </a:rPr>
              <a:t>採購組織資料</a:t>
            </a:r>
            <a:endParaRPr lang="en-US" altLang="zh-TW" sz="3200" b="1" u="sng" dirty="0">
              <a:solidFill>
                <a:schemeClr val="tx1"/>
              </a:solidFill>
            </a:endParaRPr>
          </a:p>
          <a:p>
            <a:pPr algn="ctr"/>
            <a:r>
              <a:rPr lang="zh-TW" altLang="en-US" sz="2400" dirty="0">
                <a:solidFill>
                  <a:schemeClr val="tx1"/>
                </a:solidFill>
              </a:rPr>
              <a:t>交易幣別</a:t>
            </a:r>
          </a:p>
          <a:p>
            <a:pPr algn="ctr"/>
            <a:r>
              <a:rPr lang="zh-TW" altLang="en-US" sz="2400" dirty="0">
                <a:solidFill>
                  <a:schemeClr val="tx1"/>
                </a:solidFill>
              </a:rPr>
              <a:t>付款條件</a:t>
            </a:r>
          </a:p>
          <a:p>
            <a:pPr algn="ctr"/>
            <a:r>
              <a:rPr lang="zh-TW" altLang="en-US" sz="2400" dirty="0">
                <a:solidFill>
                  <a:schemeClr val="tx1"/>
                </a:solidFill>
              </a:rPr>
              <a:t>業務窗口</a:t>
            </a:r>
          </a:p>
        </p:txBody>
      </p:sp>
      <p:cxnSp>
        <p:nvCxnSpPr>
          <p:cNvPr id="7" name="接點: 肘形 6">
            <a:extLst>
              <a:ext uri="{FF2B5EF4-FFF2-40B4-BE49-F238E27FC236}">
                <a16:creationId xmlns:a16="http://schemas.microsoft.com/office/drawing/2014/main" id="{41E7A8F9-5413-B136-BF2C-2E1D8D835E7E}"/>
              </a:ext>
            </a:extLst>
          </p:cNvPr>
          <p:cNvCxnSpPr>
            <a:cxnSpLocks/>
            <a:stCxn id="3" idx="2"/>
            <a:endCxn id="5" idx="0"/>
          </p:cNvCxnSpPr>
          <p:nvPr/>
        </p:nvCxnSpPr>
        <p:spPr>
          <a:xfrm rot="5400000">
            <a:off x="9338285" y="3041720"/>
            <a:ext cx="725590" cy="2345914"/>
          </a:xfrm>
          <a:prstGeom prst="bentConnector3">
            <a:avLst>
              <a:gd name="adj1" fmla="val 50000"/>
            </a:avLst>
          </a:prstGeom>
          <a:ln w="38100" cap="rnd">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接點: 肘形 9">
            <a:extLst>
              <a:ext uri="{FF2B5EF4-FFF2-40B4-BE49-F238E27FC236}">
                <a16:creationId xmlns:a16="http://schemas.microsoft.com/office/drawing/2014/main" id="{0AF474F7-C5EF-140A-5D42-E32D2CABAF81}"/>
              </a:ext>
            </a:extLst>
          </p:cNvPr>
          <p:cNvCxnSpPr>
            <a:cxnSpLocks/>
            <a:stCxn id="3" idx="2"/>
            <a:endCxn id="4" idx="0"/>
          </p:cNvCxnSpPr>
          <p:nvPr/>
        </p:nvCxnSpPr>
        <p:spPr>
          <a:xfrm rot="16200000" flipH="1">
            <a:off x="12043963" y="2681955"/>
            <a:ext cx="725590" cy="3065443"/>
          </a:xfrm>
          <a:prstGeom prst="bentConnector3">
            <a:avLst>
              <a:gd name="adj1" fmla="val 50000"/>
            </a:avLst>
          </a:prstGeom>
          <a:ln w="38100" cap="rnd">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矩形: 圓角 12">
            <a:extLst>
              <a:ext uri="{FF2B5EF4-FFF2-40B4-BE49-F238E27FC236}">
                <a16:creationId xmlns:a16="http://schemas.microsoft.com/office/drawing/2014/main" id="{77BA977B-81D1-EFA5-67EF-A165266AF683}"/>
              </a:ext>
            </a:extLst>
          </p:cNvPr>
          <p:cNvSpPr/>
          <p:nvPr/>
        </p:nvSpPr>
        <p:spPr>
          <a:xfrm>
            <a:off x="2031618" y="4577472"/>
            <a:ext cx="3600000" cy="2016000"/>
          </a:xfrm>
          <a:prstGeom prst="roundRect">
            <a:avLst>
              <a:gd name="adj" fmla="val 15713"/>
            </a:avLst>
          </a:prstGeom>
          <a:solidFill>
            <a:schemeClr val="accent1">
              <a:lumMod val="20000"/>
              <a:lumOff val="80000"/>
            </a:schemeClr>
          </a:solidFill>
          <a:ln w="3175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spcAft>
                <a:spcPts val="1200"/>
              </a:spcAft>
            </a:pPr>
            <a:r>
              <a:rPr lang="zh-TW" altLang="en-US" sz="3200" b="1" u="sng" dirty="0">
                <a:solidFill>
                  <a:schemeClr val="tx1"/>
                </a:solidFill>
              </a:rPr>
              <a:t>供應商子範圍</a:t>
            </a:r>
            <a:endParaRPr lang="en-US" altLang="zh-TW" sz="3200" b="1" u="sng" dirty="0">
              <a:solidFill>
                <a:schemeClr val="tx1"/>
              </a:solidFill>
            </a:endParaRPr>
          </a:p>
          <a:p>
            <a:pPr algn="ctr"/>
            <a:r>
              <a:rPr lang="zh-TW" altLang="en-US" sz="2400" dirty="0">
                <a:solidFill>
                  <a:schemeClr val="tx1"/>
                </a:solidFill>
              </a:rPr>
              <a:t>交易幣別</a:t>
            </a:r>
          </a:p>
          <a:p>
            <a:pPr algn="ctr"/>
            <a:r>
              <a:rPr lang="zh-TW" altLang="en-US" sz="2400" dirty="0">
                <a:solidFill>
                  <a:schemeClr val="tx1"/>
                </a:solidFill>
              </a:rPr>
              <a:t>付款條件</a:t>
            </a:r>
          </a:p>
        </p:txBody>
      </p:sp>
      <p:cxnSp>
        <p:nvCxnSpPr>
          <p:cNvPr id="14" name="接點: 肘形 13">
            <a:extLst>
              <a:ext uri="{FF2B5EF4-FFF2-40B4-BE49-F238E27FC236}">
                <a16:creationId xmlns:a16="http://schemas.microsoft.com/office/drawing/2014/main" id="{51EB6745-DB62-1E2E-2EC9-33AED00C3F16}"/>
              </a:ext>
            </a:extLst>
          </p:cNvPr>
          <p:cNvCxnSpPr>
            <a:cxnSpLocks/>
            <a:stCxn id="5" idx="1"/>
            <a:endCxn id="13" idx="3"/>
          </p:cNvCxnSpPr>
          <p:nvPr/>
        </p:nvCxnSpPr>
        <p:spPr>
          <a:xfrm flipH="1">
            <a:off x="5631618" y="5585472"/>
            <a:ext cx="1096505" cy="0"/>
          </a:xfrm>
          <a:prstGeom prst="straightConnector1">
            <a:avLst/>
          </a:prstGeom>
          <a:ln w="38100" cap="rnd">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B5242844-F5F9-93F3-06CB-BA03565925B4}"/>
              </a:ext>
            </a:extLst>
          </p:cNvPr>
          <p:cNvSpPr txBox="1"/>
          <p:nvPr/>
        </p:nvSpPr>
        <p:spPr>
          <a:xfrm>
            <a:off x="5746392" y="5646680"/>
            <a:ext cx="697627" cy="400110"/>
          </a:xfrm>
          <a:prstGeom prst="rect">
            <a:avLst/>
          </a:prstGeom>
          <a:noFill/>
        </p:spPr>
        <p:txBody>
          <a:bodyPr wrap="none" rtlCol="0">
            <a:spAutoFit/>
          </a:bodyPr>
          <a:lstStyle/>
          <a:p>
            <a:r>
              <a:rPr lang="zh-TW" altLang="en-US" sz="2000" dirty="0"/>
              <a:t>啟用</a:t>
            </a:r>
          </a:p>
        </p:txBody>
      </p:sp>
      <p:pic>
        <p:nvPicPr>
          <p:cNvPr id="12" name="圖片 11">
            <a:extLst>
              <a:ext uri="{FF2B5EF4-FFF2-40B4-BE49-F238E27FC236}">
                <a16:creationId xmlns:a16="http://schemas.microsoft.com/office/drawing/2014/main" id="{54A25391-CAEE-9EDB-F442-C327AEA8C85B}"/>
              </a:ext>
            </a:extLst>
          </p:cNvPr>
          <p:cNvPicPr>
            <a:picLocks noChangeAspect="1"/>
          </p:cNvPicPr>
          <p:nvPr/>
        </p:nvPicPr>
        <p:blipFill>
          <a:blip r:embed="rId2"/>
          <a:stretch>
            <a:fillRect/>
          </a:stretch>
        </p:blipFill>
        <p:spPr>
          <a:xfrm>
            <a:off x="824629" y="6685544"/>
            <a:ext cx="7466667" cy="319047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184085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250"/>
                                        <p:tgtEl>
                                          <p:spTgt spid="14"/>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right)">
                                      <p:cBhvr>
                                        <p:cTn id="10" dur="250"/>
                                        <p:tgtEl>
                                          <p:spTgt spid="17"/>
                                        </p:tgtEl>
                                      </p:cBhvr>
                                    </p:animEffect>
                                  </p:childTnLst>
                                </p:cTn>
                              </p:par>
                            </p:childTnLst>
                          </p:cTn>
                        </p:par>
                        <p:par>
                          <p:cTn id="11" fill="hold">
                            <p:stCondLst>
                              <p:cond delay="250"/>
                            </p:stCondLst>
                            <p:childTnLst>
                              <p:par>
                                <p:cTn id="12" presetID="1"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childTnLst>
                                </p:cTn>
                              </p:par>
                            </p:childTnLst>
                          </p:cTn>
                        </p:par>
                        <p:par>
                          <p:cTn id="14" fill="hold">
                            <p:stCondLst>
                              <p:cond delay="250"/>
                            </p:stCondLst>
                            <p:childTnLst>
                              <p:par>
                                <p:cTn id="15" presetID="22" presetClass="entr" presetSubtype="1" fill="hold"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up)">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8D94C-E247-24F7-35F8-7C2F3B78E6E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82F833D-F218-2B1E-5015-5A41A6DB643A}"/>
              </a:ext>
            </a:extLst>
          </p:cNvPr>
          <p:cNvSpPr>
            <a:spLocks noGrp="1"/>
          </p:cNvSpPr>
          <p:nvPr>
            <p:ph type="title"/>
          </p:nvPr>
        </p:nvSpPr>
        <p:spPr/>
        <p:txBody>
          <a:bodyPr/>
          <a:lstStyle/>
          <a:p>
            <a:r>
              <a:rPr lang="en-US" altLang="zh-TW"/>
              <a:t>MM-PU-0010 </a:t>
            </a:r>
            <a:r>
              <a:rPr lang="zh-TW" altLang="en-US" dirty="0"/>
              <a:t>詢報價更新價格主檔流程 </a:t>
            </a:r>
            <a:r>
              <a:rPr lang="en-US" altLang="zh-TW" dirty="0"/>
              <a:t>(</a:t>
            </a:r>
            <a:r>
              <a:rPr lang="zh-TW" altLang="en-US" dirty="0"/>
              <a:t>簡圖</a:t>
            </a:r>
            <a:r>
              <a:rPr lang="en-US" altLang="zh-TW" dirty="0"/>
              <a:t>)</a:t>
            </a:r>
            <a:r>
              <a:rPr lang="zh-TW" altLang="en-US" dirty="0"/>
              <a:t> </a:t>
            </a:r>
          </a:p>
        </p:txBody>
      </p:sp>
      <p:grpSp>
        <p:nvGrpSpPr>
          <p:cNvPr id="77" name="群組 76">
            <a:extLst>
              <a:ext uri="{FF2B5EF4-FFF2-40B4-BE49-F238E27FC236}">
                <a16:creationId xmlns:a16="http://schemas.microsoft.com/office/drawing/2014/main" id="{401889E4-2FDA-ACDD-55BF-FB836B194102}"/>
              </a:ext>
            </a:extLst>
          </p:cNvPr>
          <p:cNvGrpSpPr/>
          <p:nvPr/>
        </p:nvGrpSpPr>
        <p:grpSpPr>
          <a:xfrm>
            <a:off x="864000" y="7056000"/>
            <a:ext cx="16668000" cy="1728000"/>
            <a:chOff x="864000" y="7063381"/>
            <a:chExt cx="16668000" cy="1728000"/>
          </a:xfrm>
        </p:grpSpPr>
        <p:cxnSp>
          <p:nvCxnSpPr>
            <p:cNvPr id="35" name="直線單箭頭接點 34">
              <a:extLst>
                <a:ext uri="{FF2B5EF4-FFF2-40B4-BE49-F238E27FC236}">
                  <a16:creationId xmlns:a16="http://schemas.microsoft.com/office/drawing/2014/main" id="{7B3F812F-7632-BDDA-57E6-A2D5943AE1BD}"/>
                </a:ext>
              </a:extLst>
            </p:cNvPr>
            <p:cNvCxnSpPr>
              <a:cxnSpLocks/>
              <a:stCxn id="36" idx="3"/>
              <a:endCxn id="37" idx="1"/>
            </p:cNvCxnSpPr>
            <p:nvPr/>
          </p:nvCxnSpPr>
          <p:spPr>
            <a:xfrm>
              <a:off x="8028000" y="7927381"/>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矩形: 圓角 35">
              <a:extLst>
                <a:ext uri="{FF2B5EF4-FFF2-40B4-BE49-F238E27FC236}">
                  <a16:creationId xmlns:a16="http://schemas.microsoft.com/office/drawing/2014/main" id="{F4AC2D65-5EDA-94E6-2F1A-5322D86B56A2}"/>
                </a:ext>
              </a:extLst>
            </p:cNvPr>
            <p:cNvSpPr/>
            <p:nvPr/>
          </p:nvSpPr>
          <p:spPr>
            <a:xfrm>
              <a:off x="5436000" y="7470181"/>
              <a:ext cx="2592000" cy="91440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rPr>
                <a:t>整理 </a:t>
              </a:r>
              <a:r>
                <a:rPr lang="en-US" altLang="zh-TW" sz="2400" b="1" dirty="0">
                  <a:solidFill>
                    <a:schemeClr val="tx1"/>
                  </a:solidFill>
                </a:rPr>
                <a:t>Excel </a:t>
              </a:r>
              <a:r>
                <a:rPr lang="zh-TW" altLang="en-US" sz="2400" b="1" dirty="0">
                  <a:solidFill>
                    <a:schemeClr val="tx1"/>
                  </a:solidFill>
                </a:rPr>
                <a:t>資料</a:t>
              </a:r>
            </a:p>
          </p:txBody>
        </p:sp>
        <p:sp>
          <p:nvSpPr>
            <p:cNvPr id="37" name="矩形: 圓角 36">
              <a:extLst>
                <a:ext uri="{FF2B5EF4-FFF2-40B4-BE49-F238E27FC236}">
                  <a16:creationId xmlns:a16="http://schemas.microsoft.com/office/drawing/2014/main" id="{1DAFD5BA-0C2F-0A7C-5153-F69F5933C9DB}"/>
                </a:ext>
              </a:extLst>
            </p:cNvPr>
            <p:cNvSpPr/>
            <p:nvPr/>
          </p:nvSpPr>
          <p:spPr>
            <a:xfrm>
              <a:off x="8352000" y="747018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 rIns="18000" rtlCol="0" anchor="ctr"/>
            <a:lstStyle/>
            <a:p>
              <a:pPr algn="ctr"/>
              <a:r>
                <a:rPr lang="zh-TW" altLang="en-US" sz="2400" b="1" dirty="0">
                  <a:solidFill>
                    <a:schemeClr val="tx1"/>
                  </a:solidFill>
                </a:rPr>
                <a:t>資訊記錄暫存上傳</a:t>
              </a:r>
              <a:endParaRPr lang="en-US" altLang="zh-TW" sz="2400" b="1" dirty="0">
                <a:solidFill>
                  <a:schemeClr val="tx1"/>
                </a:solidFill>
              </a:endParaRPr>
            </a:p>
            <a:p>
              <a:pPr algn="ctr"/>
              <a:r>
                <a:rPr lang="en-US" altLang="zh-TW" sz="2400" b="1" dirty="0">
                  <a:solidFill>
                    <a:srgbClr val="FF0000"/>
                  </a:solidFill>
                </a:rPr>
                <a:t>ZMM007</a:t>
              </a:r>
              <a:endParaRPr lang="zh-TW" altLang="en-US" sz="2400" b="1" dirty="0">
                <a:solidFill>
                  <a:srgbClr val="FF0000"/>
                </a:solidFill>
              </a:endParaRPr>
            </a:p>
          </p:txBody>
        </p:sp>
        <p:sp>
          <p:nvSpPr>
            <p:cNvPr id="38" name="矩形: 圓角 37">
              <a:extLst>
                <a:ext uri="{FF2B5EF4-FFF2-40B4-BE49-F238E27FC236}">
                  <a16:creationId xmlns:a16="http://schemas.microsoft.com/office/drawing/2014/main" id="{C238B710-38E5-5B48-D341-55441F45AAC2}"/>
                </a:ext>
              </a:extLst>
            </p:cNvPr>
            <p:cNvSpPr/>
            <p:nvPr/>
          </p:nvSpPr>
          <p:spPr>
            <a:xfrm>
              <a:off x="11268000" y="7470181"/>
              <a:ext cx="2592000" cy="91440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solidFill>
                </a:rPr>
                <a:t>BPM </a:t>
              </a:r>
              <a:r>
                <a:rPr lang="zh-TW" altLang="en-US" sz="2400" b="1" dirty="0">
                  <a:solidFill>
                    <a:schemeClr val="tx1"/>
                  </a:solidFill>
                </a:rPr>
                <a:t>簽核報價</a:t>
              </a:r>
            </a:p>
          </p:txBody>
        </p:sp>
        <p:sp>
          <p:nvSpPr>
            <p:cNvPr id="39" name="矩形: 圓角 38">
              <a:extLst>
                <a:ext uri="{FF2B5EF4-FFF2-40B4-BE49-F238E27FC236}">
                  <a16:creationId xmlns:a16="http://schemas.microsoft.com/office/drawing/2014/main" id="{1F24CDFD-F47D-3C1C-ACCC-7E7A50C85898}"/>
                </a:ext>
              </a:extLst>
            </p:cNvPr>
            <p:cNvSpPr/>
            <p:nvPr/>
          </p:nvSpPr>
          <p:spPr>
            <a:xfrm>
              <a:off x="14688000" y="747018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solidFill>
                </a:rPr>
                <a:t>Create/Change</a:t>
              </a:r>
            </a:p>
            <a:p>
              <a:pPr algn="ctr"/>
              <a:r>
                <a:rPr lang="zh-TW" altLang="en-US" sz="2400" b="1" dirty="0">
                  <a:solidFill>
                    <a:schemeClr val="tx1"/>
                  </a:solidFill>
                </a:rPr>
                <a:t>資訊記錄</a:t>
              </a:r>
            </a:p>
          </p:txBody>
        </p:sp>
        <p:cxnSp>
          <p:nvCxnSpPr>
            <p:cNvPr id="40" name="直線單箭頭接點 39">
              <a:extLst>
                <a:ext uri="{FF2B5EF4-FFF2-40B4-BE49-F238E27FC236}">
                  <a16:creationId xmlns:a16="http://schemas.microsoft.com/office/drawing/2014/main" id="{DD42FF8D-51A6-F5CD-DF80-69B6CFBFEA37}"/>
                </a:ext>
              </a:extLst>
            </p:cNvPr>
            <p:cNvCxnSpPr>
              <a:cxnSpLocks/>
              <a:stCxn id="37" idx="3"/>
              <a:endCxn id="38" idx="1"/>
            </p:cNvCxnSpPr>
            <p:nvPr/>
          </p:nvCxnSpPr>
          <p:spPr>
            <a:xfrm>
              <a:off x="10944000" y="7927381"/>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E0FBAAD2-EC59-1B08-2836-FAC073182448}"/>
                </a:ext>
              </a:extLst>
            </p:cNvPr>
            <p:cNvCxnSpPr>
              <a:cxnSpLocks/>
              <a:stCxn id="38" idx="3"/>
              <a:endCxn id="39" idx="1"/>
            </p:cNvCxnSpPr>
            <p:nvPr/>
          </p:nvCxnSpPr>
          <p:spPr>
            <a:xfrm>
              <a:off x="13860000" y="7927381"/>
              <a:ext cx="828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 name="文字方塊 41">
              <a:extLst>
                <a:ext uri="{FF2B5EF4-FFF2-40B4-BE49-F238E27FC236}">
                  <a16:creationId xmlns:a16="http://schemas.microsoft.com/office/drawing/2014/main" id="{9DAE5D3C-5183-EFB2-5521-B97B60257F75}"/>
                </a:ext>
              </a:extLst>
            </p:cNvPr>
            <p:cNvSpPr txBox="1"/>
            <p:nvPr/>
          </p:nvSpPr>
          <p:spPr>
            <a:xfrm>
              <a:off x="13925187" y="7972329"/>
              <a:ext cx="697627" cy="400110"/>
            </a:xfrm>
            <a:prstGeom prst="rect">
              <a:avLst/>
            </a:prstGeom>
            <a:noFill/>
          </p:spPr>
          <p:txBody>
            <a:bodyPr wrap="none" rtlCol="0">
              <a:spAutoFit/>
            </a:bodyPr>
            <a:lstStyle/>
            <a:p>
              <a:r>
                <a:rPr lang="zh-TW" altLang="en-US" sz="2000" dirty="0"/>
                <a:t>核准</a:t>
              </a:r>
            </a:p>
          </p:txBody>
        </p:sp>
        <p:grpSp>
          <p:nvGrpSpPr>
            <p:cNvPr id="10" name="群組 9">
              <a:extLst>
                <a:ext uri="{FF2B5EF4-FFF2-40B4-BE49-F238E27FC236}">
                  <a16:creationId xmlns:a16="http://schemas.microsoft.com/office/drawing/2014/main" id="{D0FA62EF-5580-463D-CEC3-58EB30105946}"/>
                </a:ext>
              </a:extLst>
            </p:cNvPr>
            <p:cNvGrpSpPr/>
            <p:nvPr/>
          </p:nvGrpSpPr>
          <p:grpSpPr>
            <a:xfrm>
              <a:off x="864000" y="7063381"/>
              <a:ext cx="16668000" cy="1728000"/>
              <a:chOff x="857245" y="4537201"/>
              <a:chExt cx="16668000" cy="1728000"/>
            </a:xfrm>
          </p:grpSpPr>
          <p:sp>
            <p:nvSpPr>
              <p:cNvPr id="12" name="矩形: 圓角 11">
                <a:extLst>
                  <a:ext uri="{FF2B5EF4-FFF2-40B4-BE49-F238E27FC236}">
                    <a16:creationId xmlns:a16="http://schemas.microsoft.com/office/drawing/2014/main" id="{9F8D58CF-428B-D6D1-FD9F-1EA11AE88C3A}"/>
                  </a:ext>
                </a:extLst>
              </p:cNvPr>
              <p:cNvSpPr/>
              <p:nvPr/>
            </p:nvSpPr>
            <p:spPr>
              <a:xfrm>
                <a:off x="857245" y="4537201"/>
                <a:ext cx="16668000" cy="1728000"/>
              </a:xfrm>
              <a:prstGeom prst="roundRect">
                <a:avLst>
                  <a:gd name="adj" fmla="val 7698"/>
                </a:avLst>
              </a:prstGeom>
              <a:no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圓角化同側角落 12">
                <a:extLst>
                  <a:ext uri="{FF2B5EF4-FFF2-40B4-BE49-F238E27FC236}">
                    <a16:creationId xmlns:a16="http://schemas.microsoft.com/office/drawing/2014/main" id="{90BF998F-63B7-9F40-59A8-1B0F345018A6}"/>
                  </a:ext>
                </a:extLst>
              </p:cNvPr>
              <p:cNvSpPr/>
              <p:nvPr/>
            </p:nvSpPr>
            <p:spPr>
              <a:xfrm rot="16200000">
                <a:off x="677245" y="4717201"/>
                <a:ext cx="1728000" cy="1368000"/>
              </a:xfrm>
              <a:prstGeom prst="round2SameRect">
                <a:avLst>
                  <a:gd name="adj1" fmla="val 10630"/>
                  <a:gd name="adj2" fmla="val 0"/>
                </a:avLst>
              </a:prstGeom>
              <a:solidFill>
                <a:schemeClr val="tx1">
                  <a:lumMod val="65000"/>
                  <a:lumOff val="35000"/>
                </a:schemeClr>
              </a:solidFill>
              <a:ln w="158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TW" altLang="en-US" sz="2800" b="1" dirty="0">
                    <a:solidFill>
                      <a:schemeClr val="bg1"/>
                    </a:solidFill>
                  </a:rPr>
                  <a:t>透由</a:t>
                </a:r>
                <a:r>
                  <a:rPr lang="en-US" altLang="zh-TW" sz="2800" b="1" dirty="0">
                    <a:solidFill>
                      <a:schemeClr val="bg1"/>
                    </a:solidFill>
                  </a:rPr>
                  <a:t>BPM</a:t>
                </a:r>
              </a:p>
              <a:p>
                <a:pPr algn="ctr"/>
                <a:r>
                  <a:rPr lang="zh-TW" altLang="en-US" sz="2800" b="1" dirty="0">
                    <a:solidFill>
                      <a:schemeClr val="bg1"/>
                    </a:solidFill>
                  </a:rPr>
                  <a:t>建立</a:t>
                </a:r>
              </a:p>
            </p:txBody>
          </p:sp>
        </p:grpSp>
      </p:grpSp>
      <p:grpSp>
        <p:nvGrpSpPr>
          <p:cNvPr id="23" name="群組 22">
            <a:extLst>
              <a:ext uri="{FF2B5EF4-FFF2-40B4-BE49-F238E27FC236}">
                <a16:creationId xmlns:a16="http://schemas.microsoft.com/office/drawing/2014/main" id="{1C424418-A41F-2054-1869-43E608700D4E}"/>
              </a:ext>
            </a:extLst>
          </p:cNvPr>
          <p:cNvGrpSpPr/>
          <p:nvPr/>
        </p:nvGrpSpPr>
        <p:grpSpPr>
          <a:xfrm>
            <a:off x="900000" y="9180000"/>
            <a:ext cx="2760750" cy="802389"/>
            <a:chOff x="900000" y="9236986"/>
            <a:chExt cx="2760750" cy="802389"/>
          </a:xfrm>
        </p:grpSpPr>
        <p:grpSp>
          <p:nvGrpSpPr>
            <p:cNvPr id="8" name="群組 7">
              <a:extLst>
                <a:ext uri="{FF2B5EF4-FFF2-40B4-BE49-F238E27FC236}">
                  <a16:creationId xmlns:a16="http://schemas.microsoft.com/office/drawing/2014/main" id="{73825F7A-2B30-6407-AEF0-1D849F2C4529}"/>
                </a:ext>
              </a:extLst>
            </p:cNvPr>
            <p:cNvGrpSpPr/>
            <p:nvPr/>
          </p:nvGrpSpPr>
          <p:grpSpPr>
            <a:xfrm>
              <a:off x="900000" y="9236986"/>
              <a:ext cx="1794781" cy="369332"/>
              <a:chOff x="900000" y="9236986"/>
              <a:chExt cx="1794781" cy="369332"/>
            </a:xfrm>
          </p:grpSpPr>
          <p:sp>
            <p:nvSpPr>
              <p:cNvPr id="6" name="矩形: 圓角 5">
                <a:extLst>
                  <a:ext uri="{FF2B5EF4-FFF2-40B4-BE49-F238E27FC236}">
                    <a16:creationId xmlns:a16="http://schemas.microsoft.com/office/drawing/2014/main" id="{B3D90DDC-918A-EDCA-48FD-62F60EBA50A3}"/>
                  </a:ext>
                </a:extLst>
              </p:cNvPr>
              <p:cNvSpPr/>
              <p:nvPr/>
            </p:nvSpPr>
            <p:spPr>
              <a:xfrm>
                <a:off x="900000" y="9241652"/>
                <a:ext cx="360000" cy="360000"/>
              </a:xfrm>
              <a:prstGeom prst="roundRect">
                <a:avLst>
                  <a:gd name="adj" fmla="val 21959"/>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400" b="1" dirty="0">
                  <a:solidFill>
                    <a:schemeClr val="tx1"/>
                  </a:solidFill>
                </a:endParaRPr>
              </a:p>
            </p:txBody>
          </p:sp>
          <p:sp>
            <p:nvSpPr>
              <p:cNvPr id="7" name="文字方塊 6">
                <a:extLst>
                  <a:ext uri="{FF2B5EF4-FFF2-40B4-BE49-F238E27FC236}">
                    <a16:creationId xmlns:a16="http://schemas.microsoft.com/office/drawing/2014/main" id="{A98F64F7-4A49-5FEC-7719-F9196097A931}"/>
                  </a:ext>
                </a:extLst>
              </p:cNvPr>
              <p:cNvSpPr txBox="1"/>
              <p:nvPr/>
            </p:nvSpPr>
            <p:spPr>
              <a:xfrm>
                <a:off x="1296000" y="9236986"/>
                <a:ext cx="1398781" cy="369332"/>
              </a:xfrm>
              <a:prstGeom prst="rect">
                <a:avLst/>
              </a:prstGeom>
              <a:noFill/>
            </p:spPr>
            <p:txBody>
              <a:bodyPr wrap="none" rtlCol="0">
                <a:spAutoFit/>
              </a:bodyPr>
              <a:lstStyle/>
              <a:p>
                <a:r>
                  <a:rPr lang="en-US" altLang="zh-TW" dirty="0"/>
                  <a:t>SAP </a:t>
                </a:r>
                <a:r>
                  <a:rPr lang="zh-TW" altLang="en-US" dirty="0"/>
                  <a:t>端作業</a:t>
                </a:r>
              </a:p>
            </p:txBody>
          </p:sp>
        </p:grpSp>
        <p:grpSp>
          <p:nvGrpSpPr>
            <p:cNvPr id="19" name="群組 18">
              <a:extLst>
                <a:ext uri="{FF2B5EF4-FFF2-40B4-BE49-F238E27FC236}">
                  <a16:creationId xmlns:a16="http://schemas.microsoft.com/office/drawing/2014/main" id="{D63057C5-1499-B5E4-F399-E1ECA0E439C2}"/>
                </a:ext>
              </a:extLst>
            </p:cNvPr>
            <p:cNvGrpSpPr/>
            <p:nvPr/>
          </p:nvGrpSpPr>
          <p:grpSpPr>
            <a:xfrm>
              <a:off x="900000" y="9670043"/>
              <a:ext cx="2760750" cy="369332"/>
              <a:chOff x="900000" y="9236986"/>
              <a:chExt cx="2760750" cy="369332"/>
            </a:xfrm>
          </p:grpSpPr>
          <p:sp>
            <p:nvSpPr>
              <p:cNvPr id="20" name="矩形: 圓角 19">
                <a:extLst>
                  <a:ext uri="{FF2B5EF4-FFF2-40B4-BE49-F238E27FC236}">
                    <a16:creationId xmlns:a16="http://schemas.microsoft.com/office/drawing/2014/main" id="{48F0D880-D917-D76D-40C4-E214323F5C64}"/>
                  </a:ext>
                </a:extLst>
              </p:cNvPr>
              <p:cNvSpPr/>
              <p:nvPr/>
            </p:nvSpPr>
            <p:spPr>
              <a:xfrm>
                <a:off x="900000" y="9241652"/>
                <a:ext cx="360000" cy="360000"/>
              </a:xfrm>
              <a:prstGeom prst="roundRect">
                <a:avLst>
                  <a:gd name="adj" fmla="val 21959"/>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400" b="1" dirty="0">
                  <a:solidFill>
                    <a:schemeClr val="tx1"/>
                  </a:solidFill>
                </a:endParaRPr>
              </a:p>
            </p:txBody>
          </p:sp>
          <p:sp>
            <p:nvSpPr>
              <p:cNvPr id="22" name="文字方塊 21">
                <a:extLst>
                  <a:ext uri="{FF2B5EF4-FFF2-40B4-BE49-F238E27FC236}">
                    <a16:creationId xmlns:a16="http://schemas.microsoft.com/office/drawing/2014/main" id="{815A3D28-5A0B-B791-A3C3-4ED91F4B750D}"/>
                  </a:ext>
                </a:extLst>
              </p:cNvPr>
              <p:cNvSpPr txBox="1"/>
              <p:nvPr/>
            </p:nvSpPr>
            <p:spPr>
              <a:xfrm>
                <a:off x="1296000" y="9236986"/>
                <a:ext cx="2364750" cy="369332"/>
              </a:xfrm>
              <a:prstGeom prst="rect">
                <a:avLst/>
              </a:prstGeom>
              <a:noFill/>
            </p:spPr>
            <p:txBody>
              <a:bodyPr wrap="none" rtlCol="0">
                <a:spAutoFit/>
              </a:bodyPr>
              <a:lstStyle/>
              <a:p>
                <a:r>
                  <a:rPr lang="zh-TW" altLang="en-US" dirty="0"/>
                  <a:t>外部系統 </a:t>
                </a:r>
                <a:r>
                  <a:rPr lang="en-US" altLang="zh-TW" dirty="0"/>
                  <a:t>or </a:t>
                </a:r>
                <a:r>
                  <a:rPr lang="zh-TW" altLang="en-US" dirty="0"/>
                  <a:t>線下作業</a:t>
                </a:r>
              </a:p>
            </p:txBody>
          </p:sp>
        </p:grpSp>
      </p:grpSp>
      <p:grpSp>
        <p:nvGrpSpPr>
          <p:cNvPr id="75" name="群組 74">
            <a:extLst>
              <a:ext uri="{FF2B5EF4-FFF2-40B4-BE49-F238E27FC236}">
                <a16:creationId xmlns:a16="http://schemas.microsoft.com/office/drawing/2014/main" id="{5A2EB459-6BA7-09DA-BB27-17DB871B3FF1}"/>
              </a:ext>
            </a:extLst>
          </p:cNvPr>
          <p:cNvGrpSpPr/>
          <p:nvPr/>
        </p:nvGrpSpPr>
        <p:grpSpPr>
          <a:xfrm>
            <a:off x="864000" y="1908000"/>
            <a:ext cx="16668000" cy="2736000"/>
            <a:chOff x="864000" y="1950606"/>
            <a:chExt cx="16668000" cy="2736000"/>
          </a:xfrm>
        </p:grpSpPr>
        <p:cxnSp>
          <p:nvCxnSpPr>
            <p:cNvPr id="11" name="直線單箭頭接點 10">
              <a:extLst>
                <a:ext uri="{FF2B5EF4-FFF2-40B4-BE49-F238E27FC236}">
                  <a16:creationId xmlns:a16="http://schemas.microsoft.com/office/drawing/2014/main" id="{C80B1C01-8262-5EBE-BDC7-C3CC24067CBF}"/>
                </a:ext>
              </a:extLst>
            </p:cNvPr>
            <p:cNvCxnSpPr>
              <a:cxnSpLocks/>
              <a:stCxn id="18" idx="3"/>
              <a:endCxn id="34" idx="1"/>
            </p:cNvCxnSpPr>
            <p:nvPr/>
          </p:nvCxnSpPr>
          <p:spPr>
            <a:xfrm>
              <a:off x="5112000" y="2698171"/>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圓角 17">
              <a:extLst>
                <a:ext uri="{FF2B5EF4-FFF2-40B4-BE49-F238E27FC236}">
                  <a16:creationId xmlns:a16="http://schemas.microsoft.com/office/drawing/2014/main" id="{D717D803-2584-ABD2-6B47-7B66031BDA3D}"/>
                </a:ext>
              </a:extLst>
            </p:cNvPr>
            <p:cNvSpPr/>
            <p:nvPr/>
          </p:nvSpPr>
          <p:spPr>
            <a:xfrm>
              <a:off x="2520000" y="224097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rPr>
                <a:t>建立詢價單</a:t>
              </a:r>
              <a:endParaRPr lang="en-US" altLang="zh-TW" sz="2400" b="1" dirty="0">
                <a:solidFill>
                  <a:schemeClr val="tx1"/>
                </a:solidFill>
              </a:endParaRPr>
            </a:p>
            <a:p>
              <a:pPr algn="ctr"/>
              <a:r>
                <a:rPr lang="en-US" altLang="zh-TW" sz="2400" b="1" dirty="0">
                  <a:solidFill>
                    <a:schemeClr val="tx1"/>
                  </a:solidFill>
                </a:rPr>
                <a:t>ME41</a:t>
              </a:r>
              <a:endParaRPr lang="zh-TW" altLang="en-US" sz="2400" b="1" dirty="0">
                <a:solidFill>
                  <a:schemeClr val="tx1"/>
                </a:solidFill>
              </a:endParaRPr>
            </a:p>
          </p:txBody>
        </p:sp>
        <p:sp>
          <p:nvSpPr>
            <p:cNvPr id="3" name="矩形: 圓角 2">
              <a:extLst>
                <a:ext uri="{FF2B5EF4-FFF2-40B4-BE49-F238E27FC236}">
                  <a16:creationId xmlns:a16="http://schemas.microsoft.com/office/drawing/2014/main" id="{F527D985-0CB3-FCAF-FBF4-FD07193E7D5C}"/>
                </a:ext>
              </a:extLst>
            </p:cNvPr>
            <p:cNvSpPr/>
            <p:nvPr/>
          </p:nvSpPr>
          <p:spPr>
            <a:xfrm>
              <a:off x="8352000" y="224097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rPr>
                <a:t>發起 </a:t>
              </a:r>
              <a:r>
                <a:rPr lang="en-US" altLang="zh-TW" sz="2400" b="1" dirty="0">
                  <a:solidFill>
                    <a:schemeClr val="tx1"/>
                  </a:solidFill>
                </a:rPr>
                <a:t>BPM </a:t>
              </a:r>
              <a:r>
                <a:rPr lang="zh-TW" altLang="en-US" sz="2400" b="1" dirty="0">
                  <a:solidFill>
                    <a:schemeClr val="tx1"/>
                  </a:solidFill>
                </a:rPr>
                <a:t>簽核</a:t>
              </a:r>
              <a:endParaRPr lang="en-US" altLang="zh-TW" sz="2400" b="1" dirty="0">
                <a:solidFill>
                  <a:schemeClr val="tx1"/>
                </a:solidFill>
              </a:endParaRPr>
            </a:p>
            <a:p>
              <a:pPr algn="ctr"/>
              <a:r>
                <a:rPr lang="en-US" altLang="zh-TW" sz="2400" b="1" dirty="0">
                  <a:solidFill>
                    <a:schemeClr val="tx1"/>
                  </a:solidFill>
                </a:rPr>
                <a:t>ME45 / ZMM005</a:t>
              </a:r>
              <a:endParaRPr lang="zh-TW" altLang="en-US" sz="2400" b="1" dirty="0">
                <a:solidFill>
                  <a:schemeClr val="tx1"/>
                </a:solidFill>
              </a:endParaRPr>
            </a:p>
          </p:txBody>
        </p:sp>
        <p:sp>
          <p:nvSpPr>
            <p:cNvPr id="4" name="矩形: 圓角 3">
              <a:extLst>
                <a:ext uri="{FF2B5EF4-FFF2-40B4-BE49-F238E27FC236}">
                  <a16:creationId xmlns:a16="http://schemas.microsoft.com/office/drawing/2014/main" id="{CA7CFDD8-51AC-DCDC-B6B4-09881F01525D}"/>
                </a:ext>
              </a:extLst>
            </p:cNvPr>
            <p:cNvSpPr/>
            <p:nvPr/>
          </p:nvSpPr>
          <p:spPr>
            <a:xfrm>
              <a:off x="11268000" y="2240971"/>
              <a:ext cx="2592000" cy="91440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solidFill>
                </a:rPr>
                <a:t>BPM </a:t>
              </a:r>
              <a:r>
                <a:rPr lang="zh-TW" altLang="en-US" sz="2400" b="1" dirty="0">
                  <a:solidFill>
                    <a:schemeClr val="tx1"/>
                  </a:solidFill>
                </a:rPr>
                <a:t>簽核報價</a:t>
              </a:r>
            </a:p>
          </p:txBody>
        </p:sp>
        <p:sp>
          <p:nvSpPr>
            <p:cNvPr id="5" name="矩形: 圓角 4">
              <a:extLst>
                <a:ext uri="{FF2B5EF4-FFF2-40B4-BE49-F238E27FC236}">
                  <a16:creationId xmlns:a16="http://schemas.microsoft.com/office/drawing/2014/main" id="{A3498218-098E-AF5F-E55E-921B35B5CFB8}"/>
                </a:ext>
              </a:extLst>
            </p:cNvPr>
            <p:cNvSpPr/>
            <p:nvPr/>
          </p:nvSpPr>
          <p:spPr>
            <a:xfrm>
              <a:off x="14688000" y="224097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solidFill>
                </a:rPr>
                <a:t>Create/Change</a:t>
              </a:r>
            </a:p>
            <a:p>
              <a:pPr algn="ctr"/>
              <a:r>
                <a:rPr lang="zh-TW" altLang="en-US" sz="2400" b="1" dirty="0">
                  <a:solidFill>
                    <a:schemeClr val="tx1"/>
                  </a:solidFill>
                </a:rPr>
                <a:t>資訊記錄</a:t>
              </a:r>
            </a:p>
          </p:txBody>
        </p:sp>
        <p:cxnSp>
          <p:nvCxnSpPr>
            <p:cNvPr id="16" name="直線單箭頭接點 15">
              <a:extLst>
                <a:ext uri="{FF2B5EF4-FFF2-40B4-BE49-F238E27FC236}">
                  <a16:creationId xmlns:a16="http://schemas.microsoft.com/office/drawing/2014/main" id="{55394B95-6665-3EA8-65DC-9D548E92F7BA}"/>
                </a:ext>
              </a:extLst>
            </p:cNvPr>
            <p:cNvCxnSpPr>
              <a:cxnSpLocks/>
              <a:stCxn id="3" idx="3"/>
              <a:endCxn id="4" idx="1"/>
            </p:cNvCxnSpPr>
            <p:nvPr/>
          </p:nvCxnSpPr>
          <p:spPr>
            <a:xfrm>
              <a:off x="10944000" y="2698171"/>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217D5601-C63A-7944-8F56-896C1C025101}"/>
                </a:ext>
              </a:extLst>
            </p:cNvPr>
            <p:cNvCxnSpPr>
              <a:cxnSpLocks/>
              <a:stCxn id="4" idx="3"/>
              <a:endCxn id="5" idx="1"/>
            </p:cNvCxnSpPr>
            <p:nvPr/>
          </p:nvCxnSpPr>
          <p:spPr>
            <a:xfrm>
              <a:off x="13860000" y="2698171"/>
              <a:ext cx="828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1A7E549D-88DF-4665-0E1D-8AC64B4C22C3}"/>
                </a:ext>
              </a:extLst>
            </p:cNvPr>
            <p:cNvSpPr txBox="1"/>
            <p:nvPr/>
          </p:nvSpPr>
          <p:spPr>
            <a:xfrm>
              <a:off x="13925187" y="2743067"/>
              <a:ext cx="697627" cy="400110"/>
            </a:xfrm>
            <a:prstGeom prst="rect">
              <a:avLst/>
            </a:prstGeom>
            <a:noFill/>
          </p:spPr>
          <p:txBody>
            <a:bodyPr wrap="none" rtlCol="0">
              <a:spAutoFit/>
            </a:bodyPr>
            <a:lstStyle/>
            <a:p>
              <a:r>
                <a:rPr lang="zh-TW" altLang="en-US" sz="2000" dirty="0"/>
                <a:t>核准</a:t>
              </a:r>
            </a:p>
          </p:txBody>
        </p:sp>
        <p:grpSp>
          <p:nvGrpSpPr>
            <p:cNvPr id="74" name="群組 73">
              <a:extLst>
                <a:ext uri="{FF2B5EF4-FFF2-40B4-BE49-F238E27FC236}">
                  <a16:creationId xmlns:a16="http://schemas.microsoft.com/office/drawing/2014/main" id="{AAA4DE2C-2270-DDF9-EF8D-85F6EA1FD0F6}"/>
                </a:ext>
              </a:extLst>
            </p:cNvPr>
            <p:cNvGrpSpPr/>
            <p:nvPr/>
          </p:nvGrpSpPr>
          <p:grpSpPr>
            <a:xfrm>
              <a:off x="864000" y="1950606"/>
              <a:ext cx="16668000" cy="2736000"/>
              <a:chOff x="864000" y="1950606"/>
              <a:chExt cx="16668000" cy="2736000"/>
            </a:xfrm>
          </p:grpSpPr>
          <p:sp>
            <p:nvSpPr>
              <p:cNvPr id="15" name="矩形: 圓角 14">
                <a:extLst>
                  <a:ext uri="{FF2B5EF4-FFF2-40B4-BE49-F238E27FC236}">
                    <a16:creationId xmlns:a16="http://schemas.microsoft.com/office/drawing/2014/main" id="{A9D8C69F-5C84-5FB3-48D6-04D152B629F5}"/>
                  </a:ext>
                </a:extLst>
              </p:cNvPr>
              <p:cNvSpPr/>
              <p:nvPr/>
            </p:nvSpPr>
            <p:spPr>
              <a:xfrm>
                <a:off x="864000" y="1950606"/>
                <a:ext cx="16668000" cy="2736000"/>
              </a:xfrm>
              <a:prstGeom prst="roundRect">
                <a:avLst>
                  <a:gd name="adj" fmla="val 7698"/>
                </a:avLst>
              </a:prstGeom>
              <a:no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7" name="矩形: 圓角化同側角落 16">
                <a:extLst>
                  <a:ext uri="{FF2B5EF4-FFF2-40B4-BE49-F238E27FC236}">
                    <a16:creationId xmlns:a16="http://schemas.microsoft.com/office/drawing/2014/main" id="{7A9A1B1D-782A-0FB6-1B73-B5DE892DF2C6}"/>
                  </a:ext>
                </a:extLst>
              </p:cNvPr>
              <p:cNvSpPr/>
              <p:nvPr/>
            </p:nvSpPr>
            <p:spPr>
              <a:xfrm rot="16200000">
                <a:off x="180000" y="2634606"/>
                <a:ext cx="2736000" cy="1368000"/>
              </a:xfrm>
              <a:prstGeom prst="round2SameRect">
                <a:avLst>
                  <a:gd name="adj1" fmla="val 10630"/>
                  <a:gd name="adj2" fmla="val 0"/>
                </a:avLst>
              </a:prstGeom>
              <a:solidFill>
                <a:schemeClr val="tx1">
                  <a:lumMod val="65000"/>
                  <a:lumOff val="35000"/>
                </a:schemeClr>
              </a:solidFill>
              <a:ln w="1587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TW" altLang="en-US" sz="2800" b="1" dirty="0">
                    <a:solidFill>
                      <a:schemeClr val="bg1"/>
                    </a:solidFill>
                  </a:rPr>
                  <a:t>詢價單功能</a:t>
                </a:r>
              </a:p>
            </p:txBody>
          </p:sp>
        </p:grpSp>
        <p:sp>
          <p:nvSpPr>
            <p:cNvPr id="34" name="矩形: 圓角 33">
              <a:extLst>
                <a:ext uri="{FF2B5EF4-FFF2-40B4-BE49-F238E27FC236}">
                  <a16:creationId xmlns:a16="http://schemas.microsoft.com/office/drawing/2014/main" id="{C8BB2B30-B665-A1B9-4AB2-D5D182BD32B5}"/>
                </a:ext>
              </a:extLst>
            </p:cNvPr>
            <p:cNvSpPr/>
            <p:nvPr/>
          </p:nvSpPr>
          <p:spPr>
            <a:xfrm>
              <a:off x="5436000" y="224097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rPr>
                <a:t>維護供應商報價</a:t>
              </a:r>
              <a:endParaRPr lang="en-US" altLang="zh-TW" sz="2400" b="1" dirty="0">
                <a:solidFill>
                  <a:schemeClr val="tx1"/>
                </a:solidFill>
              </a:endParaRPr>
            </a:p>
            <a:p>
              <a:pPr algn="ctr"/>
              <a:r>
                <a:rPr lang="en-US" altLang="zh-TW" sz="2400" b="1" dirty="0">
                  <a:solidFill>
                    <a:schemeClr val="tx1"/>
                  </a:solidFill>
                </a:rPr>
                <a:t>ME47</a:t>
              </a:r>
              <a:endParaRPr lang="zh-TW" altLang="en-US" sz="2400" b="1" dirty="0">
                <a:solidFill>
                  <a:schemeClr val="tx1"/>
                </a:solidFill>
              </a:endParaRPr>
            </a:p>
          </p:txBody>
        </p:sp>
        <p:cxnSp>
          <p:nvCxnSpPr>
            <p:cNvPr id="44" name="直線單箭頭接點 43">
              <a:extLst>
                <a:ext uri="{FF2B5EF4-FFF2-40B4-BE49-F238E27FC236}">
                  <a16:creationId xmlns:a16="http://schemas.microsoft.com/office/drawing/2014/main" id="{EAD5C08A-8CD1-0170-9F52-E92494B4705A}"/>
                </a:ext>
              </a:extLst>
            </p:cNvPr>
            <p:cNvCxnSpPr>
              <a:cxnSpLocks/>
              <a:stCxn id="34" idx="3"/>
              <a:endCxn id="3" idx="1"/>
            </p:cNvCxnSpPr>
            <p:nvPr/>
          </p:nvCxnSpPr>
          <p:spPr>
            <a:xfrm>
              <a:off x="8028000" y="2698171"/>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4" name="矩形: 圓角 53">
              <a:extLst>
                <a:ext uri="{FF2B5EF4-FFF2-40B4-BE49-F238E27FC236}">
                  <a16:creationId xmlns:a16="http://schemas.microsoft.com/office/drawing/2014/main" id="{E24A2A0D-5F31-0BC9-0313-F284B40A561D}"/>
                </a:ext>
              </a:extLst>
            </p:cNvPr>
            <p:cNvSpPr/>
            <p:nvPr/>
          </p:nvSpPr>
          <p:spPr>
            <a:xfrm>
              <a:off x="2520000" y="347106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rPr>
                <a:t>建立詢價單</a:t>
              </a:r>
              <a:endParaRPr lang="en-US" altLang="zh-TW" sz="2400" b="1" dirty="0">
                <a:solidFill>
                  <a:schemeClr val="tx1"/>
                </a:solidFill>
              </a:endParaRPr>
            </a:p>
            <a:p>
              <a:pPr algn="ctr"/>
              <a:r>
                <a:rPr lang="en-US" altLang="zh-TW" sz="2400" b="1" dirty="0">
                  <a:solidFill>
                    <a:schemeClr val="tx1"/>
                  </a:solidFill>
                </a:rPr>
                <a:t>ME41</a:t>
              </a:r>
              <a:endParaRPr lang="zh-TW" altLang="en-US" sz="2400" b="1" dirty="0">
                <a:solidFill>
                  <a:schemeClr val="tx1"/>
                </a:solidFill>
              </a:endParaRPr>
            </a:p>
          </p:txBody>
        </p:sp>
        <p:sp>
          <p:nvSpPr>
            <p:cNvPr id="55" name="矩形: 圓角 54">
              <a:extLst>
                <a:ext uri="{FF2B5EF4-FFF2-40B4-BE49-F238E27FC236}">
                  <a16:creationId xmlns:a16="http://schemas.microsoft.com/office/drawing/2014/main" id="{2EFD78C7-8F04-2EB6-A2C1-069C853EC486}"/>
                </a:ext>
              </a:extLst>
            </p:cNvPr>
            <p:cNvSpPr/>
            <p:nvPr/>
          </p:nvSpPr>
          <p:spPr>
            <a:xfrm>
              <a:off x="8352000" y="3471061"/>
              <a:ext cx="2592000" cy="91440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solidFill>
                </a:rPr>
                <a:t>B2B </a:t>
              </a:r>
              <a:r>
                <a:rPr lang="zh-TW" altLang="en-US" sz="2400" b="1" dirty="0">
                  <a:solidFill>
                    <a:schemeClr val="tx1"/>
                  </a:solidFill>
                </a:rPr>
                <a:t>維護供應商報價</a:t>
              </a:r>
              <a:endParaRPr lang="en-US" altLang="zh-TW" sz="2400" b="1" dirty="0">
                <a:solidFill>
                  <a:schemeClr val="tx1"/>
                </a:solidFill>
              </a:endParaRPr>
            </a:p>
          </p:txBody>
        </p:sp>
        <p:sp>
          <p:nvSpPr>
            <p:cNvPr id="56" name="矩形: 圓角 55">
              <a:extLst>
                <a:ext uri="{FF2B5EF4-FFF2-40B4-BE49-F238E27FC236}">
                  <a16:creationId xmlns:a16="http://schemas.microsoft.com/office/drawing/2014/main" id="{D11B6548-5B83-F099-719C-D67912FAA2B9}"/>
                </a:ext>
              </a:extLst>
            </p:cNvPr>
            <p:cNvSpPr/>
            <p:nvPr/>
          </p:nvSpPr>
          <p:spPr>
            <a:xfrm>
              <a:off x="11268000" y="3471061"/>
              <a:ext cx="2592000" cy="91440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solidFill>
                </a:rPr>
                <a:t>BPM </a:t>
              </a:r>
              <a:r>
                <a:rPr lang="zh-TW" altLang="en-US" sz="2400" b="1" dirty="0">
                  <a:solidFill>
                    <a:schemeClr val="tx1"/>
                  </a:solidFill>
                </a:rPr>
                <a:t>簽核報價</a:t>
              </a:r>
            </a:p>
          </p:txBody>
        </p:sp>
        <p:sp>
          <p:nvSpPr>
            <p:cNvPr id="57" name="矩形: 圓角 56">
              <a:extLst>
                <a:ext uri="{FF2B5EF4-FFF2-40B4-BE49-F238E27FC236}">
                  <a16:creationId xmlns:a16="http://schemas.microsoft.com/office/drawing/2014/main" id="{797BDEED-24D4-7D28-FD7E-9B3C20F1BF5C}"/>
                </a:ext>
              </a:extLst>
            </p:cNvPr>
            <p:cNvSpPr/>
            <p:nvPr/>
          </p:nvSpPr>
          <p:spPr>
            <a:xfrm>
              <a:off x="14688000" y="347106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solidFill>
                </a:rPr>
                <a:t>Create/Change</a:t>
              </a:r>
            </a:p>
            <a:p>
              <a:pPr algn="ctr"/>
              <a:r>
                <a:rPr lang="zh-TW" altLang="en-US" sz="2400" b="1" dirty="0">
                  <a:solidFill>
                    <a:schemeClr val="tx1"/>
                  </a:solidFill>
                </a:rPr>
                <a:t>資訊記錄</a:t>
              </a:r>
            </a:p>
          </p:txBody>
        </p:sp>
        <p:sp>
          <p:nvSpPr>
            <p:cNvPr id="58" name="文字方塊 57">
              <a:extLst>
                <a:ext uri="{FF2B5EF4-FFF2-40B4-BE49-F238E27FC236}">
                  <a16:creationId xmlns:a16="http://schemas.microsoft.com/office/drawing/2014/main" id="{353A0F34-9943-C4BA-DDD8-2806730E323E}"/>
                </a:ext>
              </a:extLst>
            </p:cNvPr>
            <p:cNvSpPr txBox="1"/>
            <p:nvPr/>
          </p:nvSpPr>
          <p:spPr>
            <a:xfrm>
              <a:off x="13925187" y="3973157"/>
              <a:ext cx="697627" cy="400110"/>
            </a:xfrm>
            <a:prstGeom prst="rect">
              <a:avLst/>
            </a:prstGeom>
            <a:noFill/>
          </p:spPr>
          <p:txBody>
            <a:bodyPr wrap="none" rtlCol="0">
              <a:spAutoFit/>
            </a:bodyPr>
            <a:lstStyle/>
            <a:p>
              <a:r>
                <a:rPr lang="zh-TW" altLang="en-US" sz="2000" dirty="0"/>
                <a:t>核准</a:t>
              </a:r>
            </a:p>
          </p:txBody>
        </p:sp>
        <p:sp>
          <p:nvSpPr>
            <p:cNvPr id="59" name="矩形: 圓角 58">
              <a:extLst>
                <a:ext uri="{FF2B5EF4-FFF2-40B4-BE49-F238E27FC236}">
                  <a16:creationId xmlns:a16="http://schemas.microsoft.com/office/drawing/2014/main" id="{924A499E-67A7-B10C-5AF2-63708798A213}"/>
                </a:ext>
              </a:extLst>
            </p:cNvPr>
            <p:cNvSpPr/>
            <p:nvPr/>
          </p:nvSpPr>
          <p:spPr>
            <a:xfrm>
              <a:off x="5436000" y="3471061"/>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rPr>
                <a:t>匯入 </a:t>
              </a:r>
              <a:r>
                <a:rPr lang="en-US" altLang="zh-TW" sz="2400" b="1" dirty="0">
                  <a:solidFill>
                    <a:schemeClr val="tx1"/>
                  </a:solidFill>
                </a:rPr>
                <a:t>B2B </a:t>
              </a:r>
              <a:r>
                <a:rPr lang="zh-TW" altLang="en-US" sz="2400" b="1" dirty="0">
                  <a:solidFill>
                    <a:schemeClr val="tx1"/>
                  </a:solidFill>
                </a:rPr>
                <a:t>平台</a:t>
              </a:r>
              <a:endParaRPr lang="en-US" altLang="zh-TW" sz="2400" b="1" dirty="0">
                <a:solidFill>
                  <a:schemeClr val="tx1"/>
                </a:solidFill>
              </a:endParaRPr>
            </a:p>
            <a:p>
              <a:pPr algn="ctr"/>
              <a:r>
                <a:rPr lang="en-US" altLang="zh-TW" sz="2400" b="1" dirty="0">
                  <a:solidFill>
                    <a:srgbClr val="FF0000"/>
                  </a:solidFill>
                </a:rPr>
                <a:t>ZMM003A</a:t>
              </a:r>
              <a:endParaRPr lang="zh-TW" altLang="en-US" sz="2400" b="1" dirty="0">
                <a:solidFill>
                  <a:srgbClr val="FF0000"/>
                </a:solidFill>
              </a:endParaRPr>
            </a:p>
          </p:txBody>
        </p:sp>
        <p:cxnSp>
          <p:nvCxnSpPr>
            <p:cNvPr id="60" name="直線單箭頭接點 59">
              <a:extLst>
                <a:ext uri="{FF2B5EF4-FFF2-40B4-BE49-F238E27FC236}">
                  <a16:creationId xmlns:a16="http://schemas.microsoft.com/office/drawing/2014/main" id="{5AB24BAA-5111-E17E-6A42-56A1DFB027E8}"/>
                </a:ext>
              </a:extLst>
            </p:cNvPr>
            <p:cNvCxnSpPr>
              <a:cxnSpLocks/>
              <a:stCxn id="54" idx="3"/>
              <a:endCxn id="59" idx="1"/>
            </p:cNvCxnSpPr>
            <p:nvPr/>
          </p:nvCxnSpPr>
          <p:spPr>
            <a:xfrm>
              <a:off x="5112000" y="3928261"/>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62">
              <a:extLst>
                <a:ext uri="{FF2B5EF4-FFF2-40B4-BE49-F238E27FC236}">
                  <a16:creationId xmlns:a16="http://schemas.microsoft.com/office/drawing/2014/main" id="{6D796964-807E-121B-49CB-D681ABFE1A77}"/>
                </a:ext>
              </a:extLst>
            </p:cNvPr>
            <p:cNvCxnSpPr>
              <a:cxnSpLocks/>
              <a:stCxn id="59" idx="3"/>
              <a:endCxn id="55" idx="1"/>
            </p:cNvCxnSpPr>
            <p:nvPr/>
          </p:nvCxnSpPr>
          <p:spPr>
            <a:xfrm>
              <a:off x="8028000" y="3928261"/>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39CC0417-650E-517F-0178-EE72CEBDE754}"/>
                </a:ext>
              </a:extLst>
            </p:cNvPr>
            <p:cNvCxnSpPr>
              <a:cxnSpLocks/>
              <a:stCxn id="55" idx="3"/>
              <a:endCxn id="56" idx="1"/>
            </p:cNvCxnSpPr>
            <p:nvPr/>
          </p:nvCxnSpPr>
          <p:spPr>
            <a:xfrm>
              <a:off x="10944000" y="3928261"/>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a:extLst>
                <a:ext uri="{FF2B5EF4-FFF2-40B4-BE49-F238E27FC236}">
                  <a16:creationId xmlns:a16="http://schemas.microsoft.com/office/drawing/2014/main" id="{64D8A4F6-387C-C10B-60E6-3A454516F09A}"/>
                </a:ext>
              </a:extLst>
            </p:cNvPr>
            <p:cNvCxnSpPr>
              <a:cxnSpLocks/>
              <a:stCxn id="56" idx="3"/>
              <a:endCxn id="57" idx="1"/>
            </p:cNvCxnSpPr>
            <p:nvPr/>
          </p:nvCxnSpPr>
          <p:spPr>
            <a:xfrm>
              <a:off x="13860000" y="3928261"/>
              <a:ext cx="828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9" name="群組 48">
            <a:extLst>
              <a:ext uri="{FF2B5EF4-FFF2-40B4-BE49-F238E27FC236}">
                <a16:creationId xmlns:a16="http://schemas.microsoft.com/office/drawing/2014/main" id="{4899C908-BB5A-597F-2393-8C86E0CD93FC}"/>
              </a:ext>
            </a:extLst>
          </p:cNvPr>
          <p:cNvGrpSpPr/>
          <p:nvPr/>
        </p:nvGrpSpPr>
        <p:grpSpPr>
          <a:xfrm>
            <a:off x="862692" y="5004000"/>
            <a:ext cx="16668000" cy="1728000"/>
            <a:chOff x="862692" y="5004000"/>
            <a:chExt cx="16668000" cy="1728000"/>
          </a:xfrm>
        </p:grpSpPr>
        <p:cxnSp>
          <p:nvCxnSpPr>
            <p:cNvPr id="26" name="直線單箭頭接點 25">
              <a:extLst>
                <a:ext uri="{FF2B5EF4-FFF2-40B4-BE49-F238E27FC236}">
                  <a16:creationId xmlns:a16="http://schemas.microsoft.com/office/drawing/2014/main" id="{1371831C-6F72-7F95-A2C2-08FBE15F0BF7}"/>
                </a:ext>
              </a:extLst>
            </p:cNvPr>
            <p:cNvCxnSpPr>
              <a:cxnSpLocks/>
              <a:stCxn id="27" idx="3"/>
              <a:endCxn id="28" idx="1"/>
            </p:cNvCxnSpPr>
            <p:nvPr/>
          </p:nvCxnSpPr>
          <p:spPr>
            <a:xfrm>
              <a:off x="8028000" y="5868000"/>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圓角 26">
              <a:extLst>
                <a:ext uri="{FF2B5EF4-FFF2-40B4-BE49-F238E27FC236}">
                  <a16:creationId xmlns:a16="http://schemas.microsoft.com/office/drawing/2014/main" id="{A4B42859-531C-54BB-AE7F-C80E32245FBC}"/>
                </a:ext>
              </a:extLst>
            </p:cNvPr>
            <p:cNvSpPr/>
            <p:nvPr/>
          </p:nvSpPr>
          <p:spPr>
            <a:xfrm>
              <a:off x="5436000" y="5410800"/>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lumMod val="65000"/>
                      <a:lumOff val="35000"/>
                    </a:schemeClr>
                  </a:solidFill>
                </a:rPr>
                <a:t>匯入 </a:t>
              </a:r>
              <a:r>
                <a:rPr lang="en-US" altLang="zh-TW" sz="2400" b="1" dirty="0">
                  <a:solidFill>
                    <a:schemeClr val="tx1">
                      <a:lumMod val="65000"/>
                      <a:lumOff val="35000"/>
                    </a:schemeClr>
                  </a:solidFill>
                </a:rPr>
                <a:t>B2B </a:t>
              </a:r>
              <a:r>
                <a:rPr lang="zh-TW" altLang="en-US" sz="2400" b="1" dirty="0">
                  <a:solidFill>
                    <a:schemeClr val="tx1">
                      <a:lumMod val="65000"/>
                      <a:lumOff val="35000"/>
                    </a:schemeClr>
                  </a:solidFill>
                </a:rPr>
                <a:t>平台</a:t>
              </a:r>
              <a:endParaRPr lang="en-US" altLang="zh-TW" sz="2400" b="1" dirty="0">
                <a:solidFill>
                  <a:schemeClr val="tx1">
                    <a:lumMod val="65000"/>
                    <a:lumOff val="35000"/>
                  </a:schemeClr>
                </a:solidFill>
              </a:endParaRPr>
            </a:p>
            <a:p>
              <a:pPr algn="ctr"/>
              <a:r>
                <a:rPr lang="en-US" altLang="zh-TW" sz="2400" b="1" dirty="0">
                  <a:solidFill>
                    <a:schemeClr val="tx1">
                      <a:lumMod val="65000"/>
                      <a:lumOff val="35000"/>
                    </a:schemeClr>
                  </a:solidFill>
                </a:rPr>
                <a:t>ZMM003</a:t>
              </a:r>
              <a:endParaRPr lang="zh-TW" altLang="en-US" sz="2400" b="1" dirty="0">
                <a:solidFill>
                  <a:schemeClr val="tx1">
                    <a:lumMod val="65000"/>
                    <a:lumOff val="35000"/>
                  </a:schemeClr>
                </a:solidFill>
              </a:endParaRPr>
            </a:p>
          </p:txBody>
        </p:sp>
        <p:sp>
          <p:nvSpPr>
            <p:cNvPr id="28" name="矩形: 圓角 27">
              <a:extLst>
                <a:ext uri="{FF2B5EF4-FFF2-40B4-BE49-F238E27FC236}">
                  <a16:creationId xmlns:a16="http://schemas.microsoft.com/office/drawing/2014/main" id="{1574FD3F-CAF7-DC49-1D07-7C83E2394A21}"/>
                </a:ext>
              </a:extLst>
            </p:cNvPr>
            <p:cNvSpPr/>
            <p:nvPr/>
          </p:nvSpPr>
          <p:spPr>
            <a:xfrm>
              <a:off x="8352000" y="5410800"/>
              <a:ext cx="2592000" cy="91440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lumMod val="65000"/>
                      <a:lumOff val="35000"/>
                    </a:schemeClr>
                  </a:solidFill>
                </a:rPr>
                <a:t>B2B </a:t>
              </a:r>
              <a:r>
                <a:rPr lang="zh-TW" altLang="en-US" sz="2400" b="1" dirty="0">
                  <a:solidFill>
                    <a:schemeClr val="tx1">
                      <a:lumMod val="65000"/>
                      <a:lumOff val="35000"/>
                    </a:schemeClr>
                  </a:solidFill>
                </a:rPr>
                <a:t>維護供應商報價</a:t>
              </a:r>
              <a:endParaRPr lang="en-US" altLang="zh-TW" sz="2400" b="1" dirty="0">
                <a:solidFill>
                  <a:schemeClr val="tx1">
                    <a:lumMod val="65000"/>
                    <a:lumOff val="35000"/>
                  </a:schemeClr>
                </a:solidFill>
              </a:endParaRPr>
            </a:p>
          </p:txBody>
        </p:sp>
        <p:sp>
          <p:nvSpPr>
            <p:cNvPr id="29" name="矩形: 圓角 28">
              <a:extLst>
                <a:ext uri="{FF2B5EF4-FFF2-40B4-BE49-F238E27FC236}">
                  <a16:creationId xmlns:a16="http://schemas.microsoft.com/office/drawing/2014/main" id="{05601785-46FA-C5F6-C9A8-8E685404944D}"/>
                </a:ext>
              </a:extLst>
            </p:cNvPr>
            <p:cNvSpPr/>
            <p:nvPr/>
          </p:nvSpPr>
          <p:spPr>
            <a:xfrm>
              <a:off x="11268000" y="5410800"/>
              <a:ext cx="2592000" cy="914400"/>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lumMod val="65000"/>
                      <a:lumOff val="35000"/>
                    </a:schemeClr>
                  </a:solidFill>
                </a:rPr>
                <a:t>BPM </a:t>
              </a:r>
              <a:r>
                <a:rPr lang="zh-TW" altLang="en-US" sz="2400" b="1" dirty="0">
                  <a:solidFill>
                    <a:schemeClr val="tx1">
                      <a:lumMod val="65000"/>
                      <a:lumOff val="35000"/>
                    </a:schemeClr>
                  </a:solidFill>
                </a:rPr>
                <a:t>簽核報價</a:t>
              </a:r>
            </a:p>
          </p:txBody>
        </p:sp>
        <p:sp>
          <p:nvSpPr>
            <p:cNvPr id="30" name="矩形: 圓角 29">
              <a:extLst>
                <a:ext uri="{FF2B5EF4-FFF2-40B4-BE49-F238E27FC236}">
                  <a16:creationId xmlns:a16="http://schemas.microsoft.com/office/drawing/2014/main" id="{6B55255A-0C17-9B9F-AD5B-571414D398BA}"/>
                </a:ext>
              </a:extLst>
            </p:cNvPr>
            <p:cNvSpPr/>
            <p:nvPr/>
          </p:nvSpPr>
          <p:spPr>
            <a:xfrm>
              <a:off x="14688000" y="5410800"/>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lumMod val="65000"/>
                      <a:lumOff val="35000"/>
                    </a:schemeClr>
                  </a:solidFill>
                </a:rPr>
                <a:t>Create/Change</a:t>
              </a:r>
            </a:p>
            <a:p>
              <a:pPr algn="ctr"/>
              <a:r>
                <a:rPr lang="zh-TW" altLang="en-US" sz="2400" b="1" dirty="0">
                  <a:solidFill>
                    <a:schemeClr val="tx1">
                      <a:lumMod val="65000"/>
                      <a:lumOff val="35000"/>
                    </a:schemeClr>
                  </a:solidFill>
                </a:rPr>
                <a:t>資訊記錄</a:t>
              </a:r>
            </a:p>
          </p:txBody>
        </p:sp>
        <p:cxnSp>
          <p:nvCxnSpPr>
            <p:cNvPr id="31" name="直線單箭頭接點 30">
              <a:extLst>
                <a:ext uri="{FF2B5EF4-FFF2-40B4-BE49-F238E27FC236}">
                  <a16:creationId xmlns:a16="http://schemas.microsoft.com/office/drawing/2014/main" id="{DCA839F3-3AAC-4E4B-1900-F2F61DC8A8D9}"/>
                </a:ext>
              </a:extLst>
            </p:cNvPr>
            <p:cNvCxnSpPr>
              <a:cxnSpLocks/>
              <a:stCxn id="28" idx="3"/>
              <a:endCxn id="29" idx="1"/>
            </p:cNvCxnSpPr>
            <p:nvPr/>
          </p:nvCxnSpPr>
          <p:spPr>
            <a:xfrm>
              <a:off x="10944000" y="5868000"/>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B19C094A-F3C9-217C-130F-C67B5D949375}"/>
                </a:ext>
              </a:extLst>
            </p:cNvPr>
            <p:cNvCxnSpPr>
              <a:cxnSpLocks/>
              <a:stCxn id="29" idx="3"/>
              <a:endCxn id="30" idx="1"/>
            </p:cNvCxnSpPr>
            <p:nvPr/>
          </p:nvCxnSpPr>
          <p:spPr>
            <a:xfrm>
              <a:off x="13860000" y="5868000"/>
              <a:ext cx="828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文字方塊 32">
              <a:extLst>
                <a:ext uri="{FF2B5EF4-FFF2-40B4-BE49-F238E27FC236}">
                  <a16:creationId xmlns:a16="http://schemas.microsoft.com/office/drawing/2014/main" id="{9755B597-CF64-EA1B-68D4-5D0525F6024E}"/>
                </a:ext>
              </a:extLst>
            </p:cNvPr>
            <p:cNvSpPr txBox="1"/>
            <p:nvPr/>
          </p:nvSpPr>
          <p:spPr>
            <a:xfrm>
              <a:off x="13925187" y="5912948"/>
              <a:ext cx="697627" cy="400110"/>
            </a:xfrm>
            <a:prstGeom prst="rect">
              <a:avLst/>
            </a:prstGeom>
            <a:noFill/>
          </p:spPr>
          <p:txBody>
            <a:bodyPr wrap="none" rtlCol="0">
              <a:spAutoFit/>
            </a:bodyPr>
            <a:lstStyle/>
            <a:p>
              <a:r>
                <a:rPr lang="zh-TW" altLang="en-US" sz="2000" dirty="0"/>
                <a:t>核准</a:t>
              </a:r>
            </a:p>
          </p:txBody>
        </p:sp>
        <p:grpSp>
          <p:nvGrpSpPr>
            <p:cNvPr id="9" name="群組 8">
              <a:extLst>
                <a:ext uri="{FF2B5EF4-FFF2-40B4-BE49-F238E27FC236}">
                  <a16:creationId xmlns:a16="http://schemas.microsoft.com/office/drawing/2014/main" id="{643AF7A1-F606-9294-5ECF-ECAF5CD4B46F}"/>
                </a:ext>
              </a:extLst>
            </p:cNvPr>
            <p:cNvGrpSpPr/>
            <p:nvPr/>
          </p:nvGrpSpPr>
          <p:grpSpPr>
            <a:xfrm>
              <a:off x="862692" y="5004000"/>
              <a:ext cx="16668000" cy="1728000"/>
              <a:chOff x="1902274" y="4537201"/>
              <a:chExt cx="16668000" cy="1728000"/>
            </a:xfrm>
          </p:grpSpPr>
          <p:sp>
            <p:nvSpPr>
              <p:cNvPr id="25" name="矩形: 圓角 24">
                <a:extLst>
                  <a:ext uri="{FF2B5EF4-FFF2-40B4-BE49-F238E27FC236}">
                    <a16:creationId xmlns:a16="http://schemas.microsoft.com/office/drawing/2014/main" id="{1EC3DF83-2F2C-D260-4DEF-2DA5D8EF5CAE}"/>
                  </a:ext>
                </a:extLst>
              </p:cNvPr>
              <p:cNvSpPr/>
              <p:nvPr/>
            </p:nvSpPr>
            <p:spPr>
              <a:xfrm>
                <a:off x="1902274" y="4537201"/>
                <a:ext cx="16668000" cy="1728000"/>
              </a:xfrm>
              <a:prstGeom prst="roundRect">
                <a:avLst>
                  <a:gd name="adj" fmla="val 7698"/>
                </a:avLst>
              </a:prstGeom>
              <a:noFill/>
              <a:ln w="190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圓角化同側角落 44">
                <a:extLst>
                  <a:ext uri="{FF2B5EF4-FFF2-40B4-BE49-F238E27FC236}">
                    <a16:creationId xmlns:a16="http://schemas.microsoft.com/office/drawing/2014/main" id="{B0369B82-F26D-F176-3EDC-F92651025DBF}"/>
                  </a:ext>
                </a:extLst>
              </p:cNvPr>
              <p:cNvSpPr/>
              <p:nvPr/>
            </p:nvSpPr>
            <p:spPr>
              <a:xfrm rot="16200000">
                <a:off x="1722274" y="4717201"/>
                <a:ext cx="1728000" cy="1368000"/>
              </a:xfrm>
              <a:prstGeom prst="round2SameRect">
                <a:avLst>
                  <a:gd name="adj1" fmla="val 10630"/>
                  <a:gd name="adj2" fmla="val 0"/>
                </a:avLst>
              </a:prstGeom>
              <a:solidFill>
                <a:schemeClr val="bg1">
                  <a:lumMod val="50000"/>
                </a:schemeClr>
              </a:solidFill>
              <a:ln w="158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TW" altLang="en-US" sz="2800" b="1" dirty="0">
                    <a:solidFill>
                      <a:schemeClr val="bg1"/>
                    </a:solidFill>
                  </a:rPr>
                  <a:t>採購單功能</a:t>
                </a:r>
              </a:p>
            </p:txBody>
          </p:sp>
        </p:grpSp>
        <p:sp>
          <p:nvSpPr>
            <p:cNvPr id="73" name="矩形: 圓角 72">
              <a:extLst>
                <a:ext uri="{FF2B5EF4-FFF2-40B4-BE49-F238E27FC236}">
                  <a16:creationId xmlns:a16="http://schemas.microsoft.com/office/drawing/2014/main" id="{6D212038-F4E3-63D4-82F0-5228EFD5AB24}"/>
                </a:ext>
              </a:extLst>
            </p:cNvPr>
            <p:cNvSpPr/>
            <p:nvPr/>
          </p:nvSpPr>
          <p:spPr>
            <a:xfrm>
              <a:off x="2520000" y="5410800"/>
              <a:ext cx="2592000" cy="91440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lumMod val="65000"/>
                      <a:lumOff val="35000"/>
                    </a:schemeClr>
                  </a:solidFill>
                </a:rPr>
                <a:t>正式</a:t>
              </a:r>
              <a:r>
                <a:rPr lang="en-US" altLang="zh-TW" sz="2400" b="1" dirty="0">
                  <a:solidFill>
                    <a:schemeClr val="tx1">
                      <a:lumMod val="65000"/>
                      <a:lumOff val="35000"/>
                    </a:schemeClr>
                  </a:solidFill>
                </a:rPr>
                <a:t>/</a:t>
              </a:r>
              <a:r>
                <a:rPr lang="zh-TW" altLang="en-US" sz="2400" b="1" dirty="0">
                  <a:solidFill>
                    <a:schemeClr val="tx1">
                      <a:lumMod val="65000"/>
                      <a:lumOff val="35000"/>
                    </a:schemeClr>
                  </a:solidFill>
                </a:rPr>
                <a:t>暫存採購單</a:t>
              </a:r>
              <a:endParaRPr lang="en-US" altLang="zh-TW" sz="2400" b="1" dirty="0">
                <a:solidFill>
                  <a:schemeClr val="tx1">
                    <a:lumMod val="65000"/>
                    <a:lumOff val="35000"/>
                  </a:schemeClr>
                </a:solidFill>
              </a:endParaRPr>
            </a:p>
            <a:p>
              <a:pPr algn="ctr"/>
              <a:r>
                <a:rPr lang="en-US" altLang="zh-TW" sz="2400" b="1" dirty="0">
                  <a:solidFill>
                    <a:schemeClr val="tx1">
                      <a:lumMod val="65000"/>
                      <a:lumOff val="35000"/>
                    </a:schemeClr>
                  </a:solidFill>
                </a:rPr>
                <a:t>ME21N</a:t>
              </a:r>
              <a:endParaRPr lang="zh-TW" altLang="en-US" sz="2400" b="1" dirty="0">
                <a:solidFill>
                  <a:schemeClr val="tx1">
                    <a:lumMod val="65000"/>
                    <a:lumOff val="35000"/>
                  </a:schemeClr>
                </a:solidFill>
              </a:endParaRPr>
            </a:p>
          </p:txBody>
        </p:sp>
        <p:cxnSp>
          <p:nvCxnSpPr>
            <p:cNvPr id="46" name="直線單箭頭接點 45">
              <a:extLst>
                <a:ext uri="{FF2B5EF4-FFF2-40B4-BE49-F238E27FC236}">
                  <a16:creationId xmlns:a16="http://schemas.microsoft.com/office/drawing/2014/main" id="{67AE8D4F-0E35-0481-12A9-049D9A96A3C4}"/>
                </a:ext>
              </a:extLst>
            </p:cNvPr>
            <p:cNvCxnSpPr>
              <a:cxnSpLocks/>
              <a:stCxn id="73" idx="3"/>
              <a:endCxn id="27" idx="1"/>
            </p:cNvCxnSpPr>
            <p:nvPr/>
          </p:nvCxnSpPr>
          <p:spPr>
            <a:xfrm>
              <a:off x="5112000" y="5868000"/>
              <a:ext cx="324000" cy="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32218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6CE94-3730-8D7C-D97A-6964E73C158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77EF1E8-195B-B700-38DB-0B6829C350CA}"/>
              </a:ext>
            </a:extLst>
          </p:cNvPr>
          <p:cNvSpPr>
            <a:spLocks noGrp="1"/>
          </p:cNvSpPr>
          <p:nvPr>
            <p:ph type="title"/>
          </p:nvPr>
        </p:nvSpPr>
        <p:spPr/>
        <p:txBody>
          <a:bodyPr/>
          <a:lstStyle/>
          <a:p>
            <a:r>
              <a:rPr lang="zh-TW" altLang="en-US" dirty="0"/>
              <a:t>詢報價單文件類型</a:t>
            </a:r>
          </a:p>
        </p:txBody>
      </p:sp>
      <p:graphicFrame>
        <p:nvGraphicFramePr>
          <p:cNvPr id="3" name="表格 2">
            <a:extLst>
              <a:ext uri="{FF2B5EF4-FFF2-40B4-BE49-F238E27FC236}">
                <a16:creationId xmlns:a16="http://schemas.microsoft.com/office/drawing/2014/main" id="{8D252859-30B8-66D1-3531-4B5779C48B3B}"/>
              </a:ext>
            </a:extLst>
          </p:cNvPr>
          <p:cNvGraphicFramePr>
            <a:graphicFrameLocks noGrp="1"/>
          </p:cNvGraphicFramePr>
          <p:nvPr>
            <p:extLst>
              <p:ext uri="{D42A27DB-BD31-4B8C-83A1-F6EECF244321}">
                <p14:modId xmlns:p14="http://schemas.microsoft.com/office/powerpoint/2010/main" val="83076425"/>
              </p:ext>
            </p:extLst>
          </p:nvPr>
        </p:nvGraphicFramePr>
        <p:xfrm>
          <a:off x="1768382" y="2175710"/>
          <a:ext cx="14968403" cy="5975997"/>
        </p:xfrm>
        <a:graphic>
          <a:graphicData uri="http://schemas.openxmlformats.org/drawingml/2006/table">
            <a:tbl>
              <a:tblPr>
                <a:effectLst>
                  <a:outerShdw blurRad="50800" dist="38100" dir="2700000" algn="tl" rotWithShape="0">
                    <a:prstClr val="black">
                      <a:alpha val="40000"/>
                    </a:prstClr>
                  </a:outerShdw>
                </a:effectLst>
              </a:tblPr>
              <a:tblGrid>
                <a:gridCol w="2117818">
                  <a:extLst>
                    <a:ext uri="{9D8B030D-6E8A-4147-A177-3AD203B41FA5}">
                      <a16:colId xmlns:a16="http://schemas.microsoft.com/office/drawing/2014/main" val="729383419"/>
                    </a:ext>
                  </a:extLst>
                </a:gridCol>
                <a:gridCol w="2971800">
                  <a:extLst>
                    <a:ext uri="{9D8B030D-6E8A-4147-A177-3AD203B41FA5}">
                      <a16:colId xmlns:a16="http://schemas.microsoft.com/office/drawing/2014/main" val="1371184551"/>
                    </a:ext>
                  </a:extLst>
                </a:gridCol>
                <a:gridCol w="2512181">
                  <a:extLst>
                    <a:ext uri="{9D8B030D-6E8A-4147-A177-3AD203B41FA5}">
                      <a16:colId xmlns:a16="http://schemas.microsoft.com/office/drawing/2014/main" val="126740988"/>
                    </a:ext>
                  </a:extLst>
                </a:gridCol>
                <a:gridCol w="2512181">
                  <a:extLst>
                    <a:ext uri="{9D8B030D-6E8A-4147-A177-3AD203B41FA5}">
                      <a16:colId xmlns:a16="http://schemas.microsoft.com/office/drawing/2014/main" val="244192527"/>
                    </a:ext>
                  </a:extLst>
                </a:gridCol>
                <a:gridCol w="3090939">
                  <a:extLst>
                    <a:ext uri="{9D8B030D-6E8A-4147-A177-3AD203B41FA5}">
                      <a16:colId xmlns:a16="http://schemas.microsoft.com/office/drawing/2014/main" val="4187206233"/>
                    </a:ext>
                  </a:extLst>
                </a:gridCol>
                <a:gridCol w="1763484">
                  <a:extLst>
                    <a:ext uri="{9D8B030D-6E8A-4147-A177-3AD203B41FA5}">
                      <a16:colId xmlns:a16="http://schemas.microsoft.com/office/drawing/2014/main" val="2770877279"/>
                    </a:ext>
                  </a:extLst>
                </a:gridCol>
              </a:tblGrid>
              <a:tr h="597481">
                <a:tc>
                  <a:txBody>
                    <a:bodyPr/>
                    <a:lstStyle/>
                    <a:p>
                      <a:pPr algn="ctr" rtl="0" fontAlgn="ctr"/>
                      <a:r>
                        <a:rPr lang="zh-TW" altLang="en-US" sz="2400" b="1" i="0" u="none" strike="noStrike" baseline="0" dirty="0">
                          <a:solidFill>
                            <a:srgbClr val="FFFFFF"/>
                          </a:solidFill>
                          <a:effectLst/>
                          <a:latin typeface="Arial" panose="020B0604020202020204" pitchFamily="34" charset="0"/>
                          <a:ea typeface="微軟正黑體" panose="020B0604030504040204" pitchFamily="34" charset="-120"/>
                        </a:rPr>
                        <a:t>詢報價單類型</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400" b="1" i="0" u="none" strike="noStrike" baseline="0" dirty="0">
                          <a:solidFill>
                            <a:srgbClr val="FFFFFF"/>
                          </a:solidFill>
                          <a:effectLst/>
                          <a:latin typeface="Arial" panose="020B0604020202020204" pitchFamily="34" charset="0"/>
                          <a:ea typeface="微軟正黑體" panose="020B0604030504040204" pitchFamily="34" charset="-120"/>
                        </a:rPr>
                        <a:t>詢報價單類型說明</a:t>
                      </a:r>
                      <a:endParaRPr lang="en-US" altLang="zh-TW" sz="24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2400" b="1" i="0" u="none" strike="noStrike" baseline="0" dirty="0">
                          <a:solidFill>
                            <a:srgbClr val="FFFFFF"/>
                          </a:solidFill>
                          <a:effectLst/>
                          <a:latin typeface="Arial" panose="020B0604020202020204" pitchFamily="34" charset="0"/>
                          <a:ea typeface="微軟正黑體" panose="020B0604030504040204" pitchFamily="34" charset="-120"/>
                        </a:rPr>
                        <a:t>From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2400" b="1" i="0" u="none" strike="noStrike" baseline="0" dirty="0">
                          <a:solidFill>
                            <a:srgbClr val="FFFFFF"/>
                          </a:solidFill>
                          <a:effectLst/>
                          <a:latin typeface="Arial" panose="020B0604020202020204" pitchFamily="34" charset="0"/>
                          <a:ea typeface="微軟正黑體" panose="020B0604030504040204" pitchFamily="34" charset="-120"/>
                        </a:rPr>
                        <a:t>To</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400" b="1" i="0" u="none" strike="noStrike" baseline="0" dirty="0">
                          <a:solidFill>
                            <a:srgbClr val="FFFFFF"/>
                          </a:solidFill>
                          <a:effectLst/>
                          <a:latin typeface="Arial" panose="020B0604020202020204" pitchFamily="34" charset="0"/>
                          <a:ea typeface="微軟正黑體" panose="020B0604030504040204" pitchFamily="34" charset="-120"/>
                        </a:rPr>
                        <a:t>內容</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400" b="1" i="0" u="none" strike="noStrike" baseline="0" dirty="0">
                          <a:solidFill>
                            <a:srgbClr val="FFFFFF"/>
                          </a:solidFill>
                          <a:effectLst/>
                          <a:latin typeface="Arial" panose="020B0604020202020204" pitchFamily="34" charset="0"/>
                          <a:ea typeface="微軟正黑體" panose="020B0604030504040204" pitchFamily="34" charset="-120"/>
                        </a:rPr>
                        <a:t>是否簽核</a:t>
                      </a:r>
                      <a:r>
                        <a:rPr lang="en-US" altLang="zh-TW" sz="2400" b="1" i="0" u="none" strike="noStrike" baseline="0" dirty="0">
                          <a:solidFill>
                            <a:srgbClr val="FFFFFF"/>
                          </a:solidFill>
                          <a:effectLst/>
                          <a:latin typeface="Arial" panose="020B0604020202020204" pitchFamily="34" charset="0"/>
                          <a:ea typeface="微軟正黑體" panose="020B0604030504040204" pitchFamily="34" charset="-120"/>
                        </a:rPr>
                        <a:t>?</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2813841900"/>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ANSP</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a:solidFill>
                            <a:schemeClr val="tx1"/>
                          </a:solidFill>
                          <a:effectLst/>
                          <a:latin typeface="Arial" panose="020B0604020202020204" pitchFamily="34" charset="0"/>
                          <a:ea typeface="微軟正黑體" panose="020B0604030504040204" pitchFamily="34" charset="-120"/>
                          <a:cs typeface="+mn-cs"/>
                        </a:rPr>
                        <a:t>樣品階段詢價單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endParaRPr lang="zh-TW" altLang="en-US"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39361304"/>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ANUR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面材詢價單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7100000000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7199999999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原材</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31059953"/>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ANSR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底原料詢價單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7200000000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7299999999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原材</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42188619"/>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ANWO</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製程委外詢價單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7300000000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7399999999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外包</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07109624"/>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ANSC</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倉庫外詢價單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7400000000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7499999999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外包</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55577951"/>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ANTL</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a:solidFill>
                            <a:schemeClr val="tx1"/>
                          </a:solidFill>
                          <a:effectLst/>
                          <a:latin typeface="Arial" panose="020B0604020202020204" pitchFamily="34" charset="0"/>
                          <a:ea typeface="微軟正黑體" panose="020B0604030504040204" pitchFamily="34" charset="-120"/>
                          <a:cs typeface="+mn-cs"/>
                        </a:rPr>
                        <a:t>楦頭詢價單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7500000000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7509999999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製工具</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96841068"/>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ANTJ</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製工具詢價單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7510000000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7519999999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製工具</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83584338"/>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ANTM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模具詢價單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7520000000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7529999999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製工具</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32500125"/>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ANX1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庶務詢價單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7600000000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7699999999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庶務</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93905999"/>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ANMA</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機器設備詢價單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7700000000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7799999999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機器</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35658341"/>
                  </a:ext>
                </a:extLst>
              </a:tr>
              <a:tr h="488956">
                <a:tc>
                  <a:txBody>
                    <a:bodyPr/>
                    <a:lstStyle/>
                    <a:p>
                      <a:pPr marL="0" algn="ctr" defTabSz="1371600" rtl="0" eaLnBrk="1" fontAlgn="b" latinLnBrk="0" hangingPunct="1">
                        <a:buNone/>
                      </a:pPr>
                      <a:r>
                        <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ANSS</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l" defTabSz="1371600" rtl="0" eaLnBrk="1" fontAlgn="b" latinLnBrk="0" hangingPunct="1">
                        <a:buNone/>
                      </a:pPr>
                      <a:r>
                        <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底台詢價單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a:solidFill>
                            <a:srgbClr val="000000"/>
                          </a:solidFill>
                          <a:effectLst/>
                          <a:latin typeface="Arial" panose="020B0604020202020204" pitchFamily="34" charset="0"/>
                          <a:ea typeface="微軟正黑體" panose="020B0604030504040204" pitchFamily="34" charset="-120"/>
                          <a:cs typeface="+mn-cs"/>
                        </a:rPr>
                        <a:t>7800000000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7899999999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原材</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kumimoji="0" lang="en-US" altLang="zh-TW" sz="2400" b="0" i="0" u="none" strike="noStrike" kern="1200" cap="none" spc="0" normalizeH="0" baseline="0" noProof="0" dirty="0">
                          <a:ln>
                            <a:noFill/>
                          </a:ln>
                          <a:solidFill>
                            <a:srgbClr val="000000"/>
                          </a:solidFill>
                          <a:effectLst/>
                          <a:uLnTx/>
                          <a:uFillTx/>
                          <a:latin typeface="Arial" panose="020B0604020202020204" pitchFamily="34" charset="0"/>
                          <a:ea typeface="微軟正黑體" panose="020B0604030504040204" pitchFamily="34" charset="-120"/>
                          <a:cs typeface="+mn-cs"/>
                        </a:rPr>
                        <a:t>Y</a:t>
                      </a:r>
                      <a:endPar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98642853"/>
                  </a:ext>
                </a:extLst>
              </a:tr>
            </a:tbl>
          </a:graphicData>
        </a:graphic>
      </p:graphicFrame>
    </p:spTree>
    <p:extLst>
      <p:ext uri="{BB962C8B-B14F-4D97-AF65-F5344CB8AC3E}">
        <p14:creationId xmlns:p14="http://schemas.microsoft.com/office/powerpoint/2010/main" val="55488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A42E4-FC7B-6467-A3BC-FFF9EC91D3C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F9C40C7-457A-CBD3-F6B4-C290876516CE}"/>
              </a:ext>
            </a:extLst>
          </p:cNvPr>
          <p:cNvSpPr>
            <a:spLocks noGrp="1"/>
          </p:cNvSpPr>
          <p:nvPr>
            <p:ph type="title"/>
          </p:nvPr>
        </p:nvSpPr>
        <p:spPr/>
        <p:txBody>
          <a:bodyPr/>
          <a:lstStyle/>
          <a:p>
            <a:r>
              <a:rPr lang="zh-TW" altLang="en-US" dirty="0"/>
              <a:t>採購單據－核發策略（簽核）與代碼說明</a:t>
            </a:r>
          </a:p>
        </p:txBody>
      </p:sp>
      <p:graphicFrame>
        <p:nvGraphicFramePr>
          <p:cNvPr id="3" name="表格 2">
            <a:extLst>
              <a:ext uri="{FF2B5EF4-FFF2-40B4-BE49-F238E27FC236}">
                <a16:creationId xmlns:a16="http://schemas.microsoft.com/office/drawing/2014/main" id="{33586199-259D-7061-F8F3-7E9312B1DBDD}"/>
              </a:ext>
            </a:extLst>
          </p:cNvPr>
          <p:cNvGraphicFramePr>
            <a:graphicFrameLocks noGrp="1"/>
          </p:cNvGraphicFramePr>
          <p:nvPr>
            <p:extLst>
              <p:ext uri="{D42A27DB-BD31-4B8C-83A1-F6EECF244321}">
                <p14:modId xmlns:p14="http://schemas.microsoft.com/office/powerpoint/2010/main" val="1233576254"/>
              </p:ext>
            </p:extLst>
          </p:nvPr>
        </p:nvGraphicFramePr>
        <p:xfrm>
          <a:off x="1944000" y="1979768"/>
          <a:ext cx="14400000" cy="7559996"/>
        </p:xfrm>
        <a:graphic>
          <a:graphicData uri="http://schemas.openxmlformats.org/drawingml/2006/table">
            <a:tbl>
              <a:tblPr>
                <a:effectLst>
                  <a:outerShdw blurRad="50800" dist="38100" dir="2700000" algn="tl" rotWithShape="0">
                    <a:prstClr val="black">
                      <a:alpha val="40000"/>
                    </a:prstClr>
                  </a:outerShdw>
                </a:effectLst>
              </a:tblPr>
              <a:tblGrid>
                <a:gridCol w="2742300">
                  <a:extLst>
                    <a:ext uri="{9D8B030D-6E8A-4147-A177-3AD203B41FA5}">
                      <a16:colId xmlns:a16="http://schemas.microsoft.com/office/drawing/2014/main" val="729383419"/>
                    </a:ext>
                  </a:extLst>
                </a:gridCol>
                <a:gridCol w="2116072">
                  <a:extLst>
                    <a:ext uri="{9D8B030D-6E8A-4147-A177-3AD203B41FA5}">
                      <a16:colId xmlns:a16="http://schemas.microsoft.com/office/drawing/2014/main" val="1371184551"/>
                    </a:ext>
                  </a:extLst>
                </a:gridCol>
                <a:gridCol w="2116072">
                  <a:extLst>
                    <a:ext uri="{9D8B030D-6E8A-4147-A177-3AD203B41FA5}">
                      <a16:colId xmlns:a16="http://schemas.microsoft.com/office/drawing/2014/main" val="126740988"/>
                    </a:ext>
                  </a:extLst>
                </a:gridCol>
                <a:gridCol w="2116072">
                  <a:extLst>
                    <a:ext uri="{9D8B030D-6E8A-4147-A177-3AD203B41FA5}">
                      <a16:colId xmlns:a16="http://schemas.microsoft.com/office/drawing/2014/main" val="244192527"/>
                    </a:ext>
                  </a:extLst>
                </a:gridCol>
                <a:gridCol w="3031747">
                  <a:extLst>
                    <a:ext uri="{9D8B030D-6E8A-4147-A177-3AD203B41FA5}">
                      <a16:colId xmlns:a16="http://schemas.microsoft.com/office/drawing/2014/main" val="4187206233"/>
                    </a:ext>
                  </a:extLst>
                </a:gridCol>
                <a:gridCol w="2277737">
                  <a:extLst>
                    <a:ext uri="{9D8B030D-6E8A-4147-A177-3AD203B41FA5}">
                      <a16:colId xmlns:a16="http://schemas.microsoft.com/office/drawing/2014/main" val="2770877279"/>
                    </a:ext>
                  </a:extLst>
                </a:gridCol>
              </a:tblGrid>
              <a:tr h="633479">
                <a:tc>
                  <a:txBody>
                    <a:bodyPr/>
                    <a:lstStyle/>
                    <a:p>
                      <a:pPr algn="ctr" rtl="0" fontAlgn="ctr"/>
                      <a:r>
                        <a:rPr lang="zh-TW" altLang="en-US" sz="2800" b="1" i="0" u="none" strike="noStrike" baseline="0" dirty="0">
                          <a:solidFill>
                            <a:srgbClr val="FFFFFF"/>
                          </a:solidFill>
                          <a:effectLst/>
                          <a:latin typeface="Arial" panose="020B0604020202020204" pitchFamily="34" charset="0"/>
                          <a:ea typeface="微軟正黑體" panose="020B0604030504040204" pitchFamily="34" charset="-120"/>
                        </a:rPr>
                        <a:t>單別</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800" b="1" i="0" u="none" strike="noStrike" baseline="0" dirty="0">
                          <a:solidFill>
                            <a:srgbClr val="FFFFFF"/>
                          </a:solidFill>
                          <a:effectLst/>
                          <a:latin typeface="Arial" panose="020B0604020202020204" pitchFamily="34" charset="0"/>
                          <a:ea typeface="微軟正黑體" panose="020B0604030504040204" pitchFamily="34" charset="-120"/>
                        </a:rPr>
                        <a:t>策略群組</a:t>
                      </a:r>
                      <a:endParaRPr lang="en-US" altLang="zh-TW" sz="28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800" b="1" i="0" u="none" strike="noStrike" baseline="0" dirty="0">
                          <a:solidFill>
                            <a:srgbClr val="FFFFFF"/>
                          </a:solidFill>
                          <a:effectLst/>
                          <a:latin typeface="Arial" panose="020B0604020202020204" pitchFamily="34" charset="0"/>
                          <a:ea typeface="微軟正黑體" panose="020B0604030504040204" pitchFamily="34" charset="-120"/>
                        </a:rPr>
                        <a:t>核發策略</a:t>
                      </a:r>
                      <a:endParaRPr lang="en-US" sz="28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800" b="1" i="0" u="none" strike="noStrike" baseline="0" dirty="0">
                          <a:solidFill>
                            <a:srgbClr val="FFFFFF"/>
                          </a:solidFill>
                          <a:effectLst/>
                          <a:latin typeface="Arial" panose="020B0604020202020204" pitchFamily="34" charset="0"/>
                          <a:ea typeface="微軟正黑體" panose="020B0604030504040204" pitchFamily="34" charset="-120"/>
                        </a:rPr>
                        <a:t>核發代碼</a:t>
                      </a:r>
                      <a:endParaRPr lang="en-US" sz="28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800" b="1" i="0" u="none" strike="noStrike" baseline="0" dirty="0">
                          <a:solidFill>
                            <a:srgbClr val="FFFFFF"/>
                          </a:solidFill>
                          <a:effectLst/>
                          <a:latin typeface="Arial" panose="020B0604020202020204" pitchFamily="34" charset="0"/>
                          <a:ea typeface="微軟正黑體" panose="020B0604030504040204" pitchFamily="34" charset="-120"/>
                        </a:rPr>
                        <a:t>代碼說明</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800" b="1" i="0" u="none" strike="noStrike" baseline="0" dirty="0">
                          <a:solidFill>
                            <a:srgbClr val="FFFFFF"/>
                          </a:solidFill>
                          <a:effectLst/>
                          <a:latin typeface="Arial" panose="020B0604020202020204" pitchFamily="34" charset="0"/>
                          <a:ea typeface="微軟正黑體" panose="020B0604030504040204" pitchFamily="34" charset="-120"/>
                        </a:rPr>
                        <a:t>備註</a:t>
                      </a:r>
                      <a:endParaRPr lang="en-US" altLang="zh-TW" sz="28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2813841900"/>
                  </a:ext>
                </a:extLst>
              </a:tr>
              <a:tr h="532809">
                <a:tc rowSpan="6">
                  <a:txBody>
                    <a:bodyPr/>
                    <a:lstStyle/>
                    <a:p>
                      <a:pPr marL="0" algn="ctr" defTabSz="1371600" rtl="0" eaLnBrk="1" fontAlgn="b" latinLnBrk="0" hangingPunct="1">
                        <a:buNone/>
                      </a:pPr>
                      <a:r>
                        <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請購單</a:t>
                      </a:r>
                      <a:endParaRPr 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marL="0" algn="ctr" defTabSz="1371600" rtl="0" eaLnBrk="1" fontAlgn="b" latinLnBrk="0" hangingPunct="1">
                        <a:buNone/>
                      </a:pPr>
                      <a:r>
                        <a:rPr lang="en-US" altLang="zh-TW"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PR</a:t>
                      </a:r>
                      <a:endPar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S2</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送簽請購</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39361304"/>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l" defTabSz="1371600" rtl="0" eaLnBrk="1" fontAlgn="b" latinLnBrk="0" hangingPunct="1">
                        <a:buNone/>
                      </a:pPr>
                      <a:endPar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ctr" defTabSz="1371600" rtl="0" eaLnBrk="1" fontAlgn="b" latinLnBrk="0" hangingPunct="1">
                        <a:buNone/>
                      </a:pPr>
                      <a:endPar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R5</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請購已簽</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31059953"/>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4">
                  <a:txBody>
                    <a:bodyPr/>
                    <a:lstStyle/>
                    <a:p>
                      <a:pPr marL="0" algn="ctr" defTabSz="1371600" rtl="0" eaLnBrk="1" fontAlgn="b" latinLnBrk="0" hangingPunct="1">
                        <a:buNone/>
                      </a:pPr>
                      <a:r>
                        <a:rPr lang="en-US" altLang="zh-TW"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PR</a:t>
                      </a:r>
                      <a:endPar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4">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S1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送簽請購</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42188619"/>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l" defTabSz="1371600" rtl="0" eaLnBrk="1" fontAlgn="b" latinLnBrk="0" hangingPunct="1">
                        <a:buNone/>
                      </a:pPr>
                      <a:endPar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ctr" defTabSz="1371600" rtl="0" eaLnBrk="1" fontAlgn="b" latinLnBrk="0" hangingPunct="1">
                        <a:buNone/>
                      </a:pPr>
                      <a:endPar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R2</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請購已簽</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07109624"/>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l" defTabSz="1371600" rtl="0" eaLnBrk="1" fontAlgn="b" latinLnBrk="0" hangingPunct="1">
                        <a:buNone/>
                      </a:pPr>
                      <a:endPar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ctr" defTabSz="1371600" rtl="0" eaLnBrk="1" fontAlgn="b" latinLnBrk="0" hangingPunct="1">
                        <a:buNone/>
                      </a:pPr>
                      <a:endPar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R3</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送簽資本支出</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55577951"/>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l" defTabSz="1371600" rtl="0" eaLnBrk="1" fontAlgn="b" latinLnBrk="0" hangingPunct="1">
                        <a:buNone/>
                      </a:pPr>
                      <a:endPar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ctr" defTabSz="1371600" rtl="0" eaLnBrk="1" fontAlgn="b" latinLnBrk="0" hangingPunct="1">
                        <a:buNone/>
                      </a:pPr>
                      <a:endPar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R4</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資本支出已簽</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96841068"/>
                  </a:ext>
                </a:extLst>
              </a:tr>
              <a:tr h="532809">
                <a:tc rowSpan="2">
                  <a:txBody>
                    <a:bodyPr/>
                    <a:lstStyle/>
                    <a:p>
                      <a:pPr marL="0" algn="ctr" defTabSz="1371600" rtl="0" eaLnBrk="1" fontAlgn="b" latinLnBrk="0" hangingPunct="1">
                        <a:buNone/>
                      </a:pPr>
                      <a:r>
                        <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採購單</a:t>
                      </a:r>
                      <a:endParaRPr 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marL="0" algn="ctr" defTabSz="1371600" rtl="0" eaLnBrk="1" fontAlgn="b" latinLnBrk="0" hangingPunct="1">
                        <a:buNone/>
                      </a:pPr>
                      <a:r>
                        <a:rPr lang="en-US" altLang="zh-TW"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P1</a:t>
                      </a:r>
                      <a:endPar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S1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採購單送簽</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rPr>
                        <a:t>不能變更</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83584338"/>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l" defTabSz="1371600" rtl="0" eaLnBrk="1" fontAlgn="b" latinLnBrk="0" hangingPunct="1">
                        <a:buNone/>
                      </a:pPr>
                      <a:endPar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ctr" defTabSz="1371600" rtl="0" eaLnBrk="1" fontAlgn="b" latinLnBrk="0" hangingPunct="1">
                        <a:buNone/>
                      </a:pPr>
                      <a:endPar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R2</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採購單簽回</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rPr>
                        <a:t>能變更</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32500125"/>
                  </a:ext>
                </a:extLst>
              </a:tr>
              <a:tr h="532809">
                <a:tc rowSpan="3">
                  <a:txBody>
                    <a:bodyPr/>
                    <a:lstStyle/>
                    <a:p>
                      <a:pPr marL="0" algn="ctr" defTabSz="1371600" rtl="0" eaLnBrk="1" fontAlgn="b" latinLnBrk="0" hangingPunct="1">
                        <a:buNone/>
                      </a:pPr>
                      <a:r>
                        <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詢價單</a:t>
                      </a:r>
                      <a:endParaRPr 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3">
                  <a:txBody>
                    <a:bodyPr/>
                    <a:lstStyle/>
                    <a:p>
                      <a:pPr marL="0" algn="ctr" defTabSz="1371600" rtl="0" eaLnBrk="1" fontAlgn="b" latinLnBrk="0" hangingPunct="1">
                        <a:buNone/>
                      </a:pPr>
                      <a:r>
                        <a:rPr lang="en-US" altLang="zh-TW"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Q1</a:t>
                      </a:r>
                      <a:endPar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3">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S1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報價送簽</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rPr>
                        <a:t>不能變更</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93905999"/>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l" defTabSz="1371600" rtl="0" eaLnBrk="1" fontAlgn="b" latinLnBrk="0" hangingPunct="1">
                        <a:buNone/>
                      </a:pPr>
                      <a:endPar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ctr" defTabSz="1371600" rtl="0" eaLnBrk="1" fontAlgn="b" latinLnBrk="0" hangingPunct="1">
                        <a:buNone/>
                      </a:pPr>
                      <a:endPar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R2</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報價簽回</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rPr>
                        <a:t>能變更</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35658341"/>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l" defTabSz="1371600" rtl="0" eaLnBrk="1" fontAlgn="b" latinLnBrk="0" hangingPunct="1">
                        <a:buNone/>
                      </a:pPr>
                      <a:endPar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ctr" defTabSz="1371600" rtl="0" eaLnBrk="1" fontAlgn="b" latinLnBrk="0" hangingPunct="1">
                        <a:buNone/>
                      </a:pPr>
                      <a:endPar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R3</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報價更新完成</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rPr>
                        <a:t>不能變更</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98642853"/>
                  </a:ext>
                </a:extLst>
              </a:tr>
              <a:tr h="532809">
                <a:tc rowSpan="2">
                  <a:txBody>
                    <a:bodyPr/>
                    <a:lstStyle/>
                    <a:p>
                      <a:pPr marL="0" algn="ctr" defTabSz="1371600" rtl="0" eaLnBrk="1" fontAlgn="b" latinLnBrk="0" hangingPunct="1">
                        <a:buNone/>
                      </a:pPr>
                      <a:r>
                        <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契約（合約）</a:t>
                      </a:r>
                      <a:endParaRPr 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marL="0" algn="ctr" defTabSz="1371600" rtl="0" eaLnBrk="1" fontAlgn="b" latinLnBrk="0" hangingPunct="1">
                        <a:buNone/>
                      </a:pPr>
                      <a:r>
                        <a:rPr lang="en-US" altLang="zh-TW"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rPr>
                        <a:t>C1</a:t>
                      </a:r>
                      <a:endParaRPr lang="zh-TW" altLang="en-US" sz="28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S1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合約送簽</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rPr>
                        <a:t>不能變更</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94500003"/>
                  </a:ext>
                </a:extLst>
              </a:tr>
              <a:tr h="532809">
                <a:tc vMerge="1">
                  <a:txBody>
                    <a:bodyPr/>
                    <a:lstStyle/>
                    <a:p>
                      <a:pPr marL="0" algn="ctr" defTabSz="1371600" rtl="0" eaLnBrk="1" fontAlgn="b" latinLnBrk="0" hangingPunct="1">
                        <a:buNone/>
                      </a:pPr>
                      <a:endParaRPr 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l" defTabSz="1371600" rtl="0" eaLnBrk="1" fontAlgn="b" latinLnBrk="0" hangingPunct="1">
                        <a:buNone/>
                      </a:pPr>
                      <a:endParaRPr lang="zh-TW" altLang="en-US" sz="2400" b="0" i="0" u="none" strike="noStrike" kern="1200" baseline="0" dirty="0">
                        <a:solidFill>
                          <a:schemeClr val="tx1"/>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vMerge="1">
                  <a:txBody>
                    <a:bodyPr/>
                    <a:lstStyle/>
                    <a:p>
                      <a:pPr marL="0" algn="ctr" defTabSz="1371600" rtl="0" eaLnBrk="1" fontAlgn="b" latinLnBrk="0" hangingPunct="1">
                        <a:buNone/>
                      </a:pPr>
                      <a:endParaRPr lang="en-US" altLang="zh-TW" sz="2400" b="0" i="0" u="none" strike="noStrike" kern="1200" baseline="0" dirty="0">
                        <a:solidFill>
                          <a:srgbClr val="000000"/>
                        </a:solidFill>
                        <a:effectLst/>
                        <a:latin typeface="Arial" panose="020B0604020202020204" pitchFamily="34" charset="0"/>
                        <a:ea typeface="微軟正黑體" panose="020B0604030504040204" pitchFamily="34" charset="-120"/>
                        <a:cs typeface="+mn-cs"/>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1371600" rtl="0" eaLnBrk="1" fontAlgn="b" latinLnBrk="0" hangingPunct="1">
                        <a:buNone/>
                      </a:pPr>
                      <a:r>
                        <a:rPr lang="en-US" altLang="zh-TW"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R2</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2800" b="0" i="0" u="none" strike="noStrike" kern="1200" baseline="0" dirty="0">
                          <a:solidFill>
                            <a:srgbClr val="000000"/>
                          </a:solidFill>
                          <a:effectLst/>
                          <a:latin typeface="Arial" panose="020B0604020202020204" pitchFamily="34" charset="0"/>
                          <a:ea typeface="微軟正黑體" panose="020B0604030504040204" pitchFamily="34" charset="-120"/>
                          <a:cs typeface="+mn-cs"/>
                        </a:rPr>
                        <a:t>合約簽回</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800" b="0" i="0" u="none" strike="noStrike" baseline="0" dirty="0">
                          <a:solidFill>
                            <a:srgbClr val="000000"/>
                          </a:solidFill>
                          <a:effectLst/>
                          <a:latin typeface="Arial" panose="020B0604020202020204" pitchFamily="34" charset="0"/>
                          <a:ea typeface="微軟正黑體" panose="020B0604030504040204" pitchFamily="34" charset="-120"/>
                        </a:rPr>
                        <a:t>能變更</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93173698"/>
                  </a:ext>
                </a:extLst>
              </a:tr>
            </a:tbl>
          </a:graphicData>
        </a:graphic>
      </p:graphicFrame>
    </p:spTree>
    <p:extLst>
      <p:ext uri="{BB962C8B-B14F-4D97-AF65-F5344CB8AC3E}">
        <p14:creationId xmlns:p14="http://schemas.microsoft.com/office/powerpoint/2010/main" val="3330614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447AB-C165-A7A9-15B9-B04D60DBBEC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C6E2613-7D86-48D5-9C77-87C54EB296F4}"/>
              </a:ext>
            </a:extLst>
          </p:cNvPr>
          <p:cNvSpPr>
            <a:spLocks noGrp="1"/>
          </p:cNvSpPr>
          <p:nvPr>
            <p:ph type="title"/>
          </p:nvPr>
        </p:nvSpPr>
        <p:spPr/>
        <p:txBody>
          <a:bodyPr/>
          <a:lstStyle/>
          <a:p>
            <a:r>
              <a:rPr lang="zh-TW" altLang="en-US" dirty="0"/>
              <a:t>請購單文件類型</a:t>
            </a:r>
          </a:p>
        </p:txBody>
      </p:sp>
      <p:graphicFrame>
        <p:nvGraphicFramePr>
          <p:cNvPr id="6" name="表格 5">
            <a:extLst>
              <a:ext uri="{FF2B5EF4-FFF2-40B4-BE49-F238E27FC236}">
                <a16:creationId xmlns:a16="http://schemas.microsoft.com/office/drawing/2014/main" id="{550CACF3-E16C-1094-2D6B-BDA2DECF019A}"/>
              </a:ext>
            </a:extLst>
          </p:cNvPr>
          <p:cNvGraphicFramePr>
            <a:graphicFrameLocks noGrp="1"/>
          </p:cNvGraphicFramePr>
          <p:nvPr>
            <p:extLst>
              <p:ext uri="{D42A27DB-BD31-4B8C-83A1-F6EECF244321}">
                <p14:modId xmlns:p14="http://schemas.microsoft.com/office/powerpoint/2010/main" val="1141171749"/>
              </p:ext>
            </p:extLst>
          </p:nvPr>
        </p:nvGraphicFramePr>
        <p:xfrm>
          <a:off x="767444" y="1676944"/>
          <a:ext cx="16753113" cy="7363904"/>
        </p:xfrm>
        <a:graphic>
          <a:graphicData uri="http://schemas.openxmlformats.org/drawingml/2006/table">
            <a:tbl>
              <a:tblPr>
                <a:effectLst>
                  <a:outerShdw blurRad="50800" dist="38100" dir="2700000" algn="tl" rotWithShape="0">
                    <a:prstClr val="black">
                      <a:alpha val="40000"/>
                    </a:prstClr>
                  </a:outerShdw>
                </a:effectLst>
              </a:tblPr>
              <a:tblGrid>
                <a:gridCol w="1200223">
                  <a:extLst>
                    <a:ext uri="{9D8B030D-6E8A-4147-A177-3AD203B41FA5}">
                      <a16:colId xmlns:a16="http://schemas.microsoft.com/office/drawing/2014/main" val="399061059"/>
                    </a:ext>
                  </a:extLst>
                </a:gridCol>
                <a:gridCol w="2994082">
                  <a:extLst>
                    <a:ext uri="{9D8B030D-6E8A-4147-A177-3AD203B41FA5}">
                      <a16:colId xmlns:a16="http://schemas.microsoft.com/office/drawing/2014/main" val="1600104557"/>
                    </a:ext>
                  </a:extLst>
                </a:gridCol>
                <a:gridCol w="1928417">
                  <a:extLst>
                    <a:ext uri="{9D8B030D-6E8A-4147-A177-3AD203B41FA5}">
                      <a16:colId xmlns:a16="http://schemas.microsoft.com/office/drawing/2014/main" val="557855018"/>
                    </a:ext>
                  </a:extLst>
                </a:gridCol>
                <a:gridCol w="2028793">
                  <a:extLst>
                    <a:ext uri="{9D8B030D-6E8A-4147-A177-3AD203B41FA5}">
                      <a16:colId xmlns:a16="http://schemas.microsoft.com/office/drawing/2014/main" val="1522395892"/>
                    </a:ext>
                  </a:extLst>
                </a:gridCol>
                <a:gridCol w="3734027">
                  <a:extLst>
                    <a:ext uri="{9D8B030D-6E8A-4147-A177-3AD203B41FA5}">
                      <a16:colId xmlns:a16="http://schemas.microsoft.com/office/drawing/2014/main" val="1394952361"/>
                    </a:ext>
                  </a:extLst>
                </a:gridCol>
                <a:gridCol w="2017041">
                  <a:extLst>
                    <a:ext uri="{9D8B030D-6E8A-4147-A177-3AD203B41FA5}">
                      <a16:colId xmlns:a16="http://schemas.microsoft.com/office/drawing/2014/main" val="347328860"/>
                    </a:ext>
                  </a:extLst>
                </a:gridCol>
                <a:gridCol w="1316911">
                  <a:extLst>
                    <a:ext uri="{9D8B030D-6E8A-4147-A177-3AD203B41FA5}">
                      <a16:colId xmlns:a16="http://schemas.microsoft.com/office/drawing/2014/main" val="1992984873"/>
                    </a:ext>
                  </a:extLst>
                </a:gridCol>
                <a:gridCol w="1533619">
                  <a:extLst>
                    <a:ext uri="{9D8B030D-6E8A-4147-A177-3AD203B41FA5}">
                      <a16:colId xmlns:a16="http://schemas.microsoft.com/office/drawing/2014/main" val="2462477422"/>
                    </a:ext>
                  </a:extLst>
                </a:gridCol>
              </a:tblGrid>
              <a:tr h="651681">
                <a:tc>
                  <a:txBody>
                    <a:bodyPr/>
                    <a:lstStyle/>
                    <a:p>
                      <a:pPr algn="ctr" rtl="0" fontAlgn="ctr"/>
                      <a:r>
                        <a:rPr lang="zh-TW" altLang="en-US" sz="2400" b="1" i="0" u="none" strike="noStrike" baseline="0" dirty="0">
                          <a:solidFill>
                            <a:srgbClr val="FFFFFF"/>
                          </a:solidFill>
                          <a:effectLst/>
                          <a:latin typeface="Arial" panose="020B0604020202020204" pitchFamily="34" charset="0"/>
                          <a:ea typeface="微軟正黑體" panose="020B0604030504040204" pitchFamily="34" charset="-120"/>
                        </a:rPr>
                        <a:t>請購單類型</a:t>
                      </a:r>
                      <a:endParaRPr lang="en-US" altLang="zh-TW" sz="24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400" b="1" i="0" u="none" strike="noStrike" baseline="0" dirty="0">
                          <a:solidFill>
                            <a:srgbClr val="FFFFFF"/>
                          </a:solidFill>
                          <a:effectLst/>
                          <a:latin typeface="Arial" panose="020B0604020202020204" pitchFamily="34" charset="0"/>
                          <a:ea typeface="微軟正黑體" panose="020B0604030504040204" pitchFamily="34" charset="-120"/>
                        </a:rPr>
                        <a:t>請購單類型說明</a:t>
                      </a:r>
                      <a:endParaRPr lang="en-US" altLang="zh-TW" sz="24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2400" b="1" i="0" u="none" strike="noStrike" baseline="0" dirty="0">
                          <a:solidFill>
                            <a:srgbClr val="FFFFFF"/>
                          </a:solidFill>
                          <a:effectLst/>
                          <a:latin typeface="Arial" panose="020B0604020202020204" pitchFamily="34" charset="0"/>
                          <a:ea typeface="微軟正黑體" panose="020B0604030504040204" pitchFamily="34" charset="-120"/>
                        </a:rPr>
                        <a:t>From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2400" b="1" i="0" u="none" strike="noStrike" baseline="0" dirty="0">
                          <a:solidFill>
                            <a:srgbClr val="FFFFFF"/>
                          </a:solidFill>
                          <a:effectLst/>
                          <a:latin typeface="Arial" panose="020B0604020202020204" pitchFamily="34" charset="0"/>
                          <a:ea typeface="微軟正黑體" panose="020B0604030504040204" pitchFamily="34" charset="-120"/>
                        </a:rPr>
                        <a:t>To</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400" b="1" i="0" u="none" strike="noStrike" baseline="0">
                          <a:solidFill>
                            <a:srgbClr val="FFFFFF"/>
                          </a:solidFill>
                          <a:effectLst/>
                          <a:latin typeface="Arial" panose="020B0604020202020204" pitchFamily="34" charset="0"/>
                          <a:ea typeface="微軟正黑體" panose="020B0604030504040204" pitchFamily="34" charset="-120"/>
                        </a:rPr>
                        <a:t>資料來源</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400" b="1" i="0" u="none" strike="noStrike" baseline="0" dirty="0">
                          <a:solidFill>
                            <a:srgbClr val="FFFFFF"/>
                          </a:solidFill>
                          <a:effectLst/>
                          <a:latin typeface="Arial" panose="020B0604020202020204" pitchFamily="34" charset="0"/>
                          <a:ea typeface="微軟正黑體" panose="020B0604030504040204" pitchFamily="34" charset="-120"/>
                        </a:rPr>
                        <a:t>簽核</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400" b="1" i="0" u="none" strike="noStrike" baseline="0" dirty="0">
                          <a:solidFill>
                            <a:srgbClr val="FFFFFF"/>
                          </a:solidFill>
                          <a:effectLst/>
                          <a:latin typeface="Arial" panose="020B0604020202020204" pitchFamily="34" charset="0"/>
                          <a:ea typeface="微軟正黑體" panose="020B0604030504040204" pitchFamily="34" charset="-120"/>
                        </a:rPr>
                        <a:t>科目指派種類</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2400" b="1" i="0" u="none" strike="noStrike" baseline="0">
                          <a:solidFill>
                            <a:srgbClr val="FFFFFF"/>
                          </a:solidFill>
                          <a:effectLst/>
                          <a:latin typeface="Arial" panose="020B0604020202020204" pitchFamily="34" charset="0"/>
                          <a:ea typeface="微軟正黑體" panose="020B0604030504040204" pitchFamily="34" charset="-120"/>
                        </a:rPr>
                        <a:t>庫存管理</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2225878389"/>
                  </a:ext>
                </a:extLst>
              </a:tr>
              <a:tr h="339394">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DB</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開發請購單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0100000000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0999999999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No</a:t>
                      </a:r>
                      <a:endPar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63810198"/>
                  </a:ext>
                </a:extLst>
              </a:tr>
              <a:tr h="339394">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NB</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1000000000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1999999999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MRP</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No</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95787810"/>
                  </a:ext>
                </a:extLst>
              </a:tr>
              <a:tr h="339394">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EB</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量產補單請購單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2000000000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2099999999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生管</a:t>
                      </a:r>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a:t>
                      </a: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倉庫 手動建立</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FF0000"/>
                          </a:solidFill>
                          <a:effectLst/>
                          <a:latin typeface="Arial" panose="020B0604020202020204" pitchFamily="34" charset="0"/>
                          <a:ea typeface="微軟正黑體" panose="020B0604030504040204" pitchFamily="34" charset="-120"/>
                        </a:rPr>
                        <a:t>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72391673"/>
                  </a:ext>
                </a:extLst>
              </a:tr>
              <a:tr h="326382">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SC</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製程委外請購單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2100000000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2199999999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工單建立核發</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No</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F</a:t>
                      </a: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13223432"/>
                  </a:ext>
                </a:extLst>
              </a:tr>
              <a:tr h="339394">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FA</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預買請購單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3000000000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3099999999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FF0000"/>
                          </a:solidFill>
                          <a:effectLst/>
                          <a:latin typeface="Arial" panose="020B0604020202020204" pitchFamily="34" charset="0"/>
                          <a:ea typeface="微軟正黑體" panose="020B0604030504040204" pitchFamily="34" charset="-120"/>
                        </a:rPr>
                        <a:t>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09894769"/>
                  </a:ext>
                </a:extLst>
              </a:tr>
              <a:tr h="339394">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FB</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預補請購單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3100000000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3199999999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生管</a:t>
                      </a:r>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a:t>
                      </a: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廠務助理手動建立</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FF0000"/>
                          </a:solidFill>
                          <a:effectLst/>
                          <a:latin typeface="Arial" panose="020B0604020202020204" pitchFamily="34" charset="0"/>
                          <a:ea typeface="微軟正黑體" panose="020B0604030504040204" pitchFamily="34" charset="-120"/>
                        </a:rPr>
                        <a:t>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54431294"/>
                  </a:ext>
                </a:extLst>
              </a:tr>
              <a:tr h="326382">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T1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楦頭請購單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4000000000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4099999999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FF0000"/>
                          </a:solidFill>
                          <a:effectLst/>
                          <a:latin typeface="Arial" panose="020B0604020202020204" pitchFamily="34" charset="0"/>
                          <a:ea typeface="微軟正黑體" panose="020B0604030504040204" pitchFamily="34" charset="-120"/>
                        </a:rPr>
                        <a:t>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A</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49205051"/>
                  </a:ext>
                </a:extLst>
              </a:tr>
              <a:tr h="326382">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T2</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製工具請購單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4100000000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4199999999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FF0000"/>
                          </a:solidFill>
                          <a:effectLst/>
                          <a:latin typeface="Arial" panose="020B0604020202020204" pitchFamily="34" charset="0"/>
                          <a:ea typeface="微軟正黑體" panose="020B0604030504040204" pitchFamily="34" charset="-120"/>
                        </a:rPr>
                        <a:t>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K</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dirty="0">
                          <a:solidFill>
                            <a:schemeClr val="tx1"/>
                          </a:solidFill>
                          <a:effectLst/>
                          <a:latin typeface="Arial" panose="020B0604020202020204" pitchFamily="34" charset="0"/>
                          <a:ea typeface="微軟正黑體" panose="020B0604030504040204" pitchFamily="34" charset="-120"/>
                        </a:rPr>
                        <a:t>有料號</a:t>
                      </a:r>
                      <a:r>
                        <a:rPr lang="en-US" sz="2400" b="0" i="0" u="none" strike="noStrike" baseline="0" dirty="0">
                          <a:solidFill>
                            <a:schemeClr val="tx1"/>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22089142"/>
                  </a:ext>
                </a:extLst>
              </a:tr>
              <a:tr h="326382">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T3</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模具請購單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4200000000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4299999999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FF0000"/>
                          </a:solidFill>
                          <a:effectLst/>
                          <a:latin typeface="Arial" panose="020B0604020202020204" pitchFamily="34" charset="0"/>
                          <a:ea typeface="微軟正黑體" panose="020B0604030504040204" pitchFamily="34" charset="-120"/>
                        </a:rPr>
                        <a:t>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A</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443313993"/>
                  </a:ext>
                </a:extLst>
              </a:tr>
              <a:tr h="326382">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M1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機器設備請購單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4300000000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4399999999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FF0000"/>
                          </a:solidFill>
                          <a:effectLst/>
                          <a:latin typeface="Arial" panose="020B0604020202020204" pitchFamily="34" charset="0"/>
                          <a:ea typeface="微軟正黑體" panose="020B0604030504040204" pitchFamily="34" charset="-120"/>
                        </a:rPr>
                        <a:t>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A</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85227585"/>
                  </a:ext>
                </a:extLst>
              </a:tr>
              <a:tr h="339394">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A1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固定資產請購單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4400000000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4499999999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FF0000"/>
                          </a:solidFill>
                          <a:effectLst/>
                          <a:latin typeface="Arial" panose="020B0604020202020204" pitchFamily="34" charset="0"/>
                          <a:ea typeface="微軟正黑體" panose="020B0604030504040204" pitchFamily="34" charset="-120"/>
                        </a:rPr>
                        <a:t>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a:solidFill>
                            <a:srgbClr val="000000"/>
                          </a:solidFill>
                          <a:effectLst/>
                          <a:latin typeface="Arial" panose="020B0604020202020204" pitchFamily="34" charset="0"/>
                          <a:ea typeface="微軟正黑體" panose="020B0604030504040204" pitchFamily="34" charset="-120"/>
                        </a:rPr>
                        <a:t>A</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有料號</a:t>
                      </a:r>
                      <a:r>
                        <a:rPr lang="en-US" sz="24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83504821"/>
                  </a:ext>
                </a:extLst>
              </a:tr>
              <a:tr h="567104">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X1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庶務庫存品請購單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5000000000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5099999999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僅</a:t>
                      </a: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BPM</a:t>
                      </a:r>
                      <a:endPar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空白</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06121414"/>
                  </a:ext>
                </a:extLst>
              </a:tr>
              <a:tr h="425057">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X2</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a:solidFill>
                            <a:srgbClr val="000000"/>
                          </a:solidFill>
                          <a:effectLst/>
                          <a:latin typeface="Arial" panose="020B0604020202020204" pitchFamily="34" charset="0"/>
                          <a:ea typeface="微軟正黑體" panose="020B0604030504040204" pitchFamily="34" charset="-120"/>
                        </a:rPr>
                        <a:t>費用類請購單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5100000000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5199999999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僅</a:t>
                      </a: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BPM</a:t>
                      </a:r>
                      <a:endPar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K</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29139042"/>
                  </a:ext>
                </a:extLst>
              </a:tr>
              <a:tr h="326382">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TR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調料請購單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a:solidFill>
                            <a:srgbClr val="000000"/>
                          </a:solidFill>
                          <a:effectLst/>
                          <a:latin typeface="Arial" panose="020B0604020202020204" pitchFamily="34" charset="0"/>
                          <a:ea typeface="微軟正黑體" panose="020B0604030504040204" pitchFamily="34" charset="-120"/>
                        </a:rPr>
                        <a:t>2200000000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2299999999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生管</a:t>
                      </a:r>
                      <a:r>
                        <a:rPr lang="en-US" altLang="zh-TW" sz="2400" b="0" i="0" u="none" strike="noStrike" baseline="0" dirty="0">
                          <a:solidFill>
                            <a:srgbClr val="000000"/>
                          </a:solidFill>
                          <a:effectLst/>
                          <a:latin typeface="Arial" panose="020B0604020202020204" pitchFamily="34" charset="0"/>
                          <a:ea typeface="微軟正黑體" panose="020B0604030504040204" pitchFamily="34" charset="-120"/>
                        </a:rPr>
                        <a:t>/</a:t>
                      </a: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倉庫 手動建立</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2400" b="0" i="0" u="none" strike="noStrike" baseline="0" dirty="0">
                          <a:solidFill>
                            <a:srgbClr val="000000"/>
                          </a:solidFill>
                          <a:effectLst/>
                          <a:latin typeface="Arial" panose="020B0604020202020204" pitchFamily="34" charset="0"/>
                          <a:ea typeface="微軟正黑體" panose="020B0604030504040204" pitchFamily="34" charset="-120"/>
                        </a:rPr>
                        <a:t>No</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2400" b="0" i="0" u="none" strike="noStrike" baseline="0" dirty="0">
                          <a:solidFill>
                            <a:srgbClr val="000000"/>
                          </a:solidFill>
                          <a:effectLst/>
                          <a:latin typeface="Arial" panose="020B0604020202020204" pitchFamily="34" charset="0"/>
                          <a:ea typeface="微軟正黑體" panose="020B0604030504040204" pitchFamily="34" charset="-120"/>
                        </a:rPr>
                        <a:t>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2400" b="0" i="0" u="none" strike="noStrike" baseline="0" dirty="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6492600"/>
                  </a:ext>
                </a:extLst>
              </a:tr>
            </a:tbl>
          </a:graphicData>
        </a:graphic>
      </p:graphicFrame>
      <p:sp>
        <p:nvSpPr>
          <p:cNvPr id="7" name="文字方塊 6">
            <a:extLst>
              <a:ext uri="{FF2B5EF4-FFF2-40B4-BE49-F238E27FC236}">
                <a16:creationId xmlns:a16="http://schemas.microsoft.com/office/drawing/2014/main" id="{67188F7B-CE5F-6961-E709-FA532DE34320}"/>
              </a:ext>
            </a:extLst>
          </p:cNvPr>
          <p:cNvSpPr txBox="1"/>
          <p:nvPr/>
        </p:nvSpPr>
        <p:spPr>
          <a:xfrm>
            <a:off x="685800" y="9184470"/>
            <a:ext cx="6854762" cy="400110"/>
          </a:xfrm>
          <a:prstGeom prst="rect">
            <a:avLst/>
          </a:prstGeom>
          <a:noFill/>
        </p:spPr>
        <p:txBody>
          <a:bodyPr wrap="none" rtlCol="0">
            <a:spAutoFit/>
          </a:bodyPr>
          <a:lstStyle/>
          <a:p>
            <a:r>
              <a:rPr lang="zh-TW" altLang="en-US" sz="2000" dirty="0"/>
              <a:t>備註：簽核欄位紅字者，代表</a:t>
            </a:r>
            <a:r>
              <a:rPr lang="en-US" altLang="zh-TW" sz="2000" dirty="0"/>
              <a:t>SAP</a:t>
            </a:r>
            <a:r>
              <a:rPr lang="zh-TW" altLang="en-US" sz="2000" dirty="0"/>
              <a:t>有啟用「核發策略」設定</a:t>
            </a:r>
          </a:p>
        </p:txBody>
      </p:sp>
    </p:spTree>
    <p:extLst>
      <p:ext uri="{BB962C8B-B14F-4D97-AF65-F5344CB8AC3E}">
        <p14:creationId xmlns:p14="http://schemas.microsoft.com/office/powerpoint/2010/main" val="2510350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A7A6B-FD98-0F93-9E2E-45128F8EBFF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0DFD009-0269-37B7-BA23-754AA5BC2E80}"/>
              </a:ext>
            </a:extLst>
          </p:cNvPr>
          <p:cNvSpPr>
            <a:spLocks noGrp="1"/>
          </p:cNvSpPr>
          <p:nvPr>
            <p:ph type="title"/>
          </p:nvPr>
        </p:nvSpPr>
        <p:spPr/>
        <p:txBody>
          <a:bodyPr/>
          <a:lstStyle/>
          <a:p>
            <a:r>
              <a:rPr lang="zh-TW" altLang="en-US" dirty="0"/>
              <a:t>採購單文件類型</a:t>
            </a:r>
          </a:p>
        </p:txBody>
      </p:sp>
      <p:graphicFrame>
        <p:nvGraphicFramePr>
          <p:cNvPr id="3" name="表格 2">
            <a:extLst>
              <a:ext uri="{FF2B5EF4-FFF2-40B4-BE49-F238E27FC236}">
                <a16:creationId xmlns:a16="http://schemas.microsoft.com/office/drawing/2014/main" id="{0DA23473-8D4F-9622-58B6-8ACF3F33B052}"/>
              </a:ext>
            </a:extLst>
          </p:cNvPr>
          <p:cNvGraphicFramePr>
            <a:graphicFrameLocks noGrp="1"/>
          </p:cNvGraphicFramePr>
          <p:nvPr>
            <p:extLst>
              <p:ext uri="{D42A27DB-BD31-4B8C-83A1-F6EECF244321}">
                <p14:modId xmlns:p14="http://schemas.microsoft.com/office/powerpoint/2010/main" val="1113327926"/>
              </p:ext>
            </p:extLst>
          </p:nvPr>
        </p:nvGraphicFramePr>
        <p:xfrm>
          <a:off x="1996983" y="1506240"/>
          <a:ext cx="13694774" cy="8547429"/>
        </p:xfrm>
        <a:graphic>
          <a:graphicData uri="http://schemas.openxmlformats.org/drawingml/2006/table">
            <a:tbl>
              <a:tblPr>
                <a:effectLst>
                  <a:outerShdw blurRad="50800" dist="38100" dir="2700000" algn="tl" rotWithShape="0">
                    <a:prstClr val="black">
                      <a:alpha val="40000"/>
                    </a:prstClr>
                  </a:outerShdw>
                </a:effectLst>
              </a:tblPr>
              <a:tblGrid>
                <a:gridCol w="1725931">
                  <a:extLst>
                    <a:ext uri="{9D8B030D-6E8A-4147-A177-3AD203B41FA5}">
                      <a16:colId xmlns:a16="http://schemas.microsoft.com/office/drawing/2014/main" val="729383419"/>
                    </a:ext>
                  </a:extLst>
                </a:gridCol>
                <a:gridCol w="2743200">
                  <a:extLst>
                    <a:ext uri="{9D8B030D-6E8A-4147-A177-3AD203B41FA5}">
                      <a16:colId xmlns:a16="http://schemas.microsoft.com/office/drawing/2014/main" val="1371184551"/>
                    </a:ext>
                  </a:extLst>
                </a:gridCol>
                <a:gridCol w="2392136">
                  <a:extLst>
                    <a:ext uri="{9D8B030D-6E8A-4147-A177-3AD203B41FA5}">
                      <a16:colId xmlns:a16="http://schemas.microsoft.com/office/drawing/2014/main" val="126740988"/>
                    </a:ext>
                  </a:extLst>
                </a:gridCol>
                <a:gridCol w="2392136">
                  <a:extLst>
                    <a:ext uri="{9D8B030D-6E8A-4147-A177-3AD203B41FA5}">
                      <a16:colId xmlns:a16="http://schemas.microsoft.com/office/drawing/2014/main" val="244192527"/>
                    </a:ext>
                  </a:extLst>
                </a:gridCol>
                <a:gridCol w="3077576">
                  <a:extLst>
                    <a:ext uri="{9D8B030D-6E8A-4147-A177-3AD203B41FA5}">
                      <a16:colId xmlns:a16="http://schemas.microsoft.com/office/drawing/2014/main" val="4187206233"/>
                    </a:ext>
                  </a:extLst>
                </a:gridCol>
                <a:gridCol w="1363795">
                  <a:extLst>
                    <a:ext uri="{9D8B030D-6E8A-4147-A177-3AD203B41FA5}">
                      <a16:colId xmlns:a16="http://schemas.microsoft.com/office/drawing/2014/main" val="2770877279"/>
                    </a:ext>
                  </a:extLst>
                </a:gridCol>
              </a:tblGrid>
              <a:tr h="453189">
                <a:tc>
                  <a:txBody>
                    <a:bodyPr/>
                    <a:lstStyle/>
                    <a:p>
                      <a:pPr algn="ctr" rtl="0" fontAlgn="ctr"/>
                      <a:r>
                        <a:rPr lang="zh-TW" altLang="en-US" sz="1800" b="1" i="0" u="none" strike="noStrike" baseline="0" dirty="0">
                          <a:solidFill>
                            <a:srgbClr val="FFFFFF"/>
                          </a:solidFill>
                          <a:effectLst/>
                          <a:latin typeface="Arial" panose="020B0604020202020204" pitchFamily="34" charset="0"/>
                          <a:ea typeface="微軟正黑體" panose="020B0604030504040204" pitchFamily="34" charset="-120"/>
                        </a:rPr>
                        <a:t>採購單類型</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baseline="0" dirty="0">
                          <a:solidFill>
                            <a:srgbClr val="FFFFFF"/>
                          </a:solidFill>
                          <a:effectLst/>
                          <a:latin typeface="Arial" panose="020B0604020202020204" pitchFamily="34" charset="0"/>
                          <a:ea typeface="微軟正黑體" panose="020B0604030504040204" pitchFamily="34" charset="-120"/>
                        </a:rPr>
                        <a:t>採購單類型說明</a:t>
                      </a:r>
                      <a:endParaRPr lang="en-US" altLang="zh-TW" sz="18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1800" b="1" i="0" u="none" strike="noStrike" baseline="0" dirty="0">
                          <a:solidFill>
                            <a:srgbClr val="FFFFFF"/>
                          </a:solidFill>
                          <a:effectLst/>
                          <a:latin typeface="Arial" panose="020B0604020202020204" pitchFamily="34" charset="0"/>
                          <a:ea typeface="微軟正黑體" panose="020B0604030504040204" pitchFamily="34" charset="-120"/>
                        </a:rPr>
                        <a:t>From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1800" b="1" i="0" u="none" strike="noStrike" baseline="0" dirty="0">
                          <a:solidFill>
                            <a:srgbClr val="FFFFFF"/>
                          </a:solidFill>
                          <a:effectLst/>
                          <a:latin typeface="Arial" panose="020B0604020202020204" pitchFamily="34" charset="0"/>
                          <a:ea typeface="微軟正黑體" panose="020B0604030504040204" pitchFamily="34" charset="-120"/>
                        </a:rPr>
                        <a:t>To</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baseline="0" dirty="0">
                          <a:solidFill>
                            <a:srgbClr val="FFFFFF"/>
                          </a:solidFill>
                          <a:effectLst/>
                          <a:latin typeface="Arial" panose="020B0604020202020204" pitchFamily="34" charset="0"/>
                          <a:ea typeface="微軟正黑體" panose="020B0604030504040204" pitchFamily="34" charset="-120"/>
                        </a:rPr>
                        <a:t>內容</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baseline="0">
                          <a:solidFill>
                            <a:srgbClr val="FFFFFF"/>
                          </a:solidFill>
                          <a:effectLst/>
                          <a:latin typeface="Arial" panose="020B0604020202020204" pitchFamily="34" charset="0"/>
                          <a:ea typeface="微軟正黑體" panose="020B0604030504040204" pitchFamily="34" charset="-120"/>
                        </a:rPr>
                        <a:t>是否簽核</a:t>
                      </a:r>
                      <a:r>
                        <a:rPr lang="en-US" altLang="zh-TW" sz="1800" b="1" i="0" u="none" strike="noStrike" baseline="0">
                          <a:solidFill>
                            <a:srgbClr val="FFFFFF"/>
                          </a:solidFill>
                          <a:effectLst/>
                          <a:latin typeface="Arial" panose="020B0604020202020204" pitchFamily="34" charset="0"/>
                          <a:ea typeface="微軟正黑體" panose="020B0604030504040204" pitchFamily="34" charset="-120"/>
                        </a:rPr>
                        <a:t>?</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2813841900"/>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PDUR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開發面材採購單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0100000000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0199999999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39361304"/>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PDSR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a:solidFill>
                            <a:schemeClr val="tx1"/>
                          </a:solidFill>
                          <a:effectLst/>
                          <a:latin typeface="Arial" panose="020B0604020202020204" pitchFamily="34" charset="0"/>
                          <a:ea typeface="微軟正黑體" panose="020B0604030504040204" pitchFamily="34" charset="-120"/>
                        </a:rPr>
                        <a:t>開發底原料採購單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0200000000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0299999999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31059953"/>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PDSS</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開發底台採購單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0300000000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0399999999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dirty="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42188619"/>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POUR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面材採購單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1000000000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1099999999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07109624"/>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PEUR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面材補單採購單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1700000000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1799999999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55577951"/>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POSS</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底台採購單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1800000000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1899999999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96841068"/>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PESS</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底台補單採購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1900000000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1999999999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dirty="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83584338"/>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POSR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a:solidFill>
                            <a:schemeClr val="tx1"/>
                          </a:solidFill>
                          <a:effectLst/>
                          <a:latin typeface="Arial" panose="020B0604020202020204" pitchFamily="34" charset="0"/>
                          <a:ea typeface="微軟正黑體" panose="020B0604030504040204" pitchFamily="34" charset="-120"/>
                        </a:rPr>
                        <a:t>底原料</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3000000000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3099999999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32500125"/>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POBR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借料採購單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3800000000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3899999999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93905999"/>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POTR</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調料採購單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3900000000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3999999999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kumimoji="0" lang="zh-TW" altLang="en-US" sz="1800" b="0" i="0" u="none" strike="noStrike" kern="1200" cap="none" spc="0" normalizeH="0" baseline="0" noProof="0">
                          <a:ln>
                            <a:noFill/>
                          </a:ln>
                          <a:solidFill>
                            <a:srgbClr val="000000"/>
                          </a:solidFill>
                          <a:effectLst/>
                          <a:uLnTx/>
                          <a:uFillTx/>
                          <a:latin typeface="Arial" panose="020B0604020202020204" pitchFamily="34" charset="0"/>
                          <a:ea typeface="微軟正黑體" panose="020B0604030504040204" pitchFamily="34" charset="-120"/>
                          <a:cs typeface="+mn-cs"/>
                        </a:rPr>
                        <a:t>原材</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N</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35658341"/>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PSUW</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面倉委外採購單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4000000000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4099999999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外包</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zh-TW" altLang="en-US" sz="1800" b="0" i="0" u="none" strike="noStrike" baseline="0">
                          <a:solidFill>
                            <a:srgbClr val="000000"/>
                          </a:solidFill>
                          <a:effectLst/>
                          <a:latin typeface="Arial" panose="020B0604020202020204" pitchFamily="34" charset="0"/>
                          <a:ea typeface="微軟正黑體" panose="020B0604030504040204" pitchFamily="34" charset="-120"/>
                        </a:rPr>
                        <a:t>紙本</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98642853"/>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PSWO</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a:solidFill>
                            <a:schemeClr val="tx1"/>
                          </a:solidFill>
                          <a:effectLst/>
                          <a:latin typeface="Arial" panose="020B0604020202020204" pitchFamily="34" charset="0"/>
                          <a:ea typeface="微軟正黑體" panose="020B0604030504040204" pitchFamily="34" charset="-120"/>
                        </a:rPr>
                        <a:t>製程外包採購單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4200000000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4299999999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外包</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紙本</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27533982"/>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PSSF</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a:solidFill>
                            <a:schemeClr val="tx1"/>
                          </a:solidFill>
                          <a:effectLst/>
                          <a:latin typeface="Arial" panose="020B0604020202020204" pitchFamily="34" charset="0"/>
                          <a:ea typeface="微軟正黑體" panose="020B0604030504040204" pitchFamily="34" charset="-120"/>
                        </a:rPr>
                        <a:t>成半品委外採購單 </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4300000000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4399999999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半成品</a:t>
                      </a:r>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 / </a:t>
                      </a:r>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成品</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Y</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62320674"/>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POTL</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a:solidFill>
                            <a:schemeClr val="tx1"/>
                          </a:solidFill>
                          <a:effectLst/>
                          <a:latin typeface="Arial" panose="020B0604020202020204" pitchFamily="34" charset="0"/>
                          <a:ea typeface="微軟正黑體" panose="020B0604030504040204" pitchFamily="34" charset="-120"/>
                        </a:rPr>
                        <a:t>楦頭採購單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5000000000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5099999999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雜購</a:t>
                      </a:r>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 / </a:t>
                      </a:r>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固資</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431854740"/>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POTJ</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製工具採購單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5100000000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5199999999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雜購</a:t>
                      </a:r>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 / </a:t>
                      </a:r>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固資</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02802407"/>
                  </a:ext>
                </a:extLst>
              </a:tr>
              <a:tr h="229623">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POTM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a:solidFill>
                            <a:schemeClr val="tx1"/>
                          </a:solidFill>
                          <a:effectLst/>
                          <a:latin typeface="Arial" panose="020B0604020202020204" pitchFamily="34" charset="0"/>
                          <a:ea typeface="微軟正黑體" panose="020B0604030504040204" pitchFamily="34" charset="-120"/>
                        </a:rPr>
                        <a:t>模具採購單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5200000000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5299999999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雜購</a:t>
                      </a:r>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 / </a:t>
                      </a:r>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固資</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06570796"/>
                  </a:ext>
                </a:extLst>
              </a:tr>
              <a:tr h="250984">
                <a:tc>
                  <a:txBody>
                    <a:bodyPr/>
                    <a:lstStyle/>
                    <a:p>
                      <a:pPr algn="ctr" fontAlgn="b"/>
                      <a:r>
                        <a:rPr lang="en-US" sz="1800" b="0" i="0" u="none" strike="noStrike" baseline="0" dirty="0">
                          <a:solidFill>
                            <a:schemeClr val="tx1"/>
                          </a:solidFill>
                          <a:effectLst/>
                          <a:latin typeface="Arial" panose="020B0604020202020204" pitchFamily="34" charset="0"/>
                          <a:ea typeface="微軟正黑體" panose="020B0604030504040204" pitchFamily="34" charset="-120"/>
                        </a:rPr>
                        <a:t>POMA</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chemeClr val="tx1"/>
                          </a:solidFill>
                          <a:effectLst/>
                          <a:latin typeface="Arial" panose="020B0604020202020204" pitchFamily="34" charset="0"/>
                          <a:ea typeface="微軟正黑體" panose="020B0604030504040204" pitchFamily="34" charset="-120"/>
                        </a:rPr>
                        <a:t>機器設備採購單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5300000000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5399999999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固定資產</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61136229"/>
                  </a:ext>
                </a:extLst>
              </a:tr>
              <a:tr h="229623">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POFA</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a:solidFill>
                            <a:srgbClr val="000000"/>
                          </a:solidFill>
                          <a:effectLst/>
                          <a:latin typeface="Arial" panose="020B0604020202020204" pitchFamily="34" charset="0"/>
                          <a:ea typeface="微軟正黑體" panose="020B0604030504040204" pitchFamily="34" charset="-120"/>
                        </a:rPr>
                        <a:t>固定資產採購單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5500000000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5599999999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機器</a:t>
                      </a:r>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a:t>
                      </a:r>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楦頭以外的固資</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27540061"/>
                  </a:ext>
                </a:extLst>
              </a:tr>
              <a:tr h="210950">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POX1</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庶務庫存品採購單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5600000000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5699999999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庶務</a:t>
                      </a:r>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a:t>
                      </a:r>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管量</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3372579"/>
                  </a:ext>
                </a:extLst>
              </a:tr>
              <a:tr h="210950">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POX2</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費用類採購單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5700000000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5799999999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費用</a:t>
                      </a:r>
                      <a:endParaRPr 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33634435"/>
                  </a:ext>
                </a:extLst>
              </a:tr>
              <a:tr h="229623">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POX3</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生質燃料採購單</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a:solidFill>
                            <a:srgbClr val="000000"/>
                          </a:solidFill>
                          <a:effectLst/>
                          <a:latin typeface="Arial" panose="020B0604020202020204" pitchFamily="34" charset="0"/>
                          <a:ea typeface="微軟正黑體" panose="020B0604030504040204" pitchFamily="34" charset="-120"/>
                        </a:rPr>
                        <a:t>5800000000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5899999999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費用</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Y(BPM)</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42625290"/>
                  </a:ext>
                </a:extLst>
              </a:tr>
              <a:tr h="229623">
                <a:tc>
                  <a:txBody>
                    <a:bodyPr/>
                    <a:lstStyle/>
                    <a:p>
                      <a:pPr algn="ctr" fontAlgn="b"/>
                      <a:r>
                        <a:rPr lang="en-US" sz="1800" b="0" i="0" u="none" strike="noStrike" baseline="0" dirty="0">
                          <a:solidFill>
                            <a:srgbClr val="000000"/>
                          </a:solidFill>
                          <a:effectLst/>
                          <a:latin typeface="Arial" panose="020B0604020202020204" pitchFamily="34" charset="0"/>
                          <a:ea typeface="微軟正黑體" panose="020B0604030504040204" pitchFamily="34" charset="-120"/>
                        </a:rPr>
                        <a:t>PCTC</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公司間交易</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8500000000</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8599999999</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rPr>
                        <a:t>原材</a:t>
                      </a: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TW" sz="1800" b="0" i="0" u="none" strike="noStrike" baseline="0" dirty="0">
                          <a:solidFill>
                            <a:srgbClr val="000000"/>
                          </a:solidFill>
                          <a:effectLst/>
                          <a:latin typeface="Arial" panose="020B0604020202020204" pitchFamily="34" charset="0"/>
                          <a:ea typeface="微軟正黑體" panose="020B0604030504040204" pitchFamily="34" charset="-120"/>
                        </a:rPr>
                        <a:t>N</a:t>
                      </a:r>
                      <a:endParaRPr lang="zh-TW" altLang="en-US" sz="1800" b="0" i="0" u="none" strike="noStrike" baseline="0" dirty="0">
                        <a:solidFill>
                          <a:srgbClr val="000000"/>
                        </a:solidFill>
                        <a:effectLst/>
                        <a:latin typeface="Arial" panose="020B0604020202020204" pitchFamily="34" charset="0"/>
                        <a:ea typeface="微軟正黑體" panose="020B0604030504040204" pitchFamily="34" charset="-120"/>
                      </a:endParaRPr>
                    </a:p>
                  </a:txBody>
                  <a:tcPr marL="90000" marR="90000" marT="46800" marB="46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04788046"/>
                  </a:ext>
                </a:extLst>
              </a:tr>
            </a:tbl>
          </a:graphicData>
        </a:graphic>
      </p:graphicFrame>
    </p:spTree>
    <p:extLst>
      <p:ext uri="{BB962C8B-B14F-4D97-AF65-F5344CB8AC3E}">
        <p14:creationId xmlns:p14="http://schemas.microsoft.com/office/powerpoint/2010/main" val="4025434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E20E1-FAC6-0C79-3556-B586703327A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D930098-2241-A54B-DAB0-3E8208EB0EE9}"/>
              </a:ext>
            </a:extLst>
          </p:cNvPr>
          <p:cNvSpPr>
            <a:spLocks noGrp="1"/>
          </p:cNvSpPr>
          <p:nvPr>
            <p:ph type="title"/>
          </p:nvPr>
        </p:nvSpPr>
        <p:spPr/>
        <p:txBody>
          <a:bodyPr/>
          <a:lstStyle/>
          <a:p>
            <a:r>
              <a:rPr lang="zh-TW" altLang="en-US" dirty="0"/>
              <a:t>請購單 </a:t>
            </a:r>
            <a:r>
              <a:rPr lang="en-US" altLang="zh-TW" dirty="0"/>
              <a:t>to </a:t>
            </a:r>
            <a:r>
              <a:rPr lang="zh-TW" altLang="en-US" dirty="0"/>
              <a:t>採購單</a:t>
            </a:r>
          </a:p>
        </p:txBody>
      </p:sp>
      <p:graphicFrame>
        <p:nvGraphicFramePr>
          <p:cNvPr id="6" name="表格 5">
            <a:extLst>
              <a:ext uri="{FF2B5EF4-FFF2-40B4-BE49-F238E27FC236}">
                <a16:creationId xmlns:a16="http://schemas.microsoft.com/office/drawing/2014/main" id="{71257E02-BC8E-59E2-1EB4-A35AFAB091DC}"/>
              </a:ext>
            </a:extLst>
          </p:cNvPr>
          <p:cNvGraphicFramePr>
            <a:graphicFrameLocks noGrp="1"/>
          </p:cNvGraphicFramePr>
          <p:nvPr>
            <p:extLst>
              <p:ext uri="{D42A27DB-BD31-4B8C-83A1-F6EECF244321}">
                <p14:modId xmlns:p14="http://schemas.microsoft.com/office/powerpoint/2010/main" val="1637490659"/>
              </p:ext>
            </p:extLst>
          </p:nvPr>
        </p:nvGraphicFramePr>
        <p:xfrm>
          <a:off x="3113502" y="1494000"/>
          <a:ext cx="12060996" cy="8679323"/>
        </p:xfrm>
        <a:graphic>
          <a:graphicData uri="http://schemas.openxmlformats.org/drawingml/2006/table">
            <a:tbl>
              <a:tblPr>
                <a:effectLst>
                  <a:outerShdw blurRad="50800" dist="38100" dir="2700000" algn="tl" rotWithShape="0">
                    <a:prstClr val="black">
                      <a:alpha val="40000"/>
                    </a:prstClr>
                  </a:outerShdw>
                </a:effectLst>
              </a:tblPr>
              <a:tblGrid>
                <a:gridCol w="1224000">
                  <a:extLst>
                    <a:ext uri="{9D8B030D-6E8A-4147-A177-3AD203B41FA5}">
                      <a16:colId xmlns:a16="http://schemas.microsoft.com/office/drawing/2014/main" val="1014508316"/>
                    </a:ext>
                  </a:extLst>
                </a:gridCol>
                <a:gridCol w="2016000">
                  <a:extLst>
                    <a:ext uri="{9D8B030D-6E8A-4147-A177-3AD203B41FA5}">
                      <a16:colId xmlns:a16="http://schemas.microsoft.com/office/drawing/2014/main" val="1290772993"/>
                    </a:ext>
                  </a:extLst>
                </a:gridCol>
                <a:gridCol w="1224000">
                  <a:extLst>
                    <a:ext uri="{9D8B030D-6E8A-4147-A177-3AD203B41FA5}">
                      <a16:colId xmlns:a16="http://schemas.microsoft.com/office/drawing/2014/main" val="2686491644"/>
                    </a:ext>
                  </a:extLst>
                </a:gridCol>
                <a:gridCol w="2016000">
                  <a:extLst>
                    <a:ext uri="{9D8B030D-6E8A-4147-A177-3AD203B41FA5}">
                      <a16:colId xmlns:a16="http://schemas.microsoft.com/office/drawing/2014/main" val="1960198507"/>
                    </a:ext>
                  </a:extLst>
                </a:gridCol>
                <a:gridCol w="4536000">
                  <a:extLst>
                    <a:ext uri="{9D8B030D-6E8A-4147-A177-3AD203B41FA5}">
                      <a16:colId xmlns:a16="http://schemas.microsoft.com/office/drawing/2014/main" val="3518071820"/>
                    </a:ext>
                  </a:extLst>
                </a:gridCol>
                <a:gridCol w="1044996">
                  <a:extLst>
                    <a:ext uri="{9D8B030D-6E8A-4147-A177-3AD203B41FA5}">
                      <a16:colId xmlns:a16="http://schemas.microsoft.com/office/drawing/2014/main" val="3551484779"/>
                    </a:ext>
                  </a:extLst>
                </a:gridCol>
              </a:tblGrid>
              <a:tr h="379523">
                <a:tc>
                  <a:txBody>
                    <a:bodyPr/>
                    <a:lstStyle/>
                    <a:p>
                      <a:pPr algn="ctr" rtl="0" fontAlgn="ctr">
                        <a:buNone/>
                      </a:pPr>
                      <a:r>
                        <a:rPr lang="zh-TW" altLang="en-US" sz="1500" b="1" i="0" u="none" strike="noStrike" baseline="0" dirty="0">
                          <a:solidFill>
                            <a:srgbClr val="FFFFFF"/>
                          </a:solidFill>
                          <a:effectLst/>
                          <a:latin typeface="Arial" panose="020B0604020202020204" pitchFamily="34" charset="0"/>
                          <a:ea typeface="微軟正黑體" panose="020B0604030504040204" pitchFamily="34" charset="-120"/>
                        </a:rPr>
                        <a:t>請購單類型</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buNone/>
                      </a:pPr>
                      <a:r>
                        <a:rPr lang="zh-TW" altLang="en-US" sz="1500" b="1" i="0" u="none" strike="noStrike" baseline="0" dirty="0">
                          <a:solidFill>
                            <a:srgbClr val="FFFFFF"/>
                          </a:solidFill>
                          <a:effectLst/>
                          <a:latin typeface="Arial" panose="020B0604020202020204" pitchFamily="34" charset="0"/>
                          <a:ea typeface="微軟正黑體" panose="020B0604030504040204" pitchFamily="34" charset="-120"/>
                        </a:rPr>
                        <a:t>請購單類型說明</a:t>
                      </a:r>
                      <a:endParaRPr lang="en-US" altLang="zh-TW" sz="1500" b="1" i="0" u="none" strike="noStrike" baseline="0" dirty="0">
                        <a:solidFill>
                          <a:srgbClr val="FFFFFF"/>
                        </a:solidFill>
                        <a:effectLst/>
                        <a:latin typeface="Arial" panose="020B0604020202020204" pitchFamily="34" charset="0"/>
                        <a:ea typeface="微軟正黑體" panose="020B0604030504040204" pitchFamily="34" charset="-120"/>
                      </a:endParaRP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buNone/>
                      </a:pPr>
                      <a:r>
                        <a:rPr lang="zh-TW" altLang="en-US" sz="1500" b="1" i="0" u="none" strike="noStrike" baseline="0" dirty="0">
                          <a:solidFill>
                            <a:srgbClr val="FFFFFF"/>
                          </a:solidFill>
                          <a:effectLst/>
                          <a:latin typeface="Arial" panose="020B0604020202020204" pitchFamily="34" charset="0"/>
                          <a:ea typeface="微軟正黑體" panose="020B0604030504040204" pitchFamily="34" charset="-120"/>
                        </a:rPr>
                        <a:t>採購單類型</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buNone/>
                      </a:pPr>
                      <a:r>
                        <a:rPr lang="zh-TW" altLang="en-US" sz="1500" b="1" i="0" u="none" strike="noStrike" baseline="0" dirty="0">
                          <a:solidFill>
                            <a:srgbClr val="FFFFFF"/>
                          </a:solidFill>
                          <a:effectLst/>
                          <a:latin typeface="Arial" panose="020B0604020202020204" pitchFamily="34" charset="0"/>
                          <a:ea typeface="微軟正黑體" panose="020B0604030504040204" pitchFamily="34" charset="-120"/>
                        </a:rPr>
                        <a:t>採購單類型說明</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buNone/>
                      </a:pPr>
                      <a:r>
                        <a:rPr lang="zh-TW" altLang="en-US" sz="1500" b="1" i="0" u="none" strike="noStrike" baseline="0" dirty="0">
                          <a:solidFill>
                            <a:srgbClr val="FFFFFF"/>
                          </a:solidFill>
                          <a:effectLst/>
                          <a:latin typeface="Arial" panose="020B0604020202020204" pitchFamily="34" charset="0"/>
                          <a:ea typeface="微軟正黑體" panose="020B0604030504040204" pitchFamily="34" charset="-120"/>
                        </a:rPr>
                        <a:t>物料群組</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buNone/>
                      </a:pPr>
                      <a:r>
                        <a:rPr lang="zh-TW" altLang="en-US" sz="1500" b="1" i="0" u="none" strike="noStrike" baseline="0" dirty="0">
                          <a:solidFill>
                            <a:srgbClr val="FFFFFF"/>
                          </a:solidFill>
                          <a:effectLst/>
                          <a:latin typeface="Arial" panose="020B0604020202020204" pitchFamily="34" charset="0"/>
                          <a:ea typeface="微軟正黑體" panose="020B0604030504040204" pitchFamily="34" charset="-120"/>
                        </a:rPr>
                        <a:t>採購群組</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1860005415"/>
                  </a:ext>
                </a:extLst>
              </a:tr>
              <a:tr h="208738">
                <a:tc rowSpan="3">
                  <a:txBody>
                    <a:bodyPr/>
                    <a:lstStyle/>
                    <a:p>
                      <a:pPr algn="ctr" fontAlgn="t">
                        <a:buNone/>
                      </a:pPr>
                      <a:r>
                        <a:rPr lang="en-US" sz="1500" b="0" i="0" u="none" strike="noStrike" baseline="0" dirty="0">
                          <a:solidFill>
                            <a:srgbClr val="000000"/>
                          </a:solidFill>
                          <a:effectLst/>
                          <a:latin typeface="Arial" panose="020B0604020202020204" pitchFamily="34" charset="0"/>
                          <a:ea typeface="微軟正黑體" panose="020B0604030504040204" pitchFamily="34" charset="-120"/>
                        </a:rPr>
                        <a:t>DB</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3">
                  <a:txBody>
                    <a:bodyPr/>
                    <a:lstStyle/>
                    <a:p>
                      <a:pPr algn="l" fontAlgn="t">
                        <a:buNone/>
                      </a:pPr>
                      <a:r>
                        <a:rPr lang="zh-TW" altLang="en-US" sz="1500" b="0" i="0" u="none" strike="noStrike" baseline="0" dirty="0">
                          <a:solidFill>
                            <a:srgbClr val="000000"/>
                          </a:solidFill>
                          <a:effectLst/>
                          <a:latin typeface="Arial" panose="020B0604020202020204" pitchFamily="34" charset="0"/>
                          <a:ea typeface="微軟正黑體" panose="020B0604030504040204" pitchFamily="34" charset="-120"/>
                        </a:rPr>
                        <a:t>開發請購單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PDUR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effectLst/>
                          <a:latin typeface="Arial" panose="020B0604020202020204" pitchFamily="34" charset="0"/>
                          <a:ea typeface="微軟正黑體" panose="020B0604030504040204" pitchFamily="34" charset="-120"/>
                        </a:rPr>
                        <a:t>開發面材採購單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effectLst/>
                          <a:latin typeface="Arial" panose="020B0604020202020204" pitchFamily="34" charset="0"/>
                          <a:ea typeface="微軟正黑體" panose="020B0604030504040204" pitchFamily="34" charset="-120"/>
                        </a:rPr>
                        <a:t>RA、RB、RC、RF、RG、RL、RP、RT</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R00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02733483"/>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effectLst/>
                          <a:latin typeface="Arial" panose="020B0604020202020204" pitchFamily="34" charset="0"/>
                          <a:ea typeface="微軟正黑體" panose="020B0604030504040204" pitchFamily="34" charset="-120"/>
                        </a:rPr>
                        <a:t>PDSR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開發底原料採購單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effectLst/>
                          <a:latin typeface="Arial" panose="020B0604020202020204" pitchFamily="34" charset="0"/>
                          <a:ea typeface="微軟正黑體" panose="020B0604030504040204" pitchFamily="34" charset="-120"/>
                        </a:rPr>
                        <a:t>RX、RY、RI、RR、RV、RW、RZ</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effectLst/>
                          <a:latin typeface="Arial" panose="020B0604020202020204" pitchFamily="34" charset="0"/>
                          <a:ea typeface="微軟正黑體" panose="020B0604030504040204" pitchFamily="34" charset="-120"/>
                        </a:rPr>
                        <a:t>R20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48894240"/>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PDSS</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開發底台採購單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effectLst/>
                          <a:latin typeface="Arial" panose="020B0604020202020204" pitchFamily="34" charset="0"/>
                          <a:ea typeface="微軟正黑體" panose="020B0604030504040204" pitchFamily="34" charset="-120"/>
                        </a:rPr>
                        <a:t>RS、RU</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R10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81472039"/>
                  </a:ext>
                </a:extLst>
              </a:tr>
              <a:tr h="208738">
                <a:tc rowSpan="4">
                  <a:txBody>
                    <a:bodyPr/>
                    <a:lstStyle/>
                    <a:p>
                      <a:pPr algn="ctr" fontAlgn="t">
                        <a:buNone/>
                      </a:pPr>
                      <a:r>
                        <a:rPr lang="en-US" sz="1500" b="0" i="0" u="none" strike="noStrike" baseline="0" dirty="0">
                          <a:effectLst/>
                          <a:latin typeface="Arial" panose="020B0604020202020204" pitchFamily="34" charset="0"/>
                          <a:ea typeface="微軟正黑體" panose="020B0604030504040204" pitchFamily="34" charset="-120"/>
                        </a:rPr>
                        <a:t>NB</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4">
                  <a:txBody>
                    <a:bodyPr/>
                    <a:lstStyle/>
                    <a:p>
                      <a:pPr algn="l" fontAlgn="t">
                        <a:buNone/>
                      </a:pPr>
                      <a:r>
                        <a:rPr lang="zh-TW" altLang="en-US" sz="1500" b="0" i="0" u="none" strike="noStrike" baseline="0" dirty="0">
                          <a:effectLst/>
                          <a:latin typeface="Arial" panose="020B0604020202020204" pitchFamily="34" charset="0"/>
                          <a:ea typeface="微軟正黑體" panose="020B0604030504040204" pitchFamily="34" charset="-120"/>
                        </a:rPr>
                        <a:t>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effectLst/>
                          <a:latin typeface="Arial" panose="020B0604020202020204" pitchFamily="34" charset="0"/>
                          <a:ea typeface="微軟正黑體" panose="020B0604030504040204" pitchFamily="34" charset="-120"/>
                        </a:rPr>
                        <a:t>POSR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底原料採購單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effectLst/>
                          <a:latin typeface="Arial" panose="020B0604020202020204" pitchFamily="34" charset="0"/>
                          <a:ea typeface="微軟正黑體" panose="020B0604030504040204" pitchFamily="34" charset="-120"/>
                        </a:rPr>
                        <a:t>RX、RY、RI、RR、RV、RW、RZ</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R20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04863626"/>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POSS</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底台採購單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RS、RU</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R10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91749373"/>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POUR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面材採購單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RA、RB、RC、RD、RF、RG、RL、RP、RT</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08876722"/>
                  </a:ext>
                </a:extLst>
              </a:tr>
              <a:tr h="189762">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PSUW</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委外採購單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RE</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R30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94517"/>
                  </a:ext>
                </a:extLst>
              </a:tr>
              <a:tr h="208738">
                <a:tc rowSpan="4">
                  <a:txBody>
                    <a:bodyPr/>
                    <a:lstStyle/>
                    <a:p>
                      <a:pPr algn="ctr" fontAlgn="t">
                        <a:buNone/>
                      </a:pPr>
                      <a:r>
                        <a:rPr lang="en-US" sz="1500" b="0" i="0" u="none" strike="noStrike" baseline="0">
                          <a:solidFill>
                            <a:srgbClr val="000000"/>
                          </a:solidFill>
                          <a:effectLst/>
                          <a:latin typeface="Arial" panose="020B0604020202020204" pitchFamily="34" charset="0"/>
                          <a:ea typeface="微軟正黑體" panose="020B0604030504040204" pitchFamily="34" charset="-120"/>
                        </a:rPr>
                        <a:t>EB</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4">
                  <a:txBody>
                    <a:bodyPr/>
                    <a:lstStyle/>
                    <a:p>
                      <a:pPr algn="l" fontAlgn="t">
                        <a:buNone/>
                      </a:pPr>
                      <a:r>
                        <a:rPr lang="zh-TW" altLang="en-US" sz="1500" b="0" i="0" u="none" strike="noStrike" baseline="0">
                          <a:solidFill>
                            <a:srgbClr val="000000"/>
                          </a:solidFill>
                          <a:effectLst/>
                          <a:latin typeface="Arial" panose="020B0604020202020204" pitchFamily="34" charset="0"/>
                          <a:ea typeface="微軟正黑體" panose="020B0604030504040204" pitchFamily="34" charset="-120"/>
                        </a:rPr>
                        <a:t>量產補單請購單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PESR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底原料補單採購單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RX、RY、RI、RR、RV、RW、RZ</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R20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09383909"/>
                  </a:ext>
                </a:extLst>
              </a:tr>
              <a:tr h="189762">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PESS</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底台補單採購</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RS、RU</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R10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93896521"/>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PEUR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面材補單採購單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RA、RB、RC、RD、RF、RG、RL、RP、RT</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8587558"/>
                  </a:ext>
                </a:extLst>
              </a:tr>
              <a:tr h="246690">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PSUW</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委外採購單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RE</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R30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52946525"/>
                  </a:ext>
                </a:extLst>
              </a:tr>
              <a:tr h="208738">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SC</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製程委外請購單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PSWO</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製程外包採購單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SC</a:t>
                      </a: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開頭</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SC0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94074481"/>
                  </a:ext>
                </a:extLst>
              </a:tr>
              <a:tr h="208738">
                <a:tc rowSpan="4">
                  <a:txBody>
                    <a:bodyPr/>
                    <a:lstStyle/>
                    <a:p>
                      <a:pPr algn="ctr" fontAlgn="t">
                        <a:buNone/>
                      </a:pPr>
                      <a:r>
                        <a:rPr lang="en-US" sz="1500" b="0" i="0" u="none" strike="noStrike" baseline="0">
                          <a:solidFill>
                            <a:srgbClr val="000000"/>
                          </a:solidFill>
                          <a:effectLst/>
                          <a:latin typeface="Arial" panose="020B0604020202020204" pitchFamily="34" charset="0"/>
                          <a:ea typeface="微軟正黑體" panose="020B0604030504040204" pitchFamily="34" charset="-120"/>
                        </a:rPr>
                        <a:t>FA</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4">
                  <a:txBody>
                    <a:bodyPr/>
                    <a:lstStyle/>
                    <a:p>
                      <a:pPr algn="l" fontAlgn="t">
                        <a:buNone/>
                      </a:pPr>
                      <a:r>
                        <a:rPr lang="zh-TW" altLang="en-US" sz="1500" b="0" i="0" u="none" strike="noStrike" baseline="0">
                          <a:solidFill>
                            <a:srgbClr val="000000"/>
                          </a:solidFill>
                          <a:effectLst/>
                          <a:latin typeface="Arial" panose="020B0604020202020204" pitchFamily="34" charset="0"/>
                          <a:ea typeface="微軟正黑體" panose="020B0604030504040204" pitchFamily="34" charset="-120"/>
                        </a:rPr>
                        <a:t>預買請購單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POSR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底原料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RX、RY、RI、RR、RV、RW、RZ</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R20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00644516"/>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POSS</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底台採購單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RS、RU</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R10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27373417"/>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POUR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面材採購單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RA、RB、RC、RD、RF、RG、RL、RP、RT</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96615945"/>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PSUW</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委外採購單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RE</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R30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91756508"/>
                  </a:ext>
                </a:extLst>
              </a:tr>
              <a:tr h="208738">
                <a:tc rowSpan="4">
                  <a:txBody>
                    <a:bodyPr/>
                    <a:lstStyle/>
                    <a:p>
                      <a:pPr algn="ctr" fontAlgn="t">
                        <a:buNone/>
                      </a:pPr>
                      <a:r>
                        <a:rPr lang="en-US" sz="1500" b="0" i="0" u="none" strike="noStrike" baseline="0" dirty="0">
                          <a:solidFill>
                            <a:srgbClr val="000000"/>
                          </a:solidFill>
                          <a:effectLst/>
                          <a:latin typeface="Arial" panose="020B0604020202020204" pitchFamily="34" charset="0"/>
                          <a:ea typeface="微軟正黑體" panose="020B0604030504040204" pitchFamily="34" charset="-120"/>
                        </a:rPr>
                        <a:t>FB</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4">
                  <a:txBody>
                    <a:bodyPr/>
                    <a:lstStyle/>
                    <a:p>
                      <a:pPr algn="l" fontAlgn="t">
                        <a:buNone/>
                      </a:pPr>
                      <a:r>
                        <a:rPr lang="zh-TW" altLang="en-US" sz="1500" b="0" i="0" u="none" strike="noStrike" baseline="0">
                          <a:solidFill>
                            <a:srgbClr val="000000"/>
                          </a:solidFill>
                          <a:effectLst/>
                          <a:latin typeface="Arial" panose="020B0604020202020204" pitchFamily="34" charset="0"/>
                          <a:ea typeface="微軟正黑體" panose="020B0604030504040204" pitchFamily="34" charset="-120"/>
                        </a:rPr>
                        <a:t>預補請購單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PESR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底原料採購單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RX、RY、RI、RR、RV、RW、RZ</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R20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463032848"/>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PESS</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底台補單採購</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RS、RU</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R10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52224272"/>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PEUR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面材補單採購單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RA、RB、RC、RD、RF、RG、RL、RP、RT</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R00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66705547"/>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PSUW</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委外採購單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RE</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R30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77042023"/>
                  </a:ext>
                </a:extLst>
              </a:tr>
              <a:tr h="189762">
                <a:tc>
                  <a:txBody>
                    <a:bodyPr/>
                    <a:lstStyle/>
                    <a:p>
                      <a:pPr algn="ctr" fontAlgn="b">
                        <a:buNone/>
                      </a:pPr>
                      <a:r>
                        <a:rPr lang="en-US" sz="1500" b="0" i="0" u="none" strike="noStrike" baseline="0">
                          <a:effectLst/>
                          <a:latin typeface="Arial" panose="020B0604020202020204" pitchFamily="34" charset="0"/>
                          <a:ea typeface="微軟正黑體" panose="020B0604030504040204" pitchFamily="34" charset="-120"/>
                        </a:rPr>
                        <a:t>T1</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楦頭請購單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a:solidFill>
                            <a:schemeClr val="tx1"/>
                          </a:solidFill>
                          <a:effectLst/>
                          <a:latin typeface="Arial" panose="020B0604020202020204" pitchFamily="34" charset="0"/>
                          <a:ea typeface="微軟正黑體" panose="020B0604030504040204" pitchFamily="34" charset="-120"/>
                        </a:rPr>
                        <a:t>POTL</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楦頭採購單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TL</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T00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05924369"/>
                  </a:ext>
                </a:extLst>
              </a:tr>
              <a:tr h="189762">
                <a:tc>
                  <a:txBody>
                    <a:bodyPr/>
                    <a:lstStyle/>
                    <a:p>
                      <a:pPr algn="ctr" fontAlgn="b">
                        <a:buNone/>
                      </a:pPr>
                      <a:r>
                        <a:rPr lang="en-US" sz="1500" b="0" i="0" u="none" strike="noStrike" baseline="0">
                          <a:effectLst/>
                          <a:latin typeface="Arial" panose="020B0604020202020204" pitchFamily="34" charset="0"/>
                          <a:ea typeface="微軟正黑體" panose="020B0604030504040204" pitchFamily="34" charset="-120"/>
                        </a:rPr>
                        <a:t>T2</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製工具請購單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POTJ</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製工具採購單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TC、TD、TS、TX</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T00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75777170"/>
                  </a:ext>
                </a:extLst>
              </a:tr>
              <a:tr h="189762">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T3</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模具請購單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POTM</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模具採購單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TM</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T00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35192262"/>
                  </a:ext>
                </a:extLst>
              </a:tr>
              <a:tr h="189762">
                <a:tc>
                  <a:txBody>
                    <a:bodyPr/>
                    <a:lstStyle/>
                    <a:p>
                      <a:pPr algn="ctr" fontAlgn="b">
                        <a:buNone/>
                      </a:pPr>
                      <a:r>
                        <a:rPr lang="en-US" sz="1500" b="0" i="0" u="none" strike="noStrike" baseline="0">
                          <a:effectLst/>
                          <a:latin typeface="Arial" panose="020B0604020202020204" pitchFamily="34" charset="0"/>
                          <a:ea typeface="微軟正黑體" panose="020B0604030504040204" pitchFamily="34" charset="-120"/>
                        </a:rPr>
                        <a:t>M1</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機器設備請購單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POMA</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機器設備採購單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M</a:t>
                      </a: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開頭</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M00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62716211"/>
                  </a:ext>
                </a:extLst>
              </a:tr>
              <a:tr h="189762">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A1</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固定資產請購單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POFA</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固定資產採購單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A</a:t>
                      </a: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開頭</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A00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34373791"/>
                  </a:ext>
                </a:extLst>
              </a:tr>
              <a:tr h="208738">
                <a:tc>
                  <a:txBody>
                    <a:bodyPr/>
                    <a:lstStyle/>
                    <a:p>
                      <a:pPr algn="ctr" fontAlgn="b">
                        <a:buNone/>
                      </a:pPr>
                      <a:r>
                        <a:rPr lang="en-US" sz="1500" b="0" i="0" u="none" strike="noStrike" baseline="0">
                          <a:effectLst/>
                          <a:latin typeface="Arial" panose="020B0604020202020204" pitchFamily="34" charset="0"/>
                          <a:ea typeface="微軟正黑體" panose="020B0604030504040204" pitchFamily="34" charset="-120"/>
                        </a:rPr>
                        <a:t>X1</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庶務庫存品請購單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POX1</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solidFill>
                            <a:schemeClr val="tx1"/>
                          </a:solidFill>
                          <a:effectLst/>
                          <a:latin typeface="Arial" panose="020B0604020202020204" pitchFamily="34" charset="0"/>
                          <a:ea typeface="微軟正黑體" panose="020B0604030504040204" pitchFamily="34" charset="-120"/>
                        </a:rPr>
                        <a:t>庶務庫存品採購單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Y</a:t>
                      </a:r>
                      <a:r>
                        <a:rPr lang="zh-TW" altLang="en-US" sz="1500" b="0" i="0" u="none" strike="noStrike" baseline="0" dirty="0">
                          <a:solidFill>
                            <a:schemeClr val="tx1"/>
                          </a:solidFill>
                          <a:effectLst/>
                          <a:latin typeface="Arial" panose="020B0604020202020204" pitchFamily="34" charset="0"/>
                          <a:ea typeface="微軟正黑體" panose="020B0604030504040204" pitchFamily="34" charset="-120"/>
                        </a:rPr>
                        <a:t>開頭</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solidFill>
                            <a:schemeClr val="tx1"/>
                          </a:solidFill>
                          <a:effectLst/>
                          <a:latin typeface="Arial" panose="020B0604020202020204" pitchFamily="34" charset="0"/>
                          <a:ea typeface="微軟正黑體" panose="020B0604030504040204" pitchFamily="34" charset="-120"/>
                        </a:rPr>
                        <a:t>Y00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81191210"/>
                  </a:ext>
                </a:extLst>
              </a:tr>
              <a:tr h="208738">
                <a:tc rowSpan="2">
                  <a:txBody>
                    <a:bodyPr/>
                    <a:lstStyle/>
                    <a:p>
                      <a:pPr algn="ctr" fontAlgn="t">
                        <a:buNone/>
                      </a:pPr>
                      <a:r>
                        <a:rPr lang="en-US" sz="1500" b="0" i="0" u="none" strike="noStrike" baseline="0" dirty="0">
                          <a:effectLst/>
                          <a:latin typeface="Arial" panose="020B0604020202020204" pitchFamily="34" charset="0"/>
                          <a:ea typeface="微軟正黑體" panose="020B0604030504040204" pitchFamily="34" charset="-120"/>
                        </a:rPr>
                        <a:t>X2</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rowSpan="2">
                  <a:txBody>
                    <a:bodyPr/>
                    <a:lstStyle/>
                    <a:p>
                      <a:pPr algn="l" fontAlgn="t">
                        <a:buNone/>
                      </a:pPr>
                      <a:r>
                        <a:rPr lang="zh-TW" altLang="en-US" sz="1500" b="0" i="0" u="none" strike="noStrike" baseline="0">
                          <a:effectLst/>
                          <a:latin typeface="Arial" panose="020B0604020202020204" pitchFamily="34" charset="0"/>
                          <a:ea typeface="微軟正黑體" panose="020B0604030504040204" pitchFamily="34" charset="-120"/>
                        </a:rPr>
                        <a:t>費用類請購單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POX2</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費用類採購單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effectLst/>
                          <a:latin typeface="Arial" panose="020B0604020202020204" pitchFamily="34" charset="0"/>
                          <a:ea typeface="微軟正黑體" panose="020B0604030504040204" pitchFamily="34" charset="-120"/>
                        </a:rPr>
                        <a:t>Z1~Z6</a:t>
                      </a:r>
                      <a:r>
                        <a:rPr lang="zh-TW" altLang="en-US" sz="1500" b="0" i="0" u="none" strike="noStrike" baseline="0" dirty="0">
                          <a:effectLst/>
                          <a:latin typeface="Arial" panose="020B0604020202020204" pitchFamily="34" charset="0"/>
                          <a:ea typeface="微軟正黑體" panose="020B0604030504040204" pitchFamily="34" charset="-120"/>
                        </a:rPr>
                        <a:t>、</a:t>
                      </a:r>
                      <a:r>
                        <a:rPr lang="en-US" altLang="zh-TW" sz="1500" b="0" i="0" u="none" strike="noStrike" baseline="0" dirty="0">
                          <a:effectLst/>
                          <a:latin typeface="Arial" panose="020B0604020202020204" pitchFamily="34" charset="0"/>
                          <a:ea typeface="微軟正黑體" panose="020B0604030504040204" pitchFamily="34" charset="-120"/>
                        </a:rPr>
                        <a:t>Z8~Z11</a:t>
                      </a:r>
                      <a:endParaRPr lang="en-US" sz="1500" b="0" i="0" u="none" strike="noStrike" baseline="0" dirty="0">
                        <a:effectLst/>
                        <a:latin typeface="Arial" panose="020B0604020202020204" pitchFamily="34" charset="0"/>
                        <a:ea typeface="微軟正黑體" panose="020B0604030504040204" pitchFamily="34" charset="-120"/>
                      </a:endParaRP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Z00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07895857"/>
                  </a:ext>
                </a:extLst>
              </a:tr>
              <a:tr h="208738">
                <a:tc vMerge="1">
                  <a:txBody>
                    <a:bodyPr/>
                    <a:lstStyle/>
                    <a:p>
                      <a:endParaRPr lang="zh-TW" altLang="en-US"/>
                    </a:p>
                  </a:txBody>
                  <a:tcPr/>
                </a:tc>
                <a:tc vMerge="1">
                  <a:txBody>
                    <a:bodyPr/>
                    <a:lstStyle/>
                    <a:p>
                      <a:endParaRPr lang="zh-TW" altLang="en-US"/>
                    </a:p>
                  </a:txBody>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POX3</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生質燃料採購單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500" b="0" i="0" u="none" strike="noStrike" baseline="0" dirty="0">
                          <a:effectLst/>
                          <a:latin typeface="Arial" panose="020B0604020202020204" pitchFamily="34" charset="0"/>
                          <a:ea typeface="微軟正黑體" panose="020B0604030504040204" pitchFamily="34" charset="-120"/>
                        </a:rPr>
                        <a:t>Z7</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Z00</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47800628"/>
                  </a:ext>
                </a:extLst>
              </a:tr>
              <a:tr h="189762">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TR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effectLst/>
                          <a:latin typeface="Arial" panose="020B0604020202020204" pitchFamily="34" charset="0"/>
                          <a:ea typeface="微軟正黑體" panose="020B0604030504040204" pitchFamily="34" charset="-120"/>
                        </a:rPr>
                        <a:t>調料請購單</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500" b="0" i="0" u="none" strike="noStrike" baseline="0" dirty="0">
                          <a:effectLst/>
                          <a:latin typeface="Arial" panose="020B0604020202020204" pitchFamily="34" charset="0"/>
                          <a:ea typeface="微軟正黑體" panose="020B0604030504040204" pitchFamily="34" charset="-120"/>
                        </a:rPr>
                        <a:t>POTR</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a:effectLst/>
                          <a:latin typeface="Arial" panose="020B0604020202020204" pitchFamily="34" charset="0"/>
                          <a:ea typeface="微軟正黑體" panose="020B0604030504040204" pitchFamily="34" charset="-120"/>
                        </a:rPr>
                        <a:t>調料採購單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zh-TW" altLang="en-US" sz="1500" b="0" i="0" u="none" strike="noStrike" baseline="0" dirty="0">
                          <a:effectLst/>
                          <a:latin typeface="Arial" panose="020B0604020202020204" pitchFamily="34" charset="0"/>
                          <a:ea typeface="微軟正黑體" panose="020B0604030504040204" pitchFamily="34" charset="-120"/>
                        </a:rPr>
                        <a:t>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zh-TW" altLang="en-US" sz="1500" b="0" i="0" u="none" strike="noStrike" baseline="0" dirty="0">
                          <a:effectLst/>
                          <a:latin typeface="Arial" panose="020B0604020202020204" pitchFamily="34" charset="0"/>
                          <a:ea typeface="微軟正黑體" panose="020B0604030504040204" pitchFamily="34" charset="-120"/>
                        </a:rPr>
                        <a:t>　</a:t>
                      </a:r>
                    </a:p>
                  </a:txBody>
                  <a:tcPr marL="90000" marR="90000" marT="28800" marB="288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13803340"/>
                  </a:ext>
                </a:extLst>
              </a:tr>
            </a:tbl>
          </a:graphicData>
        </a:graphic>
      </p:graphicFrame>
    </p:spTree>
    <p:extLst>
      <p:ext uri="{BB962C8B-B14F-4D97-AF65-F5344CB8AC3E}">
        <p14:creationId xmlns:p14="http://schemas.microsoft.com/office/powerpoint/2010/main" val="1167213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a16="http://schemas.microsoft.com/office/drawing/2014/main" id="{83E6F622-2FBE-CC67-50FE-4ABD7D8B9696}"/>
              </a:ext>
            </a:extLst>
          </p:cNvPr>
          <p:cNvSpPr txBox="1"/>
          <p:nvPr/>
        </p:nvSpPr>
        <p:spPr>
          <a:xfrm>
            <a:off x="2430828" y="820878"/>
            <a:ext cx="7218711"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MM-IV-0010</a:t>
            </a:r>
            <a:r>
              <a:rPr lang="zh-TW" altLang="en-US" sz="2400" b="1" dirty="0">
                <a:latin typeface="微軟正黑體" panose="020B0604030504040204" pitchFamily="34" charset="-120"/>
                <a:ea typeface="微軟正黑體" panose="020B0604030504040204" pitchFamily="34" charset="-120"/>
              </a:rPr>
              <a:t>發票驗證流程</a:t>
            </a:r>
          </a:p>
        </p:txBody>
      </p:sp>
      <p:sp>
        <p:nvSpPr>
          <p:cNvPr id="25" name="流程圖: 結束點 8">
            <a:extLst>
              <a:ext uri="{FF2B5EF4-FFF2-40B4-BE49-F238E27FC236}">
                <a16:creationId xmlns:a16="http://schemas.microsoft.com/office/drawing/2014/main" id="{1FB9514E-6261-C7AC-D58E-6A5F2E6F81FD}"/>
              </a:ext>
            </a:extLst>
          </p:cNvPr>
          <p:cNvSpPr/>
          <p:nvPr/>
        </p:nvSpPr>
        <p:spPr bwMode="auto">
          <a:xfrm>
            <a:off x="12265442" y="8319747"/>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sp>
        <p:nvSpPr>
          <p:cNvPr id="34" name="文字方塊 17">
            <a:extLst>
              <a:ext uri="{FF2B5EF4-FFF2-40B4-BE49-F238E27FC236}">
                <a16:creationId xmlns:a16="http://schemas.microsoft.com/office/drawing/2014/main" id="{DE52170D-3194-E094-D743-3842F95326FE}"/>
              </a:ext>
            </a:extLst>
          </p:cNvPr>
          <p:cNvSpPr txBox="1"/>
          <p:nvPr/>
        </p:nvSpPr>
        <p:spPr>
          <a:xfrm>
            <a:off x="9649538" y="1374701"/>
            <a:ext cx="2314327"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財務</a:t>
            </a:r>
          </a:p>
        </p:txBody>
      </p:sp>
      <p:sp>
        <p:nvSpPr>
          <p:cNvPr id="227" name="TextBox 53">
            <a:extLst>
              <a:ext uri="{FF2B5EF4-FFF2-40B4-BE49-F238E27FC236}">
                <a16:creationId xmlns:a16="http://schemas.microsoft.com/office/drawing/2014/main" id="{DF940026-96D7-3867-6425-C228DF3D29BF}"/>
              </a:ext>
            </a:extLst>
          </p:cNvPr>
          <p:cNvSpPr txBox="1"/>
          <p:nvPr/>
        </p:nvSpPr>
        <p:spPr>
          <a:xfrm>
            <a:off x="14367310" y="2052000"/>
            <a:ext cx="3594197" cy="7017306"/>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收取廠商對帳單和發票進行</a:t>
            </a:r>
            <a:r>
              <a:rPr lang="en-US" altLang="zh-TW" dirty="0">
                <a:latin typeface="微軟正黑體" panose="020B0604030504040204" pitchFamily="34" charset="-120"/>
                <a:ea typeface="微軟正黑體" panose="020B0604030504040204" pitchFamily="34" charset="-120"/>
              </a:rPr>
              <a:t>SAP</a:t>
            </a:r>
            <a:r>
              <a:rPr lang="zh-TW" altLang="en-US" dirty="0">
                <a:latin typeface="微軟正黑體" panose="020B0604030504040204" pitchFamily="34" charset="-120"/>
                <a:ea typeface="微軟正黑體" panose="020B0604030504040204" pitchFamily="34" charset="-120"/>
              </a:rPr>
              <a:t>發票驗證，核對系統所記錄驗收記錄與對帳單相符。完成對帳將文件暫存已完成。製程外包採購如果是最終次的請款，必須勾選最後發票宣告該採購項目已完成，以利於相關連的工單作結算。請款畫面上可沖帳預先建立的訂金文件。</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請款單經</a:t>
            </a:r>
            <a:r>
              <a:rPr lang="en-US" altLang="zh-TW" dirty="0">
                <a:latin typeface="微軟正黑體" panose="020B0604030504040204" pitchFamily="34" charset="-120"/>
                <a:ea typeface="微軟正黑體" panose="020B0604030504040204" pitchFamily="34" charset="-120"/>
              </a:rPr>
              <a:t>MM065</a:t>
            </a:r>
            <a:r>
              <a:rPr lang="zh-TW" altLang="en-US" dirty="0">
                <a:latin typeface="微軟正黑體" panose="020B0604030504040204" pitchFamily="34" charset="-120"/>
                <a:ea typeface="微軟正黑體" panose="020B0604030504040204" pitchFamily="34" charset="-120"/>
              </a:rPr>
              <a:t>匯入</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，發起簽核流程，並且將相關文件檔案作為附件。由</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按請款單內容區分不同簽核流程。</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主管在</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上進行簽核</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上被退件的請款單作廢刪除；種新起單發起新的簽核</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財務進行核對請款單</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相關証明文件和進行過帳</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，可由</a:t>
            </a:r>
            <a:r>
              <a:rPr lang="en-US" altLang="zh-TW" dirty="0">
                <a:latin typeface="微軟正黑體" panose="020B0604030504040204" pitchFamily="34" charset="-120"/>
                <a:ea typeface="微軟正黑體" panose="020B0604030504040204" pitchFamily="34" charset="-120"/>
              </a:rPr>
              <a:t>ZQFI016</a:t>
            </a:r>
            <a:r>
              <a:rPr lang="zh-TW" altLang="en-US" dirty="0">
                <a:latin typeface="微軟正黑體" panose="020B0604030504040204" pitchFamily="34" charset="-120"/>
                <a:ea typeface="微軟正黑體" panose="020B0604030504040204" pitchFamily="34" charset="-120"/>
              </a:rPr>
              <a:t>進行付款明細表列印</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p>
          <a:p>
            <a:endParaRPr lang="en-US" altLang="zh-TW" dirty="0"/>
          </a:p>
        </p:txBody>
      </p:sp>
      <p:sp>
        <p:nvSpPr>
          <p:cNvPr id="240" name="流程圖: 決策 50">
            <a:extLst>
              <a:ext uri="{FF2B5EF4-FFF2-40B4-BE49-F238E27FC236}">
                <a16:creationId xmlns:a16="http://schemas.microsoft.com/office/drawing/2014/main" id="{527C4236-AC24-9665-999E-BCB38749D459}"/>
              </a:ext>
            </a:extLst>
          </p:cNvPr>
          <p:cNvSpPr/>
          <p:nvPr/>
        </p:nvSpPr>
        <p:spPr bwMode="auto">
          <a:xfrm>
            <a:off x="6460897" y="6627177"/>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是否核淮</a:t>
            </a:r>
          </a:p>
        </p:txBody>
      </p:sp>
      <p:sp>
        <p:nvSpPr>
          <p:cNvPr id="241" name="文字方塊 240">
            <a:extLst>
              <a:ext uri="{FF2B5EF4-FFF2-40B4-BE49-F238E27FC236}">
                <a16:creationId xmlns:a16="http://schemas.microsoft.com/office/drawing/2014/main" id="{C1F79803-CD2F-DCBE-0376-1A2E7AAE8BD3}"/>
              </a:ext>
            </a:extLst>
          </p:cNvPr>
          <p:cNvSpPr txBox="1"/>
          <p:nvPr/>
        </p:nvSpPr>
        <p:spPr>
          <a:xfrm>
            <a:off x="8394229" y="6651378"/>
            <a:ext cx="53205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242" name="文字方塊 241">
            <a:extLst>
              <a:ext uri="{FF2B5EF4-FFF2-40B4-BE49-F238E27FC236}">
                <a16:creationId xmlns:a16="http://schemas.microsoft.com/office/drawing/2014/main" id="{118E9DFC-AE14-CF90-1E50-B05094B07A0E}"/>
              </a:ext>
            </a:extLst>
          </p:cNvPr>
          <p:cNvSpPr txBox="1"/>
          <p:nvPr/>
        </p:nvSpPr>
        <p:spPr>
          <a:xfrm>
            <a:off x="5996487" y="6651457"/>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cxnSp>
        <p:nvCxnSpPr>
          <p:cNvPr id="35" name="Straight Connector 284">
            <a:extLst>
              <a:ext uri="{FF2B5EF4-FFF2-40B4-BE49-F238E27FC236}">
                <a16:creationId xmlns:a16="http://schemas.microsoft.com/office/drawing/2014/main" id="{7A26E515-DBDF-0B46-731B-B3784E2FEC22}"/>
              </a:ext>
            </a:extLst>
          </p:cNvPr>
          <p:cNvCxnSpPr>
            <a:cxnSpLocks/>
          </p:cNvCxnSpPr>
          <p:nvPr/>
        </p:nvCxnSpPr>
        <p:spPr>
          <a:xfrm>
            <a:off x="5717759" y="1350757"/>
            <a:ext cx="0" cy="87871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文字方塊 17">
            <a:extLst>
              <a:ext uri="{FF2B5EF4-FFF2-40B4-BE49-F238E27FC236}">
                <a16:creationId xmlns:a16="http://schemas.microsoft.com/office/drawing/2014/main" id="{6DC2AA73-7823-FFEF-8D00-4A526AA88757}"/>
              </a:ext>
            </a:extLst>
          </p:cNvPr>
          <p:cNvSpPr txBox="1"/>
          <p:nvPr/>
        </p:nvSpPr>
        <p:spPr>
          <a:xfrm>
            <a:off x="2430828" y="1374701"/>
            <a:ext cx="3286926"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採購</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生管</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倉庫</a:t>
            </a:r>
          </a:p>
        </p:txBody>
      </p:sp>
      <p:cxnSp>
        <p:nvCxnSpPr>
          <p:cNvPr id="52" name="肘形接點 68">
            <a:extLst>
              <a:ext uri="{FF2B5EF4-FFF2-40B4-BE49-F238E27FC236}">
                <a16:creationId xmlns:a16="http://schemas.microsoft.com/office/drawing/2014/main" id="{38E00DE6-84AE-802B-524F-43D36DC6077E}"/>
              </a:ext>
            </a:extLst>
          </p:cNvPr>
          <p:cNvCxnSpPr>
            <a:cxnSpLocks/>
            <a:stCxn id="63" idx="1"/>
            <a:endCxn id="58" idx="1"/>
          </p:cNvCxnSpPr>
          <p:nvPr/>
        </p:nvCxnSpPr>
        <p:spPr>
          <a:xfrm rot="10800000" flipH="1">
            <a:off x="3110710" y="4652775"/>
            <a:ext cx="5955" cy="2330503"/>
          </a:xfrm>
          <a:prstGeom prst="bentConnector3">
            <a:avLst>
              <a:gd name="adj1" fmla="val -3838791"/>
            </a:avLst>
          </a:prstGeom>
          <a:ln>
            <a:tailEnd type="triangle"/>
          </a:ln>
        </p:spPr>
        <p:style>
          <a:lnRef idx="1">
            <a:schemeClr val="dk1"/>
          </a:lnRef>
          <a:fillRef idx="0">
            <a:schemeClr val="dk1"/>
          </a:fillRef>
          <a:effectRef idx="0">
            <a:schemeClr val="dk1"/>
          </a:effectRef>
          <a:fontRef idx="minor">
            <a:schemeClr val="tx1"/>
          </a:fontRef>
        </p:style>
      </p:cxnSp>
      <p:sp>
        <p:nvSpPr>
          <p:cNvPr id="75" name="流程圖: 結束點 8">
            <a:extLst>
              <a:ext uri="{FF2B5EF4-FFF2-40B4-BE49-F238E27FC236}">
                <a16:creationId xmlns:a16="http://schemas.microsoft.com/office/drawing/2014/main" id="{1FB9514E-6261-C7AC-D58E-6A5F2E6F81FD}"/>
              </a:ext>
            </a:extLst>
          </p:cNvPr>
          <p:cNvSpPr/>
          <p:nvPr/>
        </p:nvSpPr>
        <p:spPr bwMode="auto">
          <a:xfrm>
            <a:off x="379592" y="2554358"/>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cxnSp>
        <p:nvCxnSpPr>
          <p:cNvPr id="94" name="肘形接點 68">
            <a:extLst>
              <a:ext uri="{FF2B5EF4-FFF2-40B4-BE49-F238E27FC236}">
                <a16:creationId xmlns:a16="http://schemas.microsoft.com/office/drawing/2014/main" id="{6822E07E-AECF-9AB1-F51A-9AC881E39209}"/>
              </a:ext>
            </a:extLst>
          </p:cNvPr>
          <p:cNvCxnSpPr>
            <a:cxnSpLocks/>
            <a:stCxn id="240" idx="3"/>
            <a:endCxn id="53" idx="1"/>
          </p:cNvCxnSpPr>
          <p:nvPr/>
        </p:nvCxnSpPr>
        <p:spPr>
          <a:xfrm flipV="1">
            <a:off x="8302846" y="3811265"/>
            <a:ext cx="1530406" cy="317201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49" name="矩形 48"/>
          <p:cNvSpPr/>
          <p:nvPr/>
        </p:nvSpPr>
        <p:spPr>
          <a:xfrm>
            <a:off x="15459198" y="457957"/>
            <a:ext cx="344966" cy="323165"/>
          </a:xfrm>
          <a:prstGeom prst="rect">
            <a:avLst/>
          </a:prstGeom>
        </p:spPr>
        <p:txBody>
          <a:bodyPr wrap="none">
            <a:spAutoFit/>
          </a:bodyPr>
          <a:lstStyle/>
          <a:p>
            <a:r>
              <a:rPr lang="en-US" altLang="zh-TW" sz="1500" dirty="0">
                <a:latin typeface="微軟正黑體" panose="020B0604030504040204" pitchFamily="34" charset="-120"/>
                <a:ea typeface="微軟正黑體" panose="020B0604030504040204" pitchFamily="34" charset="-120"/>
              </a:rPr>
              <a:t>1 </a:t>
            </a:r>
            <a:endParaRPr lang="zh-TW" altLang="en-US" sz="1500" dirty="0"/>
          </a:p>
        </p:txBody>
      </p:sp>
      <p:graphicFrame>
        <p:nvGraphicFramePr>
          <p:cNvPr id="58" name="表格 30">
            <a:extLst>
              <a:ext uri="{FF2B5EF4-FFF2-40B4-BE49-F238E27FC236}">
                <a16:creationId xmlns:a16="http://schemas.microsoft.com/office/drawing/2014/main" id="{94474DA2-C417-6AE7-95EE-50C9649AB985}"/>
              </a:ext>
            </a:extLst>
          </p:cNvPr>
          <p:cNvGraphicFramePr>
            <a:graphicFrameLocks noGrp="1"/>
          </p:cNvGraphicFramePr>
          <p:nvPr>
            <p:extLst>
              <p:ext uri="{D42A27DB-BD31-4B8C-83A1-F6EECF244321}">
                <p14:modId xmlns:p14="http://schemas.microsoft.com/office/powerpoint/2010/main" val="2769307791"/>
              </p:ext>
            </p:extLst>
          </p:nvPr>
        </p:nvGraphicFramePr>
        <p:xfrm>
          <a:off x="3116666" y="4033574"/>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algn="ctr"/>
                      <a:r>
                        <a:rPr lang="en-GB" sz="1500" b="1" dirty="0">
                          <a:latin typeface="微軟正黑體" panose="020B0604030504040204" pitchFamily="34" charset="-120"/>
                          <a:ea typeface="微軟正黑體" panose="020B0604030504040204" pitchFamily="34" charset="-120"/>
                        </a:rPr>
                        <a:t>ZM</a:t>
                      </a:r>
                      <a:r>
                        <a:rPr lang="en-US" altLang="zh-TW" sz="1500" b="1" dirty="0">
                          <a:latin typeface="微軟正黑體" panose="020B0604030504040204" pitchFamily="34" charset="-120"/>
                          <a:ea typeface="微軟正黑體" panose="020B0604030504040204" pitchFamily="34" charset="-120"/>
                        </a:rPr>
                        <a:t>M065</a:t>
                      </a:r>
                      <a:endParaRPr lang="en-GB"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發起請款單</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36600">
                <a:tc>
                  <a:txBody>
                    <a:bodyPr/>
                    <a:lstStyle/>
                    <a:p>
                      <a:pPr algn="ctr"/>
                      <a:r>
                        <a:rPr lang="en-US" sz="1500" dirty="0"/>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cxnSp>
        <p:nvCxnSpPr>
          <p:cNvPr id="59" name="Straight Connector 284">
            <a:extLst>
              <a:ext uri="{FF2B5EF4-FFF2-40B4-BE49-F238E27FC236}">
                <a16:creationId xmlns:a16="http://schemas.microsoft.com/office/drawing/2014/main" id="{7A26E515-DBDF-0B46-731B-B3784E2FEC22}"/>
              </a:ext>
            </a:extLst>
          </p:cNvPr>
          <p:cNvCxnSpPr>
            <a:cxnSpLocks/>
          </p:cNvCxnSpPr>
          <p:nvPr/>
        </p:nvCxnSpPr>
        <p:spPr>
          <a:xfrm>
            <a:off x="9632163" y="1330624"/>
            <a:ext cx="0" cy="88072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0" name="表格 30">
            <a:extLst>
              <a:ext uri="{FF2B5EF4-FFF2-40B4-BE49-F238E27FC236}">
                <a16:creationId xmlns:a16="http://schemas.microsoft.com/office/drawing/2014/main" id="{94474DA2-C417-6AE7-95EE-50C9649AB985}"/>
              </a:ext>
            </a:extLst>
          </p:cNvPr>
          <p:cNvGraphicFramePr>
            <a:graphicFrameLocks noGrp="1"/>
          </p:cNvGraphicFramePr>
          <p:nvPr>
            <p:extLst>
              <p:ext uri="{D42A27DB-BD31-4B8C-83A1-F6EECF244321}">
                <p14:modId xmlns:p14="http://schemas.microsoft.com/office/powerpoint/2010/main" val="967946023"/>
              </p:ext>
            </p:extLst>
          </p:nvPr>
        </p:nvGraphicFramePr>
        <p:xfrm>
          <a:off x="6490020" y="4147874"/>
          <a:ext cx="1797832" cy="10098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algn="ctr"/>
                      <a:endParaRPr lang="en-GB" sz="1500" b="1"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336600">
                <a:tc gridSpan="2">
                  <a:txBody>
                    <a:bodyPr/>
                    <a:lstStyle/>
                    <a:p>
                      <a:pPr algn="ct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36600">
                <a:tc>
                  <a:txBody>
                    <a:bodyPr/>
                    <a:lstStyle/>
                    <a:p>
                      <a:pPr algn="ctr"/>
                      <a:r>
                        <a:rPr lang="en-US" sz="1500" dirty="0"/>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cxnSp>
        <p:nvCxnSpPr>
          <p:cNvPr id="66" name="肘形接點 68">
            <a:extLst>
              <a:ext uri="{FF2B5EF4-FFF2-40B4-BE49-F238E27FC236}">
                <a16:creationId xmlns:a16="http://schemas.microsoft.com/office/drawing/2014/main" id="{6710C215-D2A9-AE8A-C825-CAB394FDF69B}"/>
              </a:ext>
            </a:extLst>
          </p:cNvPr>
          <p:cNvCxnSpPr>
            <a:cxnSpLocks/>
            <a:stCxn id="58" idx="3"/>
            <a:endCxn id="60" idx="1"/>
          </p:cNvCxnSpPr>
          <p:nvPr/>
        </p:nvCxnSpPr>
        <p:spPr>
          <a:xfrm>
            <a:off x="4914498" y="4652774"/>
            <a:ext cx="157552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5" name="肘形接點 68">
            <a:extLst>
              <a:ext uri="{FF2B5EF4-FFF2-40B4-BE49-F238E27FC236}">
                <a16:creationId xmlns:a16="http://schemas.microsoft.com/office/drawing/2014/main" id="{6710C215-D2A9-AE8A-C825-CAB394FDF69B}"/>
              </a:ext>
            </a:extLst>
          </p:cNvPr>
          <p:cNvCxnSpPr>
            <a:cxnSpLocks/>
            <a:stCxn id="53" idx="2"/>
            <a:endCxn id="25" idx="1"/>
          </p:cNvCxnSpPr>
          <p:nvPr/>
        </p:nvCxnSpPr>
        <p:spPr>
          <a:xfrm rot="16200000" flipH="1">
            <a:off x="9362374" y="5807899"/>
            <a:ext cx="4280504" cy="152563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pSp>
        <p:nvGrpSpPr>
          <p:cNvPr id="91" name="Group 220">
            <a:extLst>
              <a:ext uri="{FF2B5EF4-FFF2-40B4-BE49-F238E27FC236}">
                <a16:creationId xmlns:a16="http://schemas.microsoft.com/office/drawing/2014/main" id="{F06C1E01-1E50-31E0-B90E-A417B2F558D4}"/>
              </a:ext>
            </a:extLst>
          </p:cNvPr>
          <p:cNvGrpSpPr/>
          <p:nvPr/>
        </p:nvGrpSpPr>
        <p:grpSpPr>
          <a:xfrm>
            <a:off x="4645149" y="3811268"/>
            <a:ext cx="546270" cy="415762"/>
            <a:chOff x="5906472" y="1486857"/>
            <a:chExt cx="364180" cy="272361"/>
          </a:xfrm>
        </p:grpSpPr>
        <p:sp>
          <p:nvSpPr>
            <p:cNvPr id="92" name="Oval 221">
              <a:extLst>
                <a:ext uri="{FF2B5EF4-FFF2-40B4-BE49-F238E27FC236}">
                  <a16:creationId xmlns:a16="http://schemas.microsoft.com/office/drawing/2014/main" id="{47DB6AD9-1B12-F0F5-A5A9-A00C353E90F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93" name="TextBox 222">
              <a:extLst>
                <a:ext uri="{FF2B5EF4-FFF2-40B4-BE49-F238E27FC236}">
                  <a16:creationId xmlns:a16="http://schemas.microsoft.com/office/drawing/2014/main" id="{ABD438DB-1A5A-B791-C95C-0F54867C9DD3}"/>
                </a:ext>
              </a:extLst>
            </p:cNvPr>
            <p:cNvSpPr txBox="1"/>
            <p:nvPr/>
          </p:nvSpPr>
          <p:spPr>
            <a:xfrm>
              <a:off x="5915052" y="149926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95" name="Group 220">
            <a:extLst>
              <a:ext uri="{FF2B5EF4-FFF2-40B4-BE49-F238E27FC236}">
                <a16:creationId xmlns:a16="http://schemas.microsoft.com/office/drawing/2014/main" id="{8F9100A8-C49B-4A69-8C8C-1F7583CA5532}"/>
              </a:ext>
            </a:extLst>
          </p:cNvPr>
          <p:cNvGrpSpPr/>
          <p:nvPr/>
        </p:nvGrpSpPr>
        <p:grpSpPr>
          <a:xfrm>
            <a:off x="8109460" y="3844417"/>
            <a:ext cx="552143" cy="415761"/>
            <a:chOff x="5906472" y="1486857"/>
            <a:chExt cx="368095" cy="272361"/>
          </a:xfrm>
        </p:grpSpPr>
        <p:sp>
          <p:nvSpPr>
            <p:cNvPr id="96" name="Oval 221">
              <a:extLst>
                <a:ext uri="{FF2B5EF4-FFF2-40B4-BE49-F238E27FC236}">
                  <a16:creationId xmlns:a16="http://schemas.microsoft.com/office/drawing/2014/main" id="{563A1C4E-D680-B5D1-5A89-9099D1F33AC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97" name="TextBox 222">
              <a:extLst>
                <a:ext uri="{FF2B5EF4-FFF2-40B4-BE49-F238E27FC236}">
                  <a16:creationId xmlns:a16="http://schemas.microsoft.com/office/drawing/2014/main" id="{60D91B19-79E7-F88F-B376-D3C257050AE7}"/>
                </a:ext>
              </a:extLst>
            </p:cNvPr>
            <p:cNvSpPr txBox="1"/>
            <p:nvPr/>
          </p:nvSpPr>
          <p:spPr>
            <a:xfrm>
              <a:off x="5918967"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62" name="表格 30">
            <a:extLst>
              <a:ext uri="{FF2B5EF4-FFF2-40B4-BE49-F238E27FC236}">
                <a16:creationId xmlns:a16="http://schemas.microsoft.com/office/drawing/2014/main" id="{94474DA2-C417-6AE7-95EE-50C9649AB985}"/>
              </a:ext>
            </a:extLst>
          </p:cNvPr>
          <p:cNvGraphicFramePr>
            <a:graphicFrameLocks noGrp="1"/>
          </p:cNvGraphicFramePr>
          <p:nvPr>
            <p:extLst>
              <p:ext uri="{D42A27DB-BD31-4B8C-83A1-F6EECF244321}">
                <p14:modId xmlns:p14="http://schemas.microsoft.com/office/powerpoint/2010/main" val="3640898217"/>
              </p:ext>
            </p:extLst>
          </p:nvPr>
        </p:nvGraphicFramePr>
        <p:xfrm>
          <a:off x="3114683" y="2314597"/>
          <a:ext cx="1797832" cy="1261966"/>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043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MIR7 </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53617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採購發票驗</a:t>
                      </a:r>
                      <a:r>
                        <a:rPr lang="zh-TW" altLang="en-US" sz="1500" dirty="0">
                          <a:latin typeface="微軟正黑體" panose="020B0604030504040204" pitchFamily="34" charset="-120"/>
                          <a:ea typeface="微軟正黑體" panose="020B0604030504040204" pitchFamily="34" charset="-120"/>
                        </a:rPr>
                        <a:t>證</a:t>
                      </a:r>
                      <a:r>
                        <a:rPr kumimoji="0" lang="zh-TW" altLang="en-US" sz="1500" dirty="0">
                          <a:latin typeface="微軟正黑體" panose="020B0604030504040204" pitchFamily="34" charset="-120"/>
                          <a:ea typeface="微軟正黑體" panose="020B0604030504040204" pitchFamily="34" charset="-120"/>
                        </a:rPr>
                        <a:t>，暫存為文件完成</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03921">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grpSp>
        <p:nvGrpSpPr>
          <p:cNvPr id="244" name="Group 220">
            <a:extLst>
              <a:ext uri="{FF2B5EF4-FFF2-40B4-BE49-F238E27FC236}">
                <a16:creationId xmlns:a16="http://schemas.microsoft.com/office/drawing/2014/main" id="{F4F96747-98B8-15CE-3B01-B9BC193ECFD4}"/>
              </a:ext>
            </a:extLst>
          </p:cNvPr>
          <p:cNvGrpSpPr/>
          <p:nvPr/>
        </p:nvGrpSpPr>
        <p:grpSpPr>
          <a:xfrm>
            <a:off x="4654909" y="2121036"/>
            <a:ext cx="544895" cy="415762"/>
            <a:chOff x="5906472" y="1486857"/>
            <a:chExt cx="363263" cy="272361"/>
          </a:xfrm>
        </p:grpSpPr>
        <p:sp>
          <p:nvSpPr>
            <p:cNvPr id="245" name="Oval 221">
              <a:extLst>
                <a:ext uri="{FF2B5EF4-FFF2-40B4-BE49-F238E27FC236}">
                  <a16:creationId xmlns:a16="http://schemas.microsoft.com/office/drawing/2014/main" id="{E3D6BBE9-8E14-1EFA-92FB-A9C2B272AB8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latin typeface="微軟正黑體" panose="020B0604030504040204" pitchFamily="34" charset="-120"/>
                <a:ea typeface="微軟正黑體" panose="020B0604030504040204" pitchFamily="34" charset="-120"/>
              </a:endParaRPr>
            </a:p>
          </p:txBody>
        </p:sp>
        <p:sp>
          <p:nvSpPr>
            <p:cNvPr id="247" name="TextBox 222">
              <a:extLst>
                <a:ext uri="{FF2B5EF4-FFF2-40B4-BE49-F238E27FC236}">
                  <a16:creationId xmlns:a16="http://schemas.microsoft.com/office/drawing/2014/main" id="{F79BADE0-8F69-47CB-92FE-2F81AD0C3C5E}"/>
                </a:ext>
              </a:extLst>
            </p:cNvPr>
            <p:cNvSpPr txBox="1"/>
            <p:nvPr/>
          </p:nvSpPr>
          <p:spPr>
            <a:xfrm>
              <a:off x="5914135" y="149926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63" name="表格 30">
            <a:extLst>
              <a:ext uri="{FF2B5EF4-FFF2-40B4-BE49-F238E27FC236}">
                <a16:creationId xmlns:a16="http://schemas.microsoft.com/office/drawing/2014/main" id="{94474DA2-C417-6AE7-95EE-50C9649AB985}"/>
              </a:ext>
            </a:extLst>
          </p:cNvPr>
          <p:cNvGraphicFramePr>
            <a:graphicFrameLocks noGrp="1"/>
          </p:cNvGraphicFramePr>
          <p:nvPr>
            <p:extLst>
              <p:ext uri="{D42A27DB-BD31-4B8C-83A1-F6EECF244321}">
                <p14:modId xmlns:p14="http://schemas.microsoft.com/office/powerpoint/2010/main" val="3150893060"/>
              </p:ext>
            </p:extLst>
          </p:nvPr>
        </p:nvGraphicFramePr>
        <p:xfrm>
          <a:off x="3110711" y="6352294"/>
          <a:ext cx="1797832" cy="1261966"/>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0432">
                <a:tc gridSpan="2">
                  <a:txBody>
                    <a:bodyPr/>
                    <a:lstStyle/>
                    <a:p>
                      <a:pPr algn="ctr"/>
                      <a:r>
                        <a:rPr lang="en-US" altLang="zh-TW" sz="1500" b="1" dirty="0">
                          <a:solidFill>
                            <a:schemeClr val="tx1"/>
                          </a:solidFill>
                          <a:latin typeface="微軟正黑體" panose="020B0604030504040204" pitchFamily="34" charset="-120"/>
                          <a:ea typeface="微軟正黑體" panose="020B0604030504040204" pitchFamily="34" charset="-120"/>
                        </a:rPr>
                        <a:t>MIR7</a:t>
                      </a: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53617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進行文件刪除；</a:t>
                      </a:r>
                      <a:endParaRPr kumimoji="0" lang="en-US" altLang="zh-TW" sz="1500" dirty="0">
                        <a:latin typeface="微軟正黑體" panose="020B0604030504040204" pitchFamily="34" charset="-120"/>
                        <a:ea typeface="微軟正黑體" panose="020B0604030504040204" pitchFamily="34" charset="-120"/>
                      </a:endParaRPr>
                    </a:p>
                    <a:p>
                      <a:pPr algn="ctr" eaLnBrk="0" hangingPunct="0"/>
                      <a:r>
                        <a:rPr kumimoji="0" lang="zh-TW" altLang="en-US" sz="1500" dirty="0">
                          <a:latin typeface="微軟正黑體" panose="020B0604030504040204" pitchFamily="34" charset="-120"/>
                          <a:ea typeface="微軟正黑體" panose="020B0604030504040204" pitchFamily="34" charset="-120"/>
                        </a:rPr>
                        <a:t>重新起單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03921">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grpSp>
        <p:nvGrpSpPr>
          <p:cNvPr id="3" name="Group 220">
            <a:extLst>
              <a:ext uri="{FF2B5EF4-FFF2-40B4-BE49-F238E27FC236}">
                <a16:creationId xmlns:a16="http://schemas.microsoft.com/office/drawing/2014/main" id="{6BD4593D-7B62-69BC-EBA9-A0597D42211F}"/>
              </a:ext>
            </a:extLst>
          </p:cNvPr>
          <p:cNvGrpSpPr/>
          <p:nvPr/>
        </p:nvGrpSpPr>
        <p:grpSpPr>
          <a:xfrm>
            <a:off x="4655096" y="6147431"/>
            <a:ext cx="544895" cy="415762"/>
            <a:chOff x="5906472" y="1486857"/>
            <a:chExt cx="363263" cy="272361"/>
          </a:xfrm>
        </p:grpSpPr>
        <p:sp>
          <p:nvSpPr>
            <p:cNvPr id="5" name="Oval 221">
              <a:extLst>
                <a:ext uri="{FF2B5EF4-FFF2-40B4-BE49-F238E27FC236}">
                  <a16:creationId xmlns:a16="http://schemas.microsoft.com/office/drawing/2014/main" id="{43A01D02-9D73-CBE4-E38A-D129940CCF2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6" name="TextBox 222">
              <a:extLst>
                <a:ext uri="{FF2B5EF4-FFF2-40B4-BE49-F238E27FC236}">
                  <a16:creationId xmlns:a16="http://schemas.microsoft.com/office/drawing/2014/main" id="{070A876D-01DC-743B-6F25-63965C0F157C}"/>
                </a:ext>
              </a:extLst>
            </p:cNvPr>
            <p:cNvSpPr txBox="1"/>
            <p:nvPr/>
          </p:nvSpPr>
          <p:spPr>
            <a:xfrm>
              <a:off x="5914135" y="1499266"/>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sp>
        <p:nvSpPr>
          <p:cNvPr id="53" name="流程圖: 預設處理作業 21">
            <a:extLst>
              <a:ext uri="{FF2B5EF4-FFF2-40B4-BE49-F238E27FC236}">
                <a16:creationId xmlns:a16="http://schemas.microsoft.com/office/drawing/2014/main" id="{6AB8729A-A396-2BA6-E6B9-1B2A79082818}"/>
              </a:ext>
            </a:extLst>
          </p:cNvPr>
          <p:cNvSpPr/>
          <p:nvPr/>
        </p:nvSpPr>
        <p:spPr bwMode="auto">
          <a:xfrm>
            <a:off x="9833252" y="3192065"/>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FI-AP-0020</a:t>
            </a:r>
          </a:p>
          <a:p>
            <a:pPr algn="ctr" eaLnBrk="0" hangingPunct="0"/>
            <a:r>
              <a:rPr lang="zh-TW" altLang="en-US" sz="1500" dirty="0">
                <a:latin typeface="微軟正黑體" panose="020B0604030504040204" pitchFamily="34" charset="-120"/>
                <a:ea typeface="微軟正黑體" panose="020B0604030504040204" pitchFamily="34" charset="-120"/>
              </a:rPr>
              <a:t>採購相關之應付款</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zh-TW" altLang="en-US" sz="1500" dirty="0">
                <a:latin typeface="微軟正黑體" panose="020B0604030504040204" pitchFamily="34" charset="-120"/>
                <a:ea typeface="微軟正黑體" panose="020B0604030504040204" pitchFamily="34" charset="-120"/>
              </a:rPr>
              <a:t>過帳作業流程</a:t>
            </a:r>
          </a:p>
        </p:txBody>
      </p:sp>
      <p:grpSp>
        <p:nvGrpSpPr>
          <p:cNvPr id="13" name="Group 220">
            <a:extLst>
              <a:ext uri="{FF2B5EF4-FFF2-40B4-BE49-F238E27FC236}">
                <a16:creationId xmlns:a16="http://schemas.microsoft.com/office/drawing/2014/main" id="{8F9100A8-C49B-4A69-8C8C-1F7583CA5532}"/>
              </a:ext>
            </a:extLst>
          </p:cNvPr>
          <p:cNvGrpSpPr/>
          <p:nvPr/>
        </p:nvGrpSpPr>
        <p:grpSpPr>
          <a:xfrm>
            <a:off x="11419522" y="2988094"/>
            <a:ext cx="544343" cy="415761"/>
            <a:chOff x="5906472" y="1486857"/>
            <a:chExt cx="362895" cy="272361"/>
          </a:xfrm>
        </p:grpSpPr>
        <p:sp>
          <p:nvSpPr>
            <p:cNvPr id="17" name="Oval 221">
              <a:extLst>
                <a:ext uri="{FF2B5EF4-FFF2-40B4-BE49-F238E27FC236}">
                  <a16:creationId xmlns:a16="http://schemas.microsoft.com/office/drawing/2014/main" id="{563A1C4E-D680-B5D1-5A89-9099D1F33AC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8" name="TextBox 222">
              <a:extLst>
                <a:ext uri="{FF2B5EF4-FFF2-40B4-BE49-F238E27FC236}">
                  <a16:creationId xmlns:a16="http://schemas.microsoft.com/office/drawing/2014/main" id="{60D91B19-79E7-F88F-B376-D3C257050AE7}"/>
                </a:ext>
              </a:extLst>
            </p:cNvPr>
            <p:cNvSpPr txBox="1"/>
            <p:nvPr/>
          </p:nvSpPr>
          <p:spPr>
            <a:xfrm>
              <a:off x="5913767" y="1500167"/>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sp>
        <p:nvSpPr>
          <p:cNvPr id="8" name="文字方塊 17">
            <a:extLst>
              <a:ext uri="{FF2B5EF4-FFF2-40B4-BE49-F238E27FC236}">
                <a16:creationId xmlns:a16="http://schemas.microsoft.com/office/drawing/2014/main" id="{AC8125CD-34B4-757A-7942-BDBC52FF1024}"/>
              </a:ext>
            </a:extLst>
          </p:cNvPr>
          <p:cNvSpPr txBox="1"/>
          <p:nvPr/>
        </p:nvSpPr>
        <p:spPr>
          <a:xfrm>
            <a:off x="5717759" y="1374701"/>
            <a:ext cx="3897029"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單位主管</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權責主管</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財務主管                            </a:t>
            </a:r>
          </a:p>
        </p:txBody>
      </p:sp>
      <p:cxnSp>
        <p:nvCxnSpPr>
          <p:cNvPr id="10" name="直線單箭頭接點 9">
            <a:extLst>
              <a:ext uri="{FF2B5EF4-FFF2-40B4-BE49-F238E27FC236}">
                <a16:creationId xmlns:a16="http://schemas.microsoft.com/office/drawing/2014/main" id="{E70A7561-C762-F9DA-96A5-34531EC7FB29}"/>
              </a:ext>
            </a:extLst>
          </p:cNvPr>
          <p:cNvCxnSpPr>
            <a:cxnSpLocks/>
            <a:stCxn id="75" idx="3"/>
            <a:endCxn id="62" idx="1"/>
          </p:cNvCxnSpPr>
          <p:nvPr/>
        </p:nvCxnSpPr>
        <p:spPr>
          <a:xfrm>
            <a:off x="2177423" y="2945580"/>
            <a:ext cx="9372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線單箭頭接點 13">
            <a:extLst>
              <a:ext uri="{FF2B5EF4-FFF2-40B4-BE49-F238E27FC236}">
                <a16:creationId xmlns:a16="http://schemas.microsoft.com/office/drawing/2014/main" id="{495BFB54-4180-B168-962D-1C5DD92C5D97}"/>
              </a:ext>
            </a:extLst>
          </p:cNvPr>
          <p:cNvCxnSpPr>
            <a:cxnSpLocks/>
            <a:stCxn id="62" idx="2"/>
            <a:endCxn id="58" idx="0"/>
          </p:cNvCxnSpPr>
          <p:nvPr/>
        </p:nvCxnSpPr>
        <p:spPr>
          <a:xfrm>
            <a:off x="4013599" y="3576563"/>
            <a:ext cx="1983" cy="4570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線單箭頭接點 18">
            <a:extLst>
              <a:ext uri="{FF2B5EF4-FFF2-40B4-BE49-F238E27FC236}">
                <a16:creationId xmlns:a16="http://schemas.microsoft.com/office/drawing/2014/main" id="{10E52F05-FFB7-8249-258C-5F7D021C9D5E}"/>
              </a:ext>
            </a:extLst>
          </p:cNvPr>
          <p:cNvCxnSpPr>
            <a:cxnSpLocks/>
            <a:stCxn id="60" idx="2"/>
            <a:endCxn id="240" idx="0"/>
          </p:cNvCxnSpPr>
          <p:nvPr/>
        </p:nvCxnSpPr>
        <p:spPr>
          <a:xfrm flipH="1">
            <a:off x="7381872" y="5157674"/>
            <a:ext cx="7064" cy="14695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線單箭頭接點 21">
            <a:extLst>
              <a:ext uri="{FF2B5EF4-FFF2-40B4-BE49-F238E27FC236}">
                <a16:creationId xmlns:a16="http://schemas.microsoft.com/office/drawing/2014/main" id="{B0A5A8C5-01EC-1304-FFC1-C0FBF569053E}"/>
              </a:ext>
            </a:extLst>
          </p:cNvPr>
          <p:cNvCxnSpPr>
            <a:cxnSpLocks/>
            <a:stCxn id="240" idx="1"/>
            <a:endCxn id="63" idx="3"/>
          </p:cNvCxnSpPr>
          <p:nvPr/>
        </p:nvCxnSpPr>
        <p:spPr>
          <a:xfrm flipH="1">
            <a:off x="4908543" y="6983277"/>
            <a:ext cx="155235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 name="Straight Connector 284">
            <a:extLst>
              <a:ext uri="{FF2B5EF4-FFF2-40B4-BE49-F238E27FC236}">
                <a16:creationId xmlns:a16="http://schemas.microsoft.com/office/drawing/2014/main" id="{6084EEAC-998B-FAD3-33EE-605DB3AA50DD}"/>
              </a:ext>
            </a:extLst>
          </p:cNvPr>
          <p:cNvCxnSpPr>
            <a:cxnSpLocks/>
          </p:cNvCxnSpPr>
          <p:nvPr/>
        </p:nvCxnSpPr>
        <p:spPr>
          <a:xfrm>
            <a:off x="14318985" y="1320185"/>
            <a:ext cx="0" cy="88072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284">
            <a:extLst>
              <a:ext uri="{FF2B5EF4-FFF2-40B4-BE49-F238E27FC236}">
                <a16:creationId xmlns:a16="http://schemas.microsoft.com/office/drawing/2014/main" id="{09DC4F91-B0E1-AD7C-DB60-09A8EEB47493}"/>
              </a:ext>
            </a:extLst>
          </p:cNvPr>
          <p:cNvCxnSpPr>
            <a:cxnSpLocks/>
          </p:cNvCxnSpPr>
          <p:nvPr/>
        </p:nvCxnSpPr>
        <p:spPr>
          <a:xfrm flipV="1">
            <a:off x="117496" y="1703540"/>
            <a:ext cx="18028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284">
            <a:extLst>
              <a:ext uri="{FF2B5EF4-FFF2-40B4-BE49-F238E27FC236}">
                <a16:creationId xmlns:a16="http://schemas.microsoft.com/office/drawing/2014/main" id="{27976925-258C-55D6-E7BA-7A61B773B123}"/>
              </a:ext>
            </a:extLst>
          </p:cNvPr>
          <p:cNvCxnSpPr>
            <a:cxnSpLocks/>
          </p:cNvCxnSpPr>
          <p:nvPr/>
        </p:nvCxnSpPr>
        <p:spPr>
          <a:xfrm>
            <a:off x="11991231" y="1322273"/>
            <a:ext cx="0" cy="88072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文字方塊 17">
            <a:extLst>
              <a:ext uri="{FF2B5EF4-FFF2-40B4-BE49-F238E27FC236}">
                <a16:creationId xmlns:a16="http://schemas.microsoft.com/office/drawing/2014/main" id="{DF87A91B-633A-FF04-F2DC-742728EB2309}"/>
              </a:ext>
            </a:extLst>
          </p:cNvPr>
          <p:cNvSpPr txBox="1"/>
          <p:nvPr/>
        </p:nvSpPr>
        <p:spPr>
          <a:xfrm>
            <a:off x="11943889" y="1374701"/>
            <a:ext cx="2314327" cy="346249"/>
          </a:xfrm>
          <a:prstGeom prst="rect">
            <a:avLst/>
          </a:prstGeom>
          <a:noFill/>
        </p:spPr>
        <p:txBody>
          <a:bodyPr wrap="square" rtlCol="0">
            <a:spAutoFit/>
          </a:bodyPr>
          <a:lstStyle/>
          <a:p>
            <a:pPr algn="ctr"/>
            <a:r>
              <a:rPr lang="en-US" altLang="zh-TW" sz="1650" b="1" dirty="0">
                <a:latin typeface="微軟正黑體" panose="020B0604030504040204" pitchFamily="34" charset="-120"/>
                <a:ea typeface="微軟正黑體" panose="020B0604030504040204" pitchFamily="34" charset="-120"/>
              </a:rPr>
              <a:t>Output</a:t>
            </a:r>
            <a:endParaRPr lang="zh-TW" altLang="en-US" sz="1650" b="1" dirty="0">
              <a:latin typeface="微軟正黑體" panose="020B0604030504040204" pitchFamily="34" charset="-120"/>
              <a:ea typeface="微軟正黑體" panose="020B0604030504040204" pitchFamily="34" charset="-120"/>
            </a:endParaRPr>
          </a:p>
        </p:txBody>
      </p:sp>
      <p:sp>
        <p:nvSpPr>
          <p:cNvPr id="16" name="文字方塊 17">
            <a:extLst>
              <a:ext uri="{FF2B5EF4-FFF2-40B4-BE49-F238E27FC236}">
                <a16:creationId xmlns:a16="http://schemas.microsoft.com/office/drawing/2014/main" id="{8B0079B9-8644-ADAD-AC02-C194A4257CD6}"/>
              </a:ext>
            </a:extLst>
          </p:cNvPr>
          <p:cNvSpPr txBox="1"/>
          <p:nvPr/>
        </p:nvSpPr>
        <p:spPr>
          <a:xfrm>
            <a:off x="200416" y="1374701"/>
            <a:ext cx="2059953" cy="346249"/>
          </a:xfrm>
          <a:prstGeom prst="rect">
            <a:avLst/>
          </a:prstGeom>
          <a:noFill/>
        </p:spPr>
        <p:txBody>
          <a:bodyPr wrap="square" rtlCol="0">
            <a:spAutoFit/>
          </a:bodyPr>
          <a:lstStyle/>
          <a:p>
            <a:pPr algn="ctr"/>
            <a:r>
              <a:rPr lang="en-US" altLang="zh-TW" sz="1650" b="1" dirty="0">
                <a:latin typeface="微軟正黑體" panose="020B0604030504040204" pitchFamily="34" charset="-120"/>
                <a:ea typeface="微軟正黑體" panose="020B0604030504040204" pitchFamily="34" charset="-120"/>
              </a:rPr>
              <a:t>Input</a:t>
            </a:r>
            <a:endParaRPr lang="zh-TW" altLang="en-US" sz="1650" b="1" dirty="0">
              <a:latin typeface="微軟正黑體" panose="020B0604030504040204" pitchFamily="34" charset="-120"/>
              <a:ea typeface="微軟正黑體" panose="020B0604030504040204" pitchFamily="34" charset="-120"/>
            </a:endParaRPr>
          </a:p>
        </p:txBody>
      </p:sp>
      <p:cxnSp>
        <p:nvCxnSpPr>
          <p:cNvPr id="20" name="Straight Connector 284">
            <a:extLst>
              <a:ext uri="{FF2B5EF4-FFF2-40B4-BE49-F238E27FC236}">
                <a16:creationId xmlns:a16="http://schemas.microsoft.com/office/drawing/2014/main" id="{FEC3FE79-AA0B-2C39-E70A-7EB55BFBDB8A}"/>
              </a:ext>
            </a:extLst>
          </p:cNvPr>
          <p:cNvCxnSpPr>
            <a:cxnSpLocks/>
          </p:cNvCxnSpPr>
          <p:nvPr/>
        </p:nvCxnSpPr>
        <p:spPr>
          <a:xfrm>
            <a:off x="2431784" y="1320185"/>
            <a:ext cx="0" cy="88072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文字方塊 17">
            <a:extLst>
              <a:ext uri="{FF2B5EF4-FFF2-40B4-BE49-F238E27FC236}">
                <a16:creationId xmlns:a16="http://schemas.microsoft.com/office/drawing/2014/main" id="{09E29F32-E9D9-5E65-CD09-C486DA3A3E77}"/>
              </a:ext>
            </a:extLst>
          </p:cNvPr>
          <p:cNvSpPr txBox="1"/>
          <p:nvPr/>
        </p:nvSpPr>
        <p:spPr>
          <a:xfrm>
            <a:off x="14751807" y="1374701"/>
            <a:ext cx="2884839" cy="346249"/>
          </a:xfrm>
          <a:prstGeom prst="rect">
            <a:avLst/>
          </a:prstGeom>
          <a:noFill/>
        </p:spPr>
        <p:txBody>
          <a:bodyPr wrap="square" rtlCol="0">
            <a:spAutoFit/>
          </a:bodyPr>
          <a:lstStyle/>
          <a:p>
            <a:pPr algn="ctr"/>
            <a:r>
              <a:rPr lang="en-US" altLang="zh-TW" sz="1650" b="1" dirty="0">
                <a:latin typeface="微軟正黑體" panose="020B0604030504040204" pitchFamily="34" charset="-120"/>
                <a:ea typeface="微軟正黑體" panose="020B0604030504040204" pitchFamily="34" charset="-120"/>
              </a:rPr>
              <a:t>Process Activities</a:t>
            </a:r>
            <a:endParaRPr lang="zh-TW" altLang="en-US" sz="1650"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463177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39A831-8967-42FC-6F80-88C056457511}"/>
              </a:ext>
            </a:extLst>
          </p:cNvPr>
          <p:cNvSpPr>
            <a:spLocks noGrp="1"/>
          </p:cNvSpPr>
          <p:nvPr>
            <p:ph type="title"/>
          </p:nvPr>
        </p:nvSpPr>
        <p:spPr/>
        <p:txBody>
          <a:bodyPr/>
          <a:lstStyle/>
          <a:p>
            <a:r>
              <a:rPr lang="zh-TW" altLang="en-US" dirty="0"/>
              <a:t>採購流程</a:t>
            </a:r>
          </a:p>
        </p:txBody>
      </p:sp>
      <p:sp>
        <p:nvSpPr>
          <p:cNvPr id="3" name="Line 13">
            <a:extLst>
              <a:ext uri="{FF2B5EF4-FFF2-40B4-BE49-F238E27FC236}">
                <a16:creationId xmlns:a16="http://schemas.microsoft.com/office/drawing/2014/main" id="{CE078765-CF2D-E5EF-D5AC-34137A2B9967}"/>
              </a:ext>
            </a:extLst>
          </p:cNvPr>
          <p:cNvSpPr>
            <a:spLocks noChangeShapeType="1"/>
          </p:cNvSpPr>
          <p:nvPr/>
        </p:nvSpPr>
        <p:spPr bwMode="auto">
          <a:xfrm>
            <a:off x="2" y="4860000"/>
            <a:ext cx="17510399" cy="0"/>
          </a:xfrm>
          <a:prstGeom prst="line">
            <a:avLst/>
          </a:prstGeom>
          <a:noFill/>
          <a:ln w="101600">
            <a:solidFill>
              <a:schemeClr val="tx2">
                <a:lumMod val="60000"/>
                <a:lumOff val="4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1152144" fontAlgn="auto">
              <a:spcBef>
                <a:spcPts val="0"/>
              </a:spcBef>
              <a:spcAft>
                <a:spcPts val="0"/>
              </a:spcAft>
              <a:defRPr/>
            </a:pPr>
            <a:endParaRPr lang="zh-CN" altLang="en-US" sz="2016" kern="0">
              <a:solidFill>
                <a:sysClr val="windowText" lastClr="000000"/>
              </a:solidFill>
            </a:endParaRPr>
          </a:p>
        </p:txBody>
      </p:sp>
      <p:sp>
        <p:nvSpPr>
          <p:cNvPr id="4" name="圓角矩形 11">
            <a:extLst>
              <a:ext uri="{FF2B5EF4-FFF2-40B4-BE49-F238E27FC236}">
                <a16:creationId xmlns:a16="http://schemas.microsoft.com/office/drawing/2014/main" id="{0C26DB06-79FC-226E-0C7C-EC4BD68BCD04}"/>
              </a:ext>
            </a:extLst>
          </p:cNvPr>
          <p:cNvSpPr/>
          <p:nvPr/>
        </p:nvSpPr>
        <p:spPr>
          <a:xfrm>
            <a:off x="1800000" y="4176000"/>
            <a:ext cx="2808000" cy="1368000"/>
          </a:xfrm>
          <a:prstGeom prst="roundRect">
            <a:avLst/>
          </a:prstGeom>
          <a:solidFill>
            <a:srgbClr val="BE956A"/>
          </a:solidFill>
          <a:ln w="28575">
            <a:noFill/>
          </a:ln>
          <a:effectLst>
            <a:outerShdw blurRad="50800" dist="50800" dir="5400000" sx="96000" sy="96000" algn="ctr" rotWithShape="0">
              <a:srgbClr val="000000">
                <a:alpha val="43137"/>
              </a:srgb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sz="3200" b="1" dirty="0">
                <a:solidFill>
                  <a:schemeClr val="bg1"/>
                </a:solidFill>
                <a:ea typeface="微軟正黑體" panose="020B0604030504040204" pitchFamily="34" charset="-120"/>
              </a:rPr>
              <a:t>建立</a:t>
            </a:r>
          </a:p>
          <a:p>
            <a:pPr algn="ctr"/>
            <a:r>
              <a:rPr lang="zh-TW" altLang="en-US" sz="3200" b="1" dirty="0">
                <a:solidFill>
                  <a:schemeClr val="bg1"/>
                </a:solidFill>
                <a:ea typeface="微軟正黑體" panose="020B0604030504040204" pitchFamily="34" charset="-120"/>
              </a:rPr>
              <a:t>採購單</a:t>
            </a:r>
          </a:p>
        </p:txBody>
      </p:sp>
      <p:sp>
        <p:nvSpPr>
          <p:cNvPr id="5" name="圓角矩形 11">
            <a:extLst>
              <a:ext uri="{FF2B5EF4-FFF2-40B4-BE49-F238E27FC236}">
                <a16:creationId xmlns:a16="http://schemas.microsoft.com/office/drawing/2014/main" id="{D06EB697-6407-F974-272D-407699E6C88F}"/>
              </a:ext>
            </a:extLst>
          </p:cNvPr>
          <p:cNvSpPr/>
          <p:nvPr/>
        </p:nvSpPr>
        <p:spPr>
          <a:xfrm>
            <a:off x="9792000" y="4176000"/>
            <a:ext cx="2808000" cy="1368000"/>
          </a:xfrm>
          <a:prstGeom prst="roundRect">
            <a:avLst/>
          </a:prstGeom>
          <a:solidFill>
            <a:srgbClr val="BE956A"/>
          </a:solidFill>
          <a:ln w="28575">
            <a:noFill/>
          </a:ln>
          <a:effectLst>
            <a:outerShdw blurRad="50800" dist="50800" dir="5400000" sx="96000" sy="96000" algn="ctr" rotWithShape="0">
              <a:srgbClr val="000000">
                <a:alpha val="43137"/>
              </a:srgb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sz="3200" b="1" dirty="0">
                <a:solidFill>
                  <a:schemeClr val="bg1"/>
                </a:solidFill>
                <a:ea typeface="微軟正黑體" panose="020B0604030504040204" pitchFamily="34" charset="-120"/>
              </a:rPr>
              <a:t>發票驗證暫存</a:t>
            </a:r>
          </a:p>
        </p:txBody>
      </p:sp>
      <p:sp>
        <p:nvSpPr>
          <p:cNvPr id="6" name="AutoShape 17">
            <a:extLst>
              <a:ext uri="{FF2B5EF4-FFF2-40B4-BE49-F238E27FC236}">
                <a16:creationId xmlns:a16="http://schemas.microsoft.com/office/drawing/2014/main" id="{9134D5F2-1C7B-2A74-6A1A-196682C68145}"/>
              </a:ext>
            </a:extLst>
          </p:cNvPr>
          <p:cNvSpPr>
            <a:spLocks noChangeArrowheads="1"/>
          </p:cNvSpPr>
          <p:nvPr/>
        </p:nvSpPr>
        <p:spPr bwMode="auto">
          <a:xfrm>
            <a:off x="5928876" y="2265002"/>
            <a:ext cx="3202598" cy="1368000"/>
          </a:xfrm>
          <a:prstGeom prst="roundRect">
            <a:avLst>
              <a:gd name="adj" fmla="val 8939"/>
            </a:avLst>
          </a:prstGeom>
          <a:solidFill>
            <a:srgbClr val="ECECEC"/>
          </a:solidFill>
          <a:ln w="19050" cap="rnd" algn="ctr">
            <a:solidFill>
              <a:schemeClr val="bg1">
                <a:lumMod val="50000"/>
              </a:schemeClr>
            </a:solidFill>
            <a:prstDash val="sysDot"/>
            <a:round/>
            <a:headEnd/>
            <a:tailEnd/>
          </a:ln>
          <a:effectLst/>
        </p:spPr>
        <p:txBody>
          <a:bodyPr tIns="54000" bIns="54000"/>
          <a:lstStyle/>
          <a:p>
            <a:pPr defTabSz="1152144" fontAlgn="auto">
              <a:spcBef>
                <a:spcPts val="0"/>
              </a:spcBef>
              <a:spcAft>
                <a:spcPts val="0"/>
              </a:spcAft>
              <a:defRPr/>
            </a:pPr>
            <a:r>
              <a:rPr lang="zh-TW" altLang="en-US" sz="2400" kern="0" dirty="0">
                <a:solidFill>
                  <a:sysClr val="windowText" lastClr="000000"/>
                </a:solidFill>
              </a:rPr>
              <a:t>借：存貨 </a:t>
            </a:r>
            <a:r>
              <a:rPr lang="en-US" altLang="zh-TW" sz="2400" kern="0" dirty="0">
                <a:solidFill>
                  <a:sysClr val="windowText" lastClr="000000"/>
                </a:solidFill>
              </a:rPr>
              <a:t>/ </a:t>
            </a:r>
            <a:r>
              <a:rPr lang="zh-TW" altLang="en-US" sz="2400" kern="0" dirty="0">
                <a:solidFill>
                  <a:sysClr val="windowText" lastClr="000000"/>
                </a:solidFill>
              </a:rPr>
              <a:t>費用</a:t>
            </a:r>
          </a:p>
          <a:p>
            <a:pPr defTabSz="1152144" fontAlgn="auto">
              <a:spcBef>
                <a:spcPts val="0"/>
              </a:spcBef>
              <a:spcAft>
                <a:spcPts val="0"/>
              </a:spcAft>
              <a:defRPr/>
            </a:pPr>
            <a:r>
              <a:rPr lang="zh-TW" altLang="en-US" sz="2400" kern="0" dirty="0">
                <a:solidFill>
                  <a:sysClr val="windowText" lastClr="000000"/>
                </a:solidFill>
              </a:rPr>
              <a:t>　貸：暫估應付帳款</a:t>
            </a:r>
          </a:p>
        </p:txBody>
      </p:sp>
      <p:sp>
        <p:nvSpPr>
          <p:cNvPr id="7" name="Line 10">
            <a:extLst>
              <a:ext uri="{FF2B5EF4-FFF2-40B4-BE49-F238E27FC236}">
                <a16:creationId xmlns:a16="http://schemas.microsoft.com/office/drawing/2014/main" id="{7AE64908-693A-239F-0B6E-FCF63004FE43}"/>
              </a:ext>
            </a:extLst>
          </p:cNvPr>
          <p:cNvSpPr>
            <a:spLocks noChangeShapeType="1"/>
          </p:cNvSpPr>
          <p:nvPr/>
        </p:nvSpPr>
        <p:spPr bwMode="auto">
          <a:xfrm flipH="1">
            <a:off x="6423093" y="3414122"/>
            <a:ext cx="0" cy="875520"/>
          </a:xfrm>
          <a:prstGeom prst="line">
            <a:avLst/>
          </a:prstGeom>
          <a:noFill/>
          <a:ln w="19050">
            <a:solidFill>
              <a:schemeClr val="tx1"/>
            </a:solidFill>
            <a:prstDash val="sysDot"/>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1152144" fontAlgn="auto">
              <a:spcBef>
                <a:spcPts val="0"/>
              </a:spcBef>
              <a:spcAft>
                <a:spcPts val="0"/>
              </a:spcAft>
              <a:defRPr/>
            </a:pPr>
            <a:endParaRPr lang="zh-CN" altLang="en-US" sz="2016" kern="0" dirty="0">
              <a:solidFill>
                <a:sysClr val="windowText" lastClr="000000"/>
              </a:solidFill>
            </a:endParaRPr>
          </a:p>
        </p:txBody>
      </p:sp>
      <p:grpSp>
        <p:nvGrpSpPr>
          <p:cNvPr id="8" name="群組 7">
            <a:extLst>
              <a:ext uri="{FF2B5EF4-FFF2-40B4-BE49-F238E27FC236}">
                <a16:creationId xmlns:a16="http://schemas.microsoft.com/office/drawing/2014/main" id="{A6901A0B-30BA-BF4D-8EB2-83E01C4FB83F}"/>
              </a:ext>
            </a:extLst>
          </p:cNvPr>
          <p:cNvGrpSpPr/>
          <p:nvPr/>
        </p:nvGrpSpPr>
        <p:grpSpPr>
          <a:xfrm>
            <a:off x="1188000" y="9360000"/>
            <a:ext cx="4504401" cy="400110"/>
            <a:chOff x="8446915" y="6193564"/>
            <a:chExt cx="2963422" cy="263230"/>
          </a:xfrm>
        </p:grpSpPr>
        <p:grpSp>
          <p:nvGrpSpPr>
            <p:cNvPr id="9" name="群組 8">
              <a:extLst>
                <a:ext uri="{FF2B5EF4-FFF2-40B4-BE49-F238E27FC236}">
                  <a16:creationId xmlns:a16="http://schemas.microsoft.com/office/drawing/2014/main" id="{465BB341-4724-684D-3492-3A23E6DFE31F}"/>
                </a:ext>
              </a:extLst>
            </p:cNvPr>
            <p:cNvGrpSpPr/>
            <p:nvPr/>
          </p:nvGrpSpPr>
          <p:grpSpPr>
            <a:xfrm>
              <a:off x="8446915" y="6193564"/>
              <a:ext cx="1058840" cy="263230"/>
              <a:chOff x="4652652" y="2100068"/>
              <a:chExt cx="1058840" cy="263230"/>
            </a:xfrm>
          </p:grpSpPr>
          <p:sp>
            <p:nvSpPr>
              <p:cNvPr id="16" name="矩形: 圓角 15">
                <a:extLst>
                  <a:ext uri="{FF2B5EF4-FFF2-40B4-BE49-F238E27FC236}">
                    <a16:creationId xmlns:a16="http://schemas.microsoft.com/office/drawing/2014/main" id="{E0CD87F9-4690-B864-371A-EA5B41520AAE}"/>
                  </a:ext>
                </a:extLst>
              </p:cNvPr>
              <p:cNvSpPr/>
              <p:nvPr/>
            </p:nvSpPr>
            <p:spPr>
              <a:xfrm>
                <a:off x="4652652" y="2123683"/>
                <a:ext cx="216000" cy="216000"/>
              </a:xfrm>
              <a:prstGeom prst="roundRect">
                <a:avLst/>
              </a:prstGeom>
              <a:solidFill>
                <a:srgbClr val="BE956A"/>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nchorCtr="0"/>
              <a:lstStyle/>
              <a:p>
                <a:pPr algn="ctr"/>
                <a:endParaRPr lang="zh-TW" altLang="en-US" sz="1600" kern="1200">
                  <a:latin typeface="Arial" panose="020B0604020202020204" pitchFamily="34" charset="0"/>
                  <a:ea typeface="微軟正黑體" panose="020B0604030504040204" pitchFamily="34" charset="-120"/>
                </a:endParaRPr>
              </a:p>
            </p:txBody>
          </p:sp>
          <p:sp>
            <p:nvSpPr>
              <p:cNvPr id="17" name="文字方塊 16">
                <a:extLst>
                  <a:ext uri="{FF2B5EF4-FFF2-40B4-BE49-F238E27FC236}">
                    <a16:creationId xmlns:a16="http://schemas.microsoft.com/office/drawing/2014/main" id="{F56A1E18-E800-C62F-6F9D-9162F869DA0B}"/>
                  </a:ext>
                </a:extLst>
              </p:cNvPr>
              <p:cNvSpPr txBox="1"/>
              <p:nvPr/>
            </p:nvSpPr>
            <p:spPr>
              <a:xfrm>
                <a:off x="4868650" y="2100068"/>
                <a:ext cx="842842" cy="263230"/>
              </a:xfrm>
              <a:prstGeom prst="rect">
                <a:avLst/>
              </a:prstGeom>
              <a:noFill/>
            </p:spPr>
            <p:txBody>
              <a:bodyPr wrap="none" rtlCol="0">
                <a:spAutoFit/>
              </a:bodyPr>
              <a:lstStyle/>
              <a:p>
                <a:r>
                  <a:rPr lang="zh-TW" altLang="en-US" sz="2000" dirty="0">
                    <a:latin typeface="Arial" panose="020B0604020202020204" pitchFamily="34" charset="0"/>
                    <a:ea typeface="微軟正黑體" panose="020B0604030504040204" pitchFamily="34" charset="-120"/>
                  </a:rPr>
                  <a:t>採購</a:t>
                </a:r>
                <a:r>
                  <a:rPr lang="en-US" altLang="zh-TW" sz="2000" dirty="0">
                    <a:latin typeface="Arial" panose="020B0604020202020204" pitchFamily="34" charset="0"/>
                    <a:ea typeface="微軟正黑體" panose="020B0604030504040204" pitchFamily="34" charset="-120"/>
                  </a:rPr>
                  <a:t>/</a:t>
                </a:r>
                <a:r>
                  <a:rPr lang="zh-TW" altLang="en-US" sz="2000" dirty="0">
                    <a:latin typeface="Arial" panose="020B0604020202020204" pitchFamily="34" charset="0"/>
                    <a:ea typeface="微軟正黑體" panose="020B0604030504040204" pitchFamily="34" charset="-120"/>
                  </a:rPr>
                  <a:t>總務</a:t>
                </a:r>
              </a:p>
            </p:txBody>
          </p:sp>
        </p:grpSp>
        <p:grpSp>
          <p:nvGrpSpPr>
            <p:cNvPr id="10" name="群組 9">
              <a:extLst>
                <a:ext uri="{FF2B5EF4-FFF2-40B4-BE49-F238E27FC236}">
                  <a16:creationId xmlns:a16="http://schemas.microsoft.com/office/drawing/2014/main" id="{F3C9A5E4-0C9C-590B-6267-BAE21D9B6355}"/>
                </a:ext>
              </a:extLst>
            </p:cNvPr>
            <p:cNvGrpSpPr/>
            <p:nvPr/>
          </p:nvGrpSpPr>
          <p:grpSpPr>
            <a:xfrm>
              <a:off x="9615418" y="6193564"/>
              <a:ext cx="663134" cy="263230"/>
              <a:chOff x="4664482" y="2510356"/>
              <a:chExt cx="663134" cy="263230"/>
            </a:xfrm>
          </p:grpSpPr>
          <p:sp>
            <p:nvSpPr>
              <p:cNvPr id="14" name="矩形: 圓角 13">
                <a:extLst>
                  <a:ext uri="{FF2B5EF4-FFF2-40B4-BE49-F238E27FC236}">
                    <a16:creationId xmlns:a16="http://schemas.microsoft.com/office/drawing/2014/main" id="{1862A606-FA87-C495-389B-BBBAF353CA25}"/>
                  </a:ext>
                </a:extLst>
              </p:cNvPr>
              <p:cNvSpPr/>
              <p:nvPr/>
            </p:nvSpPr>
            <p:spPr>
              <a:xfrm>
                <a:off x="4664482" y="2533971"/>
                <a:ext cx="216000" cy="216000"/>
              </a:xfrm>
              <a:prstGeom prst="roundRect">
                <a:avLst/>
              </a:prstGeom>
              <a:solidFill>
                <a:srgbClr val="DB6670"/>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nchorCtr="0"/>
              <a:lstStyle/>
              <a:p>
                <a:pPr algn="ctr"/>
                <a:endParaRPr lang="zh-TW" altLang="en-US" sz="1600" kern="1200">
                  <a:latin typeface="Arial" panose="020B0604020202020204" pitchFamily="34" charset="0"/>
                  <a:ea typeface="微軟正黑體" panose="020B0604030504040204" pitchFamily="34" charset="-120"/>
                </a:endParaRPr>
              </a:p>
            </p:txBody>
          </p:sp>
          <p:sp>
            <p:nvSpPr>
              <p:cNvPr id="15" name="文字方塊 14">
                <a:extLst>
                  <a:ext uri="{FF2B5EF4-FFF2-40B4-BE49-F238E27FC236}">
                    <a16:creationId xmlns:a16="http://schemas.microsoft.com/office/drawing/2014/main" id="{006C1BAF-E82C-873A-426C-FEB535793949}"/>
                  </a:ext>
                </a:extLst>
              </p:cNvPr>
              <p:cNvSpPr txBox="1"/>
              <p:nvPr/>
            </p:nvSpPr>
            <p:spPr>
              <a:xfrm>
                <a:off x="4868651" y="2510356"/>
                <a:ext cx="458965" cy="263230"/>
              </a:xfrm>
              <a:prstGeom prst="rect">
                <a:avLst/>
              </a:prstGeom>
              <a:noFill/>
            </p:spPr>
            <p:txBody>
              <a:bodyPr wrap="none" rtlCol="0">
                <a:spAutoFit/>
              </a:bodyPr>
              <a:lstStyle/>
              <a:p>
                <a:r>
                  <a:rPr lang="zh-TW" altLang="en-US" sz="2000" dirty="0">
                    <a:latin typeface="Arial" panose="020B0604020202020204" pitchFamily="34" charset="0"/>
                    <a:ea typeface="微軟正黑體" panose="020B0604030504040204" pitchFamily="34" charset="-120"/>
                  </a:rPr>
                  <a:t>財會</a:t>
                </a:r>
              </a:p>
            </p:txBody>
          </p:sp>
        </p:grpSp>
        <p:grpSp>
          <p:nvGrpSpPr>
            <p:cNvPr id="11" name="群組 10">
              <a:extLst>
                <a:ext uri="{FF2B5EF4-FFF2-40B4-BE49-F238E27FC236}">
                  <a16:creationId xmlns:a16="http://schemas.microsoft.com/office/drawing/2014/main" id="{605B55FA-0EC8-14FF-A97A-F890128D716F}"/>
                </a:ext>
              </a:extLst>
            </p:cNvPr>
            <p:cNvGrpSpPr/>
            <p:nvPr/>
          </p:nvGrpSpPr>
          <p:grpSpPr>
            <a:xfrm>
              <a:off x="10363326" y="6193564"/>
              <a:ext cx="1047011" cy="263230"/>
              <a:chOff x="4671292" y="2878430"/>
              <a:chExt cx="1047011" cy="263230"/>
            </a:xfrm>
          </p:grpSpPr>
          <p:sp>
            <p:nvSpPr>
              <p:cNvPr id="12" name="矩形: 圓角 11">
                <a:extLst>
                  <a:ext uri="{FF2B5EF4-FFF2-40B4-BE49-F238E27FC236}">
                    <a16:creationId xmlns:a16="http://schemas.microsoft.com/office/drawing/2014/main" id="{93826785-61C2-C011-0709-DBF23C6D80C3}"/>
                  </a:ext>
                </a:extLst>
              </p:cNvPr>
              <p:cNvSpPr/>
              <p:nvPr/>
            </p:nvSpPr>
            <p:spPr>
              <a:xfrm>
                <a:off x="4671292" y="2902045"/>
                <a:ext cx="216000" cy="216000"/>
              </a:xfrm>
              <a:prstGeom prst="roundRect">
                <a:avLst/>
              </a:prstGeom>
              <a:solidFill>
                <a:srgbClr val="B8B8B8"/>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nchorCtr="0"/>
              <a:lstStyle/>
              <a:p>
                <a:pPr algn="ctr"/>
                <a:endParaRPr lang="zh-TW" altLang="en-US" sz="1600" kern="1200">
                  <a:latin typeface="Arial" panose="020B0604020202020204" pitchFamily="34" charset="0"/>
                  <a:ea typeface="微軟正黑體" panose="020B0604030504040204" pitchFamily="34" charset="-120"/>
                </a:endParaRPr>
              </a:p>
            </p:txBody>
          </p:sp>
          <p:sp>
            <p:nvSpPr>
              <p:cNvPr id="13" name="文字方塊 12">
                <a:extLst>
                  <a:ext uri="{FF2B5EF4-FFF2-40B4-BE49-F238E27FC236}">
                    <a16:creationId xmlns:a16="http://schemas.microsoft.com/office/drawing/2014/main" id="{24D32BCF-0D9D-8FAE-55AE-ED24098E1E93}"/>
                  </a:ext>
                </a:extLst>
              </p:cNvPr>
              <p:cNvSpPr txBox="1"/>
              <p:nvPr/>
            </p:nvSpPr>
            <p:spPr>
              <a:xfrm>
                <a:off x="4875461" y="2878430"/>
                <a:ext cx="842842" cy="263230"/>
              </a:xfrm>
              <a:prstGeom prst="rect">
                <a:avLst/>
              </a:prstGeom>
              <a:noFill/>
            </p:spPr>
            <p:txBody>
              <a:bodyPr wrap="none" rtlCol="0">
                <a:spAutoFit/>
              </a:bodyPr>
              <a:lstStyle/>
              <a:p>
                <a:r>
                  <a:rPr lang="zh-TW" altLang="en-US" sz="2000" dirty="0">
                    <a:latin typeface="Arial" panose="020B0604020202020204" pitchFamily="34" charset="0"/>
                    <a:ea typeface="微軟正黑體" panose="020B0604030504040204" pitchFamily="34" charset="-120"/>
                  </a:rPr>
                  <a:t>倉管</a:t>
                </a:r>
                <a:r>
                  <a:rPr lang="en-US" altLang="zh-TW" sz="2000" dirty="0">
                    <a:latin typeface="Arial" panose="020B0604020202020204" pitchFamily="34" charset="0"/>
                    <a:ea typeface="微軟正黑體" panose="020B0604030504040204" pitchFamily="34" charset="-120"/>
                  </a:rPr>
                  <a:t>/</a:t>
                </a:r>
                <a:r>
                  <a:rPr lang="zh-TW" altLang="en-US" sz="2000" dirty="0">
                    <a:latin typeface="Arial" panose="020B0604020202020204" pitchFamily="34" charset="0"/>
                    <a:ea typeface="微軟正黑體" panose="020B0604030504040204" pitchFamily="34" charset="-120"/>
                  </a:rPr>
                  <a:t>庫房</a:t>
                </a:r>
              </a:p>
            </p:txBody>
          </p:sp>
        </p:grpSp>
      </p:grpSp>
      <p:sp>
        <p:nvSpPr>
          <p:cNvPr id="18" name="AutoShape 17">
            <a:extLst>
              <a:ext uri="{FF2B5EF4-FFF2-40B4-BE49-F238E27FC236}">
                <a16:creationId xmlns:a16="http://schemas.microsoft.com/office/drawing/2014/main" id="{B66E0828-951D-0EF0-492E-A730D2A10E19}"/>
              </a:ext>
            </a:extLst>
          </p:cNvPr>
          <p:cNvSpPr>
            <a:spLocks noChangeArrowheads="1"/>
          </p:cNvSpPr>
          <p:nvPr/>
        </p:nvSpPr>
        <p:spPr bwMode="auto">
          <a:xfrm>
            <a:off x="12878651" y="5940000"/>
            <a:ext cx="3830400" cy="2188800"/>
          </a:xfrm>
          <a:prstGeom prst="roundRect">
            <a:avLst>
              <a:gd name="adj" fmla="val 8939"/>
            </a:avLst>
          </a:prstGeom>
          <a:solidFill>
            <a:srgbClr val="FBE1E4"/>
          </a:solidFill>
          <a:ln w="19050" cap="rnd" algn="ctr">
            <a:solidFill>
              <a:srgbClr val="C30010"/>
            </a:solidFill>
            <a:prstDash val="sysDot"/>
            <a:round/>
            <a:headEnd/>
            <a:tailEnd/>
          </a:ln>
          <a:effectLst/>
        </p:spPr>
        <p:txBody>
          <a:bodyPr tIns="54000" bIns="54000"/>
          <a:lstStyle/>
          <a:p>
            <a:pPr defTabSz="1152144" fontAlgn="auto">
              <a:spcBef>
                <a:spcPts val="0"/>
              </a:spcBef>
              <a:spcAft>
                <a:spcPts val="0"/>
              </a:spcAft>
              <a:defRPr/>
            </a:pPr>
            <a:r>
              <a:rPr lang="zh-TW" altLang="en-US" sz="2400" kern="0" dirty="0">
                <a:solidFill>
                  <a:sysClr val="windowText" lastClr="000000"/>
                </a:solidFill>
              </a:rPr>
              <a:t>借：暫估應付帳款 </a:t>
            </a:r>
            <a:r>
              <a:rPr lang="en-US" altLang="zh-TW" sz="2400" kern="0" dirty="0">
                <a:solidFill>
                  <a:sysClr val="windowText" lastClr="000000"/>
                </a:solidFill>
              </a:rPr>
              <a:t>/ </a:t>
            </a:r>
          </a:p>
          <a:p>
            <a:pPr defTabSz="1152144" fontAlgn="auto">
              <a:spcBef>
                <a:spcPts val="0"/>
              </a:spcBef>
              <a:spcAft>
                <a:spcPts val="0"/>
              </a:spcAft>
              <a:defRPr/>
            </a:pPr>
            <a:r>
              <a:rPr lang="zh-TW" altLang="en-US" sz="2400" kern="0" dirty="0">
                <a:solidFill>
                  <a:sysClr val="windowText" lastClr="000000"/>
                </a:solidFill>
              </a:rPr>
              <a:t>　　固定資產過渡</a:t>
            </a:r>
          </a:p>
          <a:p>
            <a:pPr defTabSz="1152144" fontAlgn="auto">
              <a:spcBef>
                <a:spcPts val="0"/>
              </a:spcBef>
              <a:spcAft>
                <a:spcPts val="0"/>
              </a:spcAft>
              <a:defRPr/>
            </a:pPr>
            <a:r>
              <a:rPr lang="zh-TW" altLang="en-US" sz="2400" kern="0" dirty="0">
                <a:solidFill>
                  <a:sysClr val="windowText" lastClr="000000"/>
                </a:solidFill>
              </a:rPr>
              <a:t>借：進項稅額</a:t>
            </a:r>
          </a:p>
          <a:p>
            <a:pPr defTabSz="1152144" fontAlgn="auto">
              <a:spcBef>
                <a:spcPts val="0"/>
              </a:spcBef>
              <a:spcAft>
                <a:spcPts val="0"/>
              </a:spcAft>
              <a:defRPr/>
            </a:pPr>
            <a:r>
              <a:rPr lang="zh-TW" altLang="en-US" sz="2400" kern="0" dirty="0">
                <a:solidFill>
                  <a:sysClr val="windowText" lastClr="000000"/>
                </a:solidFill>
              </a:rPr>
              <a:t>　貸：應付帳款</a:t>
            </a:r>
          </a:p>
        </p:txBody>
      </p:sp>
      <p:sp>
        <p:nvSpPr>
          <p:cNvPr id="19" name="Line 10">
            <a:extLst>
              <a:ext uri="{FF2B5EF4-FFF2-40B4-BE49-F238E27FC236}">
                <a16:creationId xmlns:a16="http://schemas.microsoft.com/office/drawing/2014/main" id="{834E6F11-E596-43D3-A996-7EF06C091AA5}"/>
              </a:ext>
            </a:extLst>
          </p:cNvPr>
          <p:cNvSpPr>
            <a:spLocks noChangeShapeType="1"/>
          </p:cNvSpPr>
          <p:nvPr/>
        </p:nvSpPr>
        <p:spPr bwMode="auto">
          <a:xfrm flipH="1">
            <a:off x="16200000" y="5399862"/>
            <a:ext cx="0" cy="875520"/>
          </a:xfrm>
          <a:prstGeom prst="line">
            <a:avLst/>
          </a:prstGeom>
          <a:noFill/>
          <a:ln w="19050">
            <a:solidFill>
              <a:schemeClr val="tx1"/>
            </a:solidFill>
            <a:prstDash val="sysDot"/>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1152144" fontAlgn="auto">
              <a:spcBef>
                <a:spcPts val="0"/>
              </a:spcBef>
              <a:spcAft>
                <a:spcPts val="0"/>
              </a:spcAft>
              <a:defRPr/>
            </a:pPr>
            <a:endParaRPr lang="zh-CN" altLang="en-US" sz="2016" kern="0" dirty="0">
              <a:solidFill>
                <a:sysClr val="windowText" lastClr="000000"/>
              </a:solidFill>
            </a:endParaRPr>
          </a:p>
        </p:txBody>
      </p:sp>
      <p:sp>
        <p:nvSpPr>
          <p:cNvPr id="20" name="圓角矩形 11">
            <a:extLst>
              <a:ext uri="{FF2B5EF4-FFF2-40B4-BE49-F238E27FC236}">
                <a16:creationId xmlns:a16="http://schemas.microsoft.com/office/drawing/2014/main" id="{F9070364-364F-E982-B2B5-911626551AF2}"/>
              </a:ext>
            </a:extLst>
          </p:cNvPr>
          <p:cNvSpPr/>
          <p:nvPr/>
        </p:nvSpPr>
        <p:spPr>
          <a:xfrm>
            <a:off x="13788000" y="4176000"/>
            <a:ext cx="2808000" cy="1368000"/>
          </a:xfrm>
          <a:prstGeom prst="roundRect">
            <a:avLst/>
          </a:prstGeom>
          <a:solidFill>
            <a:srgbClr val="DB6670"/>
          </a:solidFill>
          <a:ln w="28575">
            <a:noFill/>
          </a:ln>
          <a:effectLst>
            <a:outerShdw blurRad="50800" dist="50800" dir="5400000" sx="96000" sy="96000" algn="ctr" rotWithShape="0">
              <a:srgbClr val="000000">
                <a:alpha val="43137"/>
              </a:srgb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sz="3200" b="1" dirty="0">
                <a:solidFill>
                  <a:schemeClr val="bg1"/>
                </a:solidFill>
                <a:ea typeface="微軟正黑體" panose="020B0604030504040204" pitchFamily="34" charset="-120"/>
              </a:rPr>
              <a:t>發票驗證過帳</a:t>
            </a:r>
          </a:p>
        </p:txBody>
      </p:sp>
      <p:sp>
        <p:nvSpPr>
          <p:cNvPr id="21" name="圓角矩形 11">
            <a:extLst>
              <a:ext uri="{FF2B5EF4-FFF2-40B4-BE49-F238E27FC236}">
                <a16:creationId xmlns:a16="http://schemas.microsoft.com/office/drawing/2014/main" id="{DB9509AF-75DC-C73E-0AAC-319571B7590F}"/>
              </a:ext>
            </a:extLst>
          </p:cNvPr>
          <p:cNvSpPr/>
          <p:nvPr/>
        </p:nvSpPr>
        <p:spPr>
          <a:xfrm>
            <a:off x="5796000" y="4176000"/>
            <a:ext cx="2808000" cy="1368000"/>
          </a:xfrm>
          <a:prstGeom prst="roundRect">
            <a:avLst/>
          </a:prstGeom>
          <a:solidFill>
            <a:srgbClr val="B8B8B8"/>
          </a:solidFill>
          <a:ln w="28575">
            <a:noFill/>
          </a:ln>
          <a:effectLst>
            <a:outerShdw blurRad="50800" dist="50800" dir="5400000" sx="96000" sy="96000" algn="ctr" rotWithShape="0">
              <a:srgbClr val="000000">
                <a:alpha val="43137"/>
              </a:srgb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sz="3200" b="1" dirty="0">
                <a:solidFill>
                  <a:schemeClr val="bg1"/>
                </a:solidFill>
                <a:ea typeface="微軟正黑體" panose="020B0604030504040204" pitchFamily="34" charset="-120"/>
              </a:rPr>
              <a:t>收貨</a:t>
            </a:r>
          </a:p>
        </p:txBody>
      </p:sp>
      <p:sp>
        <p:nvSpPr>
          <p:cNvPr id="22" name="橢圓 21">
            <a:extLst>
              <a:ext uri="{FF2B5EF4-FFF2-40B4-BE49-F238E27FC236}">
                <a16:creationId xmlns:a16="http://schemas.microsoft.com/office/drawing/2014/main" id="{9D79AA2F-BBB0-13F1-CAEE-C2745600CAEF}"/>
              </a:ext>
            </a:extLst>
          </p:cNvPr>
          <p:cNvSpPr>
            <a:spLocks noChangeAspect="1"/>
          </p:cNvSpPr>
          <p:nvPr/>
        </p:nvSpPr>
        <p:spPr>
          <a:xfrm>
            <a:off x="1584000" y="3960000"/>
            <a:ext cx="540000" cy="538339"/>
          </a:xfrm>
          <a:prstGeom prst="ellipse">
            <a:avLst/>
          </a:prstGeom>
          <a:solidFill>
            <a:schemeClr val="bg1"/>
          </a:solidFill>
          <a:ln w="19050">
            <a:solidFill>
              <a:srgbClr val="97662B"/>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r>
              <a:rPr lang="en-US" altLang="zh-TW" sz="2800" b="1" dirty="0">
                <a:solidFill>
                  <a:srgbClr val="97662B"/>
                </a:solidFill>
                <a:latin typeface="Arial" panose="020B0604020202020204" pitchFamily="34" charset="0"/>
                <a:ea typeface="微軟正黑體" panose="020B0604030504040204" pitchFamily="34" charset="-120"/>
              </a:rPr>
              <a:t>1</a:t>
            </a:r>
            <a:endParaRPr lang="zh-TW" altLang="en-US" sz="2800" b="1" dirty="0">
              <a:solidFill>
                <a:srgbClr val="97662B"/>
              </a:solidFill>
              <a:latin typeface="Arial" panose="020B0604020202020204" pitchFamily="34" charset="0"/>
              <a:ea typeface="微軟正黑體" panose="020B0604030504040204" pitchFamily="34" charset="-120"/>
            </a:endParaRPr>
          </a:p>
        </p:txBody>
      </p:sp>
      <p:sp>
        <p:nvSpPr>
          <p:cNvPr id="23" name="橢圓 22">
            <a:extLst>
              <a:ext uri="{FF2B5EF4-FFF2-40B4-BE49-F238E27FC236}">
                <a16:creationId xmlns:a16="http://schemas.microsoft.com/office/drawing/2014/main" id="{2940B947-2987-7491-057E-6F24D95A85ED}"/>
              </a:ext>
            </a:extLst>
          </p:cNvPr>
          <p:cNvSpPr>
            <a:spLocks noChangeAspect="1"/>
          </p:cNvSpPr>
          <p:nvPr/>
        </p:nvSpPr>
        <p:spPr>
          <a:xfrm>
            <a:off x="5580763" y="3960000"/>
            <a:ext cx="540000" cy="538339"/>
          </a:xfrm>
          <a:prstGeom prst="ellipse">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r>
              <a:rPr lang="en-US" altLang="zh-TW" sz="2800" b="1" dirty="0">
                <a:solidFill>
                  <a:schemeClr val="tx1">
                    <a:lumMod val="75000"/>
                    <a:lumOff val="25000"/>
                  </a:schemeClr>
                </a:solidFill>
                <a:latin typeface="Arial" panose="020B0604020202020204" pitchFamily="34" charset="0"/>
                <a:ea typeface="微軟正黑體" panose="020B0604030504040204" pitchFamily="34" charset="-120"/>
              </a:rPr>
              <a:t>2</a:t>
            </a:r>
            <a:endParaRPr lang="zh-TW" altLang="en-US" sz="2800" b="1" dirty="0">
              <a:solidFill>
                <a:schemeClr val="tx1">
                  <a:lumMod val="75000"/>
                  <a:lumOff val="25000"/>
                </a:schemeClr>
              </a:solidFill>
              <a:latin typeface="Arial" panose="020B0604020202020204" pitchFamily="34" charset="0"/>
              <a:ea typeface="微軟正黑體" panose="020B0604030504040204" pitchFamily="34" charset="-120"/>
            </a:endParaRPr>
          </a:p>
        </p:txBody>
      </p:sp>
      <p:sp>
        <p:nvSpPr>
          <p:cNvPr id="24" name="橢圓 23">
            <a:extLst>
              <a:ext uri="{FF2B5EF4-FFF2-40B4-BE49-F238E27FC236}">
                <a16:creationId xmlns:a16="http://schemas.microsoft.com/office/drawing/2014/main" id="{E37B3F30-1099-FA36-90E0-C9898CBE861F}"/>
              </a:ext>
            </a:extLst>
          </p:cNvPr>
          <p:cNvSpPr>
            <a:spLocks noChangeAspect="1"/>
          </p:cNvSpPr>
          <p:nvPr/>
        </p:nvSpPr>
        <p:spPr>
          <a:xfrm>
            <a:off x="9576000" y="3960000"/>
            <a:ext cx="540000" cy="538339"/>
          </a:xfrm>
          <a:prstGeom prst="ellipse">
            <a:avLst/>
          </a:prstGeom>
          <a:solidFill>
            <a:schemeClr val="bg1"/>
          </a:solidFill>
          <a:ln w="19050">
            <a:solidFill>
              <a:srgbClr val="97662B"/>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r>
              <a:rPr lang="en-US" altLang="zh-TW" sz="2800" b="1" dirty="0">
                <a:solidFill>
                  <a:srgbClr val="97662B"/>
                </a:solidFill>
                <a:latin typeface="Arial" panose="020B0604020202020204" pitchFamily="34" charset="0"/>
                <a:ea typeface="微軟正黑體" panose="020B0604030504040204" pitchFamily="34" charset="-120"/>
              </a:rPr>
              <a:t>3</a:t>
            </a:r>
            <a:endParaRPr lang="zh-TW" altLang="en-US" sz="2800" b="1" dirty="0">
              <a:solidFill>
                <a:srgbClr val="97662B"/>
              </a:solidFill>
              <a:latin typeface="Arial" panose="020B0604020202020204" pitchFamily="34" charset="0"/>
              <a:ea typeface="微軟正黑體" panose="020B0604030504040204" pitchFamily="34" charset="-120"/>
            </a:endParaRPr>
          </a:p>
        </p:txBody>
      </p:sp>
      <p:sp>
        <p:nvSpPr>
          <p:cNvPr id="25" name="橢圓 24">
            <a:extLst>
              <a:ext uri="{FF2B5EF4-FFF2-40B4-BE49-F238E27FC236}">
                <a16:creationId xmlns:a16="http://schemas.microsoft.com/office/drawing/2014/main" id="{6C3DD313-F82D-C621-5053-377DA861C44F}"/>
              </a:ext>
            </a:extLst>
          </p:cNvPr>
          <p:cNvSpPr>
            <a:spLocks noChangeAspect="1"/>
          </p:cNvSpPr>
          <p:nvPr/>
        </p:nvSpPr>
        <p:spPr>
          <a:xfrm>
            <a:off x="13572000" y="3960000"/>
            <a:ext cx="540000" cy="538339"/>
          </a:xfrm>
          <a:prstGeom prst="ellipse">
            <a:avLst/>
          </a:prstGeom>
          <a:solidFill>
            <a:schemeClr val="bg1"/>
          </a:solidFill>
          <a:ln w="19050">
            <a:solidFill>
              <a:srgbClr val="C30010"/>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r>
              <a:rPr lang="en-US" altLang="zh-TW" sz="2800" b="1" dirty="0">
                <a:solidFill>
                  <a:srgbClr val="C30010"/>
                </a:solidFill>
                <a:latin typeface="Arial" panose="020B0604020202020204" pitchFamily="34" charset="0"/>
                <a:ea typeface="微軟正黑體" panose="020B0604030504040204" pitchFamily="34" charset="-120"/>
              </a:rPr>
              <a:t>4</a:t>
            </a:r>
            <a:endParaRPr lang="zh-TW" altLang="en-US" sz="2800" b="1" dirty="0">
              <a:solidFill>
                <a:srgbClr val="C30010"/>
              </a:solidFill>
              <a:latin typeface="Arial" panose="020B0604020202020204" pitchFamily="34" charset="0"/>
              <a:ea typeface="微軟正黑體" panose="020B0604030504040204" pitchFamily="34" charset="-120"/>
            </a:endParaRPr>
          </a:p>
        </p:txBody>
      </p:sp>
    </p:spTree>
    <p:extLst>
      <p:ext uri="{BB962C8B-B14F-4D97-AF65-F5344CB8AC3E}">
        <p14:creationId xmlns:p14="http://schemas.microsoft.com/office/powerpoint/2010/main" val="4056710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4987A-FAE6-B366-96D8-A176035B6C4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6428E0A-524C-D356-D18D-E2C63E9F1362}"/>
              </a:ext>
            </a:extLst>
          </p:cNvPr>
          <p:cNvSpPr>
            <a:spLocks noGrp="1"/>
          </p:cNvSpPr>
          <p:nvPr>
            <p:ph type="title"/>
          </p:nvPr>
        </p:nvSpPr>
        <p:spPr/>
        <p:txBody>
          <a:bodyPr>
            <a:normAutofit/>
          </a:bodyPr>
          <a:lstStyle/>
          <a:p>
            <a:r>
              <a:rPr lang="zh-TW" altLang="en-US" spc="-1" dirty="0">
                <a:solidFill>
                  <a:schemeClr val="dk1"/>
                </a:solidFill>
                <a:latin typeface="微軟正黑體" panose="020B0604030504040204" pitchFamily="34" charset="-120"/>
                <a:ea typeface="微軟正黑體" panose="020B0604030504040204" pitchFamily="34" charset="-120"/>
              </a:rPr>
              <a:t>發票驗證 </a:t>
            </a:r>
            <a:r>
              <a:rPr lang="en-US" altLang="zh-TW" spc="-1" dirty="0">
                <a:solidFill>
                  <a:schemeClr val="dk1"/>
                </a:solidFill>
                <a:latin typeface="微軟正黑體" panose="020B0604030504040204" pitchFamily="34" charset="-120"/>
                <a:ea typeface="微軟正黑體" panose="020B0604030504040204" pitchFamily="34" charset="-120"/>
              </a:rPr>
              <a:t>- </a:t>
            </a:r>
            <a:r>
              <a:rPr lang="zh-TW" altLang="en-US" spc="-1" dirty="0">
                <a:solidFill>
                  <a:schemeClr val="dk1"/>
                </a:solidFill>
                <a:latin typeface="微軟正黑體" panose="020B0604030504040204" pitchFamily="34" charset="-120"/>
                <a:ea typeface="微軟正黑體" panose="020B0604030504040204" pitchFamily="34" charset="-120"/>
              </a:rPr>
              <a:t>交易類型</a:t>
            </a:r>
            <a:endParaRPr lang="zh-TW" altLang="en-US" dirty="0"/>
          </a:p>
        </p:txBody>
      </p:sp>
      <p:sp>
        <p:nvSpPr>
          <p:cNvPr id="3" name="副標題 2">
            <a:extLst>
              <a:ext uri="{FF2B5EF4-FFF2-40B4-BE49-F238E27FC236}">
                <a16:creationId xmlns:a16="http://schemas.microsoft.com/office/drawing/2014/main" id="{E30643B6-52A5-B05B-D74C-F8FDC759A78B}"/>
              </a:ext>
            </a:extLst>
          </p:cNvPr>
          <p:cNvSpPr>
            <a:spLocks noGrp="1"/>
          </p:cNvSpPr>
          <p:nvPr>
            <p:ph type="subTitle" idx="1"/>
          </p:nvPr>
        </p:nvSpPr>
        <p:spPr>
          <a:xfrm>
            <a:off x="664368" y="1674730"/>
            <a:ext cx="16959264" cy="4913960"/>
          </a:xfrm>
        </p:spPr>
        <p:txBody>
          <a:bodyPr/>
          <a:lstStyle/>
          <a:p>
            <a:pPr marL="540000" lvl="0" indent="-540000" defTabSz="914400">
              <a:lnSpc>
                <a:spcPct val="100000"/>
              </a:lnSpc>
              <a:spcBef>
                <a:spcPts val="600"/>
              </a:spcBef>
              <a:spcAft>
                <a:spcPts val="600"/>
              </a:spcAft>
              <a:buClr>
                <a:schemeClr val="dk1"/>
              </a:buClr>
              <a:buSzPct val="100000"/>
              <a:buFont typeface="+mj-lt"/>
              <a:buAutoNum type="arabicParenR"/>
              <a:defRPr/>
            </a:pPr>
            <a:r>
              <a:rPr lang="zh-TW" altLang="en-US" sz="3600" spc="-1" dirty="0">
                <a:solidFill>
                  <a:schemeClr val="dk1"/>
                </a:solidFill>
                <a:latin typeface="Arial" panose="020B0604020202020204" pitchFamily="34" charset="0"/>
                <a:ea typeface="微軟正黑體" panose="020B0604030504040204" pitchFamily="34" charset="-120"/>
                <a:cs typeface="Arial"/>
                <a:sym typeface="Arial"/>
              </a:rPr>
              <a:t>發票 </a:t>
            </a:r>
            <a:r>
              <a:rPr lang="en-US" altLang="zh-TW" sz="3600" spc="-1" dirty="0">
                <a:solidFill>
                  <a:schemeClr val="dk1"/>
                </a:solidFill>
                <a:latin typeface="Arial" panose="020B0604020202020204" pitchFamily="34" charset="0"/>
                <a:ea typeface="微軟正黑體" panose="020B0604030504040204" pitchFamily="34" charset="-120"/>
                <a:cs typeface="Arial"/>
                <a:sym typeface="Arial"/>
              </a:rPr>
              <a:t>(Invoice)</a:t>
            </a:r>
          </a:p>
          <a:p>
            <a:pPr marL="540000" lvl="0" indent="-540000" defTabSz="914400">
              <a:lnSpc>
                <a:spcPct val="100000"/>
              </a:lnSpc>
              <a:spcBef>
                <a:spcPts val="600"/>
              </a:spcBef>
              <a:spcAft>
                <a:spcPts val="600"/>
              </a:spcAft>
              <a:buClr>
                <a:schemeClr val="dk1"/>
              </a:buClr>
              <a:buSzPct val="100000"/>
              <a:buFont typeface="+mj-lt"/>
              <a:buAutoNum type="arabicParenR"/>
              <a:defRPr/>
            </a:pPr>
            <a:r>
              <a:rPr lang="zh-TW" altLang="en-US" sz="3600" spc="-1" dirty="0">
                <a:solidFill>
                  <a:schemeClr val="dk1"/>
                </a:solidFill>
                <a:latin typeface="Arial" panose="020B0604020202020204" pitchFamily="34" charset="0"/>
                <a:ea typeface="微軟正黑體" panose="020B0604030504040204" pitchFamily="34" charset="-120"/>
                <a:cs typeface="Arial"/>
                <a:sym typeface="Arial"/>
              </a:rPr>
              <a:t>貸項通知單 </a:t>
            </a:r>
            <a:r>
              <a:rPr lang="en-US" altLang="zh-TW" sz="3600" spc="-1" dirty="0">
                <a:solidFill>
                  <a:schemeClr val="dk1"/>
                </a:solidFill>
                <a:latin typeface="Arial" panose="020B0604020202020204" pitchFamily="34" charset="0"/>
                <a:ea typeface="微軟正黑體" panose="020B0604030504040204" pitchFamily="34" charset="-120"/>
                <a:cs typeface="Arial"/>
                <a:sym typeface="Arial"/>
              </a:rPr>
              <a:t>(Credit memo)</a:t>
            </a:r>
          </a:p>
          <a:p>
            <a:pPr marL="540000" lvl="1" indent="0" defTabSz="914400">
              <a:lnSpc>
                <a:spcPct val="100000"/>
              </a:lnSpc>
              <a:spcBef>
                <a:spcPts val="600"/>
              </a:spcBef>
              <a:spcAft>
                <a:spcPts val="600"/>
              </a:spcAft>
              <a:buSzPct val="100000"/>
              <a:defRPr/>
            </a:pPr>
            <a:r>
              <a:rPr lang="zh-TW" altLang="en-US" sz="3200" spc="-1" dirty="0">
                <a:solidFill>
                  <a:schemeClr val="dk1"/>
                </a:solidFill>
                <a:latin typeface="Arial" panose="020B0604020202020204" pitchFamily="34" charset="0"/>
                <a:ea typeface="微軟正黑體" panose="020B0604030504040204" pitchFamily="34" charset="-120"/>
                <a:cs typeface="Arial"/>
                <a:sym typeface="Arial"/>
              </a:rPr>
              <a:t>→ 以上</a:t>
            </a:r>
            <a:r>
              <a:rPr lang="en-US" altLang="zh-TW" sz="3200" spc="-1" dirty="0">
                <a:solidFill>
                  <a:schemeClr val="dk1"/>
                </a:solidFill>
                <a:latin typeface="Arial" panose="020B0604020202020204" pitchFamily="34" charset="0"/>
                <a:ea typeface="微軟正黑體" panose="020B0604030504040204" pitchFamily="34" charset="-120"/>
                <a:cs typeface="Arial"/>
                <a:sym typeface="Arial"/>
              </a:rPr>
              <a:t>2</a:t>
            </a:r>
            <a:r>
              <a:rPr lang="zh-TW" altLang="en-US" sz="3200" spc="-1" dirty="0">
                <a:solidFill>
                  <a:schemeClr val="dk1"/>
                </a:solidFill>
                <a:latin typeface="Arial" panose="020B0604020202020204" pitchFamily="34" charset="0"/>
                <a:ea typeface="微軟正黑體" panose="020B0604030504040204" pitchFamily="34" charset="-120"/>
                <a:cs typeface="Arial"/>
                <a:sym typeface="Arial"/>
              </a:rPr>
              <a:t>種交易類型與數量</a:t>
            </a:r>
            <a:r>
              <a:rPr lang="zh-TW" altLang="en-US" sz="3200" b="1" u="sng" spc="-1" dirty="0">
                <a:solidFill>
                  <a:srgbClr val="C40A1A"/>
                </a:solidFill>
                <a:latin typeface="Arial" panose="020B0604020202020204" pitchFamily="34" charset="0"/>
                <a:ea typeface="微軟正黑體" panose="020B0604030504040204" pitchFamily="34" charset="-120"/>
                <a:cs typeface="Arial"/>
                <a:sym typeface="Arial"/>
              </a:rPr>
              <a:t>有關</a:t>
            </a:r>
          </a:p>
          <a:p>
            <a:pPr marL="540000" lvl="0" indent="-540000" defTabSz="914400">
              <a:lnSpc>
                <a:spcPct val="100000"/>
              </a:lnSpc>
              <a:spcBef>
                <a:spcPts val="600"/>
              </a:spcBef>
              <a:spcAft>
                <a:spcPts val="600"/>
              </a:spcAft>
              <a:buClr>
                <a:schemeClr val="dk1"/>
              </a:buClr>
              <a:buSzPct val="100000"/>
              <a:buFont typeface="+mj-lt"/>
              <a:buAutoNum type="arabicParenR"/>
              <a:defRPr/>
            </a:pPr>
            <a:endParaRPr lang="en-US" altLang="zh-TW" sz="2800" spc="-1" dirty="0">
              <a:solidFill>
                <a:schemeClr val="dk1"/>
              </a:solidFill>
              <a:latin typeface="Arial" panose="020B0604020202020204" pitchFamily="34" charset="0"/>
              <a:ea typeface="微軟正黑體" panose="020B0604030504040204" pitchFamily="34" charset="-120"/>
              <a:cs typeface="Arial"/>
              <a:sym typeface="Arial"/>
            </a:endParaRPr>
          </a:p>
          <a:p>
            <a:pPr marL="540000" lvl="0" indent="-540000" defTabSz="914400">
              <a:lnSpc>
                <a:spcPct val="100000"/>
              </a:lnSpc>
              <a:spcBef>
                <a:spcPts val="600"/>
              </a:spcBef>
              <a:spcAft>
                <a:spcPts val="600"/>
              </a:spcAft>
              <a:buClr>
                <a:schemeClr val="dk1"/>
              </a:buClr>
              <a:buSzPct val="100000"/>
              <a:buFont typeface="+mj-lt"/>
              <a:buAutoNum type="arabicParenR"/>
              <a:defRPr/>
            </a:pPr>
            <a:r>
              <a:rPr lang="zh-TW" altLang="en-US" sz="3600" spc="-1" dirty="0">
                <a:solidFill>
                  <a:schemeClr val="dk1"/>
                </a:solidFill>
                <a:latin typeface="Arial" panose="020B0604020202020204" pitchFamily="34" charset="0"/>
                <a:ea typeface="微軟正黑體" panose="020B0604030504040204" pitchFamily="34" charset="-120"/>
                <a:cs typeface="Arial"/>
                <a:sym typeface="Arial"/>
              </a:rPr>
              <a:t>後續借項 </a:t>
            </a:r>
            <a:r>
              <a:rPr lang="en-US" altLang="zh-TW" sz="3600" spc="-1" dirty="0">
                <a:solidFill>
                  <a:schemeClr val="dk1"/>
                </a:solidFill>
                <a:latin typeface="Arial" panose="020B0604020202020204" pitchFamily="34" charset="0"/>
                <a:ea typeface="微軟正黑體" panose="020B0604030504040204" pitchFamily="34" charset="-120"/>
                <a:cs typeface="Arial"/>
                <a:sym typeface="Arial"/>
              </a:rPr>
              <a:t>(Subsequent debit)</a:t>
            </a:r>
          </a:p>
          <a:p>
            <a:pPr marL="540000" lvl="0" indent="-540000" defTabSz="914400">
              <a:lnSpc>
                <a:spcPct val="100000"/>
              </a:lnSpc>
              <a:spcBef>
                <a:spcPts val="600"/>
              </a:spcBef>
              <a:spcAft>
                <a:spcPts val="600"/>
              </a:spcAft>
              <a:buClr>
                <a:schemeClr val="dk1"/>
              </a:buClr>
              <a:buSzPct val="100000"/>
              <a:buFont typeface="+mj-lt"/>
              <a:buAutoNum type="arabicParenR"/>
              <a:defRPr/>
            </a:pPr>
            <a:r>
              <a:rPr lang="zh-TW" altLang="en-US" sz="3600" spc="-1" dirty="0">
                <a:solidFill>
                  <a:schemeClr val="dk1"/>
                </a:solidFill>
                <a:latin typeface="Arial" panose="020B0604020202020204" pitchFamily="34" charset="0"/>
                <a:ea typeface="微軟正黑體" panose="020B0604030504040204" pitchFamily="34" charset="-120"/>
                <a:cs typeface="Arial"/>
                <a:sym typeface="Arial"/>
              </a:rPr>
              <a:t>後續貸項 </a:t>
            </a:r>
            <a:r>
              <a:rPr lang="en-US" altLang="zh-TW" sz="3600" spc="-1" dirty="0">
                <a:solidFill>
                  <a:schemeClr val="dk1"/>
                </a:solidFill>
                <a:latin typeface="Arial" panose="020B0604020202020204" pitchFamily="34" charset="0"/>
                <a:ea typeface="微軟正黑體" panose="020B0604030504040204" pitchFamily="34" charset="-120"/>
                <a:cs typeface="Arial"/>
                <a:sym typeface="Arial"/>
              </a:rPr>
              <a:t>(Subsequent credit)</a:t>
            </a:r>
          </a:p>
          <a:p>
            <a:pPr marL="540000" lvl="1" indent="0" defTabSz="914400">
              <a:lnSpc>
                <a:spcPct val="100000"/>
              </a:lnSpc>
              <a:spcBef>
                <a:spcPts val="600"/>
              </a:spcBef>
              <a:spcAft>
                <a:spcPts val="600"/>
              </a:spcAft>
              <a:buSzPct val="100000"/>
              <a:defRPr/>
            </a:pPr>
            <a:r>
              <a:rPr lang="en-US" altLang="zh-TW" sz="3200" spc="-1" dirty="0">
                <a:solidFill>
                  <a:schemeClr val="dk1"/>
                </a:solidFill>
                <a:latin typeface="Arial" panose="020B0604020202020204" pitchFamily="34" charset="0"/>
                <a:ea typeface="微軟正黑體" panose="020B0604030504040204" pitchFamily="34" charset="-120"/>
                <a:cs typeface="Arial"/>
                <a:sym typeface="Arial"/>
              </a:rPr>
              <a:t>→</a:t>
            </a:r>
            <a:r>
              <a:rPr lang="zh-TW" altLang="en-US" sz="3200" spc="-1" dirty="0">
                <a:solidFill>
                  <a:schemeClr val="dk1"/>
                </a:solidFill>
                <a:latin typeface="Arial" panose="020B0604020202020204" pitchFamily="34" charset="0"/>
                <a:ea typeface="微軟正黑體" panose="020B0604030504040204" pitchFamily="34" charset="-120"/>
                <a:cs typeface="Arial"/>
                <a:sym typeface="Arial"/>
              </a:rPr>
              <a:t>以上</a:t>
            </a:r>
            <a:r>
              <a:rPr lang="en-US" altLang="zh-TW" sz="3200" spc="-1" dirty="0">
                <a:solidFill>
                  <a:schemeClr val="dk1"/>
                </a:solidFill>
                <a:latin typeface="Arial" panose="020B0604020202020204" pitchFamily="34" charset="0"/>
                <a:ea typeface="微軟正黑體" panose="020B0604030504040204" pitchFamily="34" charset="-120"/>
                <a:cs typeface="Arial"/>
                <a:sym typeface="Arial"/>
              </a:rPr>
              <a:t>2</a:t>
            </a:r>
            <a:r>
              <a:rPr lang="zh-TW" altLang="en-US" sz="3200" spc="-1" dirty="0">
                <a:solidFill>
                  <a:schemeClr val="dk1"/>
                </a:solidFill>
                <a:latin typeface="Arial" panose="020B0604020202020204" pitchFamily="34" charset="0"/>
                <a:ea typeface="微軟正黑體" panose="020B0604030504040204" pitchFamily="34" charset="-120"/>
                <a:cs typeface="Arial"/>
                <a:sym typeface="Arial"/>
              </a:rPr>
              <a:t>種交易類型與數量</a:t>
            </a:r>
            <a:r>
              <a:rPr lang="zh-TW" altLang="en-US" sz="3200" b="1" u="sng" spc="-1" dirty="0">
                <a:solidFill>
                  <a:srgbClr val="C40A1A"/>
                </a:solidFill>
                <a:latin typeface="Arial" panose="020B0604020202020204" pitchFamily="34" charset="0"/>
                <a:ea typeface="微軟正黑體" panose="020B0604030504040204" pitchFamily="34" charset="-120"/>
                <a:cs typeface="Arial"/>
                <a:sym typeface="Arial"/>
              </a:rPr>
              <a:t>無關</a:t>
            </a:r>
            <a:endParaRPr lang="en-US" altLang="zh-TW" sz="3200" spc="-1" dirty="0">
              <a:solidFill>
                <a:schemeClr val="dk1"/>
              </a:solidFill>
              <a:latin typeface="Arial" panose="020B0604020202020204" pitchFamily="34" charset="0"/>
              <a:ea typeface="微軟正黑體" panose="020B0604030504040204" pitchFamily="34" charset="-120"/>
              <a:cs typeface="Arial"/>
              <a:sym typeface="Arial"/>
            </a:endParaRPr>
          </a:p>
          <a:p>
            <a:pPr marL="540000" lvl="0" indent="-540000" defTabSz="914400">
              <a:lnSpc>
                <a:spcPct val="100000"/>
              </a:lnSpc>
              <a:spcBef>
                <a:spcPts val="600"/>
              </a:spcBef>
              <a:spcAft>
                <a:spcPts val="600"/>
              </a:spcAft>
              <a:buClr>
                <a:schemeClr val="dk1"/>
              </a:buClr>
              <a:buSzPct val="100000"/>
              <a:buFont typeface="+mj-lt"/>
              <a:buAutoNum type="arabicParenR"/>
              <a:defRPr/>
            </a:pPr>
            <a:endParaRPr lang="en-US" altLang="zh-TW" sz="3200" spc="-1" dirty="0">
              <a:solidFill>
                <a:schemeClr val="dk1"/>
              </a:solidFill>
              <a:latin typeface="Arial" panose="020B0604020202020204" pitchFamily="34" charset="0"/>
              <a:ea typeface="微軟正黑體" panose="020B0604030504040204" pitchFamily="34" charset="-120"/>
              <a:cs typeface="Arial"/>
              <a:sym typeface="Arial"/>
            </a:endParaRPr>
          </a:p>
        </p:txBody>
      </p:sp>
      <p:pic>
        <p:nvPicPr>
          <p:cNvPr id="8" name="圖片 7">
            <a:extLst>
              <a:ext uri="{FF2B5EF4-FFF2-40B4-BE49-F238E27FC236}">
                <a16:creationId xmlns:a16="http://schemas.microsoft.com/office/drawing/2014/main" id="{2F9882E1-8719-5367-051C-AFDC9BD61609}"/>
              </a:ext>
            </a:extLst>
          </p:cNvPr>
          <p:cNvPicPr>
            <a:picLocks noChangeAspect="1"/>
          </p:cNvPicPr>
          <p:nvPr/>
        </p:nvPicPr>
        <p:blipFill>
          <a:blip r:embed="rId2"/>
          <a:stretch>
            <a:fillRect/>
          </a:stretch>
        </p:blipFill>
        <p:spPr>
          <a:xfrm>
            <a:off x="8804584" y="1879212"/>
            <a:ext cx="8032980" cy="4401939"/>
          </a:xfrm>
          <a:prstGeom prst="rect">
            <a:avLst/>
          </a:prstGeom>
          <a:effectLst>
            <a:outerShdw blurRad="50800" dist="38100" dir="2700000" algn="tl" rotWithShape="0">
              <a:prstClr val="black">
                <a:alpha val="40000"/>
              </a:prstClr>
            </a:outerShdw>
          </a:effectLst>
        </p:spPr>
      </p:pic>
      <p:sp>
        <p:nvSpPr>
          <p:cNvPr id="9" name="矩形: 圓角 8">
            <a:extLst>
              <a:ext uri="{FF2B5EF4-FFF2-40B4-BE49-F238E27FC236}">
                <a16:creationId xmlns:a16="http://schemas.microsoft.com/office/drawing/2014/main" id="{B7A1F889-A3C5-6376-964C-CE3830E06746}"/>
              </a:ext>
            </a:extLst>
          </p:cNvPr>
          <p:cNvSpPr/>
          <p:nvPr/>
        </p:nvSpPr>
        <p:spPr>
          <a:xfrm>
            <a:off x="10692761" y="3221223"/>
            <a:ext cx="3575690" cy="1705814"/>
          </a:xfrm>
          <a:prstGeom prst="roundRect">
            <a:avLst>
              <a:gd name="adj" fmla="val 5483"/>
            </a:avLst>
          </a:prstGeom>
          <a:noFill/>
          <a:ln w="38100">
            <a:solidFill>
              <a:srgbClr val="C40A1A"/>
            </a:solid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5" name="表格 4">
            <a:extLst>
              <a:ext uri="{FF2B5EF4-FFF2-40B4-BE49-F238E27FC236}">
                <a16:creationId xmlns:a16="http://schemas.microsoft.com/office/drawing/2014/main" id="{EEB654F8-CD18-56F3-F28F-C5C43E887060}"/>
              </a:ext>
            </a:extLst>
          </p:cNvPr>
          <p:cNvGraphicFramePr>
            <a:graphicFrameLocks noGrp="1"/>
          </p:cNvGraphicFramePr>
          <p:nvPr>
            <p:extLst>
              <p:ext uri="{D42A27DB-BD31-4B8C-83A1-F6EECF244321}">
                <p14:modId xmlns:p14="http://schemas.microsoft.com/office/powerpoint/2010/main" val="1604803753"/>
              </p:ext>
            </p:extLst>
          </p:nvPr>
        </p:nvGraphicFramePr>
        <p:xfrm>
          <a:off x="666000" y="6804000"/>
          <a:ext cx="16740507" cy="3059998"/>
        </p:xfrm>
        <a:graphic>
          <a:graphicData uri="http://schemas.openxmlformats.org/drawingml/2006/table">
            <a:tbl>
              <a:tblPr firstRow="1" firstCol="1" bandRow="1">
                <a:effectLst>
                  <a:outerShdw blurRad="50800" dist="38100" dir="2700000" algn="tl" rotWithShape="0">
                    <a:prstClr val="black">
                      <a:alpha val="40000"/>
                    </a:prstClr>
                  </a:outerShdw>
                </a:effectLst>
              </a:tblPr>
              <a:tblGrid>
                <a:gridCol w="1105850">
                  <a:extLst>
                    <a:ext uri="{9D8B030D-6E8A-4147-A177-3AD203B41FA5}">
                      <a16:colId xmlns:a16="http://schemas.microsoft.com/office/drawing/2014/main" val="1099021781"/>
                    </a:ext>
                  </a:extLst>
                </a:gridCol>
                <a:gridCol w="4998949">
                  <a:extLst>
                    <a:ext uri="{9D8B030D-6E8A-4147-A177-3AD203B41FA5}">
                      <a16:colId xmlns:a16="http://schemas.microsoft.com/office/drawing/2014/main" val="1515006735"/>
                    </a:ext>
                  </a:extLst>
                </a:gridCol>
                <a:gridCol w="1431384">
                  <a:extLst>
                    <a:ext uri="{9D8B030D-6E8A-4147-A177-3AD203B41FA5}">
                      <a16:colId xmlns:a16="http://schemas.microsoft.com/office/drawing/2014/main" val="3612588837"/>
                    </a:ext>
                  </a:extLst>
                </a:gridCol>
                <a:gridCol w="9204324">
                  <a:extLst>
                    <a:ext uri="{9D8B030D-6E8A-4147-A177-3AD203B41FA5}">
                      <a16:colId xmlns:a16="http://schemas.microsoft.com/office/drawing/2014/main" val="272870813"/>
                    </a:ext>
                  </a:extLst>
                </a:gridCol>
              </a:tblGrid>
              <a:tr h="954986">
                <a:tc>
                  <a:txBody>
                    <a:bodyPr/>
                    <a:lstStyle/>
                    <a:p>
                      <a:pPr marL="0" indent="0" algn="ctr">
                        <a:lnSpc>
                          <a:spcPct val="100000"/>
                        </a:lnSpc>
                        <a:buNone/>
                      </a:pPr>
                      <a:r>
                        <a:rPr lang="zh-TW" sz="2700" b="1" dirty="0">
                          <a:solidFill>
                            <a:srgbClr val="FFFFFF"/>
                          </a:solidFill>
                          <a:effectLst/>
                          <a:latin typeface="Arial" panose="020B0604020202020204" pitchFamily="34" charset="0"/>
                          <a:ea typeface="微軟正黑體" panose="020B0604030504040204" pitchFamily="34" charset="-120"/>
                        </a:rPr>
                        <a:t>交易類型</a:t>
                      </a:r>
                      <a:endParaRPr lang="zh-TW" sz="2700" dirty="0">
                        <a:effectLst/>
                        <a:latin typeface="Arial" panose="020B0604020202020204" pitchFamily="34" charset="0"/>
                        <a:ea typeface="微軟正黑體" panose="020B0604030504040204" pitchFamily="34" charset="-120"/>
                      </a:endParaRP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17171"/>
                    </a:solidFill>
                  </a:tcPr>
                </a:tc>
                <a:tc>
                  <a:txBody>
                    <a:bodyPr/>
                    <a:lstStyle/>
                    <a:p>
                      <a:pPr marL="0" indent="0" algn="ctr">
                        <a:lnSpc>
                          <a:spcPct val="100000"/>
                        </a:lnSpc>
                        <a:buNone/>
                      </a:pPr>
                      <a:r>
                        <a:rPr lang="zh-TW" sz="2700" b="1" dirty="0">
                          <a:solidFill>
                            <a:srgbClr val="FFFFFF"/>
                          </a:solidFill>
                          <a:effectLst/>
                          <a:latin typeface="Arial" panose="020B0604020202020204" pitchFamily="34" charset="0"/>
                          <a:ea typeface="微軟正黑體" panose="020B0604030504040204" pitchFamily="34" charset="-120"/>
                        </a:rPr>
                        <a:t>交易類型說明</a:t>
                      </a:r>
                      <a:endParaRPr lang="zh-TW" sz="2700" dirty="0">
                        <a:effectLst/>
                        <a:latin typeface="Arial" panose="020B0604020202020204" pitchFamily="34" charset="0"/>
                        <a:ea typeface="微軟正黑體" panose="020B0604030504040204" pitchFamily="34" charset="-120"/>
                      </a:endParaRP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17171"/>
                    </a:solidFill>
                  </a:tcPr>
                </a:tc>
                <a:tc>
                  <a:txBody>
                    <a:bodyPr/>
                    <a:lstStyle/>
                    <a:p>
                      <a:pPr marL="0" indent="0" algn="ctr">
                        <a:lnSpc>
                          <a:spcPct val="100000"/>
                        </a:lnSpc>
                        <a:buNone/>
                      </a:pPr>
                      <a:r>
                        <a:rPr lang="zh-TW" sz="2700" b="1" dirty="0">
                          <a:solidFill>
                            <a:srgbClr val="FFFFFF"/>
                          </a:solidFill>
                          <a:effectLst/>
                          <a:latin typeface="Arial" panose="020B0604020202020204" pitchFamily="34" charset="0"/>
                          <a:ea typeface="微軟正黑體" panose="020B0604030504040204" pitchFamily="34" charset="-120"/>
                        </a:rPr>
                        <a:t>與數量的關係</a:t>
                      </a:r>
                      <a:endParaRPr lang="zh-TW" sz="2700" dirty="0">
                        <a:effectLst/>
                        <a:latin typeface="Arial" panose="020B0604020202020204" pitchFamily="34" charset="0"/>
                        <a:ea typeface="微軟正黑體" panose="020B0604030504040204" pitchFamily="34" charset="-120"/>
                      </a:endParaRP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17171"/>
                    </a:solidFill>
                  </a:tcPr>
                </a:tc>
                <a:tc>
                  <a:txBody>
                    <a:bodyPr/>
                    <a:lstStyle/>
                    <a:p>
                      <a:pPr marL="0" indent="0" algn="ctr">
                        <a:lnSpc>
                          <a:spcPct val="100000"/>
                        </a:lnSpc>
                        <a:buNone/>
                      </a:pPr>
                      <a:r>
                        <a:rPr lang="zh-TW" sz="2700" b="1" dirty="0">
                          <a:solidFill>
                            <a:srgbClr val="FFFFFF"/>
                          </a:solidFill>
                          <a:effectLst/>
                          <a:latin typeface="Arial" panose="020B0604020202020204" pitchFamily="34" charset="0"/>
                          <a:ea typeface="微軟正黑體" panose="020B0604030504040204" pitchFamily="34" charset="-120"/>
                        </a:rPr>
                        <a:t>使用情境</a:t>
                      </a:r>
                      <a:r>
                        <a:rPr lang="zh-TW" altLang="en-US" sz="2700" b="1" dirty="0">
                          <a:solidFill>
                            <a:srgbClr val="FFFFFF"/>
                          </a:solidFill>
                          <a:effectLst/>
                          <a:latin typeface="Arial" panose="020B0604020202020204" pitchFamily="34" charset="0"/>
                          <a:ea typeface="微軟正黑體" panose="020B0604030504040204" pitchFamily="34" charset="-120"/>
                        </a:rPr>
                        <a:t>（舉例）</a:t>
                      </a:r>
                      <a:endParaRPr lang="zh-TW" sz="2700" dirty="0">
                        <a:effectLst/>
                        <a:latin typeface="Arial" panose="020B0604020202020204" pitchFamily="34" charset="0"/>
                        <a:ea typeface="微軟正黑體" panose="020B0604030504040204" pitchFamily="34" charset="-120"/>
                      </a:endParaRP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17171"/>
                    </a:solidFill>
                  </a:tcPr>
                </a:tc>
                <a:extLst>
                  <a:ext uri="{0D108BD9-81ED-4DB2-BD59-A6C34878D82A}">
                    <a16:rowId xmlns:a16="http://schemas.microsoft.com/office/drawing/2014/main" val="1208821583"/>
                  </a:ext>
                </a:extLst>
              </a:tr>
              <a:tr h="526253">
                <a:tc>
                  <a:txBody>
                    <a:bodyPr/>
                    <a:lstStyle/>
                    <a:p>
                      <a:pPr marL="0" indent="0" algn="ctr">
                        <a:lnSpc>
                          <a:spcPct val="100000"/>
                        </a:lnSpc>
                        <a:buNone/>
                      </a:pPr>
                      <a:r>
                        <a:rPr lang="en-US" sz="2700" b="1">
                          <a:solidFill>
                            <a:srgbClr val="000000"/>
                          </a:solidFill>
                          <a:effectLst/>
                          <a:latin typeface="Arial" panose="020B0604020202020204" pitchFamily="34" charset="0"/>
                          <a:ea typeface="微軟正黑體" panose="020B0604030504040204" pitchFamily="34" charset="-120"/>
                        </a:rPr>
                        <a:t>1</a:t>
                      </a:r>
                      <a:endParaRPr lang="zh-TW" sz="2700">
                        <a:effectLst/>
                        <a:latin typeface="Arial" panose="020B0604020202020204" pitchFamily="34" charset="0"/>
                        <a:ea typeface="微軟正黑體" panose="020B0604030504040204" pitchFamily="34" charset="-120"/>
                      </a:endParaRP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nSpc>
                          <a:spcPct val="100000"/>
                        </a:lnSpc>
                        <a:buNone/>
                      </a:pPr>
                      <a:r>
                        <a:rPr lang="zh-TW" sz="2700" b="1" dirty="0">
                          <a:solidFill>
                            <a:srgbClr val="000000"/>
                          </a:solidFill>
                          <a:effectLst/>
                          <a:latin typeface="Arial" panose="020B0604020202020204" pitchFamily="34" charset="0"/>
                          <a:ea typeface="微軟正黑體" panose="020B0604030504040204" pitchFamily="34" charset="-120"/>
                        </a:rPr>
                        <a:t>發票 </a:t>
                      </a:r>
                      <a:r>
                        <a:rPr lang="en-US" sz="2700" b="1" dirty="0">
                          <a:solidFill>
                            <a:srgbClr val="000000"/>
                          </a:solidFill>
                          <a:effectLst/>
                          <a:latin typeface="Arial" panose="020B0604020202020204" pitchFamily="34" charset="0"/>
                          <a:ea typeface="微軟正黑體" panose="020B0604030504040204" pitchFamily="34" charset="-120"/>
                        </a:rPr>
                        <a:t>(Invoice)</a:t>
                      </a:r>
                      <a:endParaRPr lang="zh-TW" sz="2700" dirty="0">
                        <a:effectLst/>
                        <a:latin typeface="Arial" panose="020B0604020202020204" pitchFamily="34" charset="0"/>
                        <a:ea typeface="微軟正黑體" panose="020B0604030504040204" pitchFamily="34" charset="-120"/>
                      </a:endParaRP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ctr">
                        <a:lnSpc>
                          <a:spcPct val="100000"/>
                        </a:lnSpc>
                        <a:buNone/>
                      </a:pPr>
                      <a:r>
                        <a:rPr lang="zh-TW" sz="2700" dirty="0">
                          <a:effectLst/>
                          <a:latin typeface="Arial" panose="020B0604020202020204" pitchFamily="34" charset="0"/>
                          <a:ea typeface="微軟正黑體" panose="020B0604030504040204" pitchFamily="34" charset="-120"/>
                        </a:rPr>
                        <a:t>有關</a:t>
                      </a: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a:lnSpc>
                          <a:spcPct val="100000"/>
                        </a:lnSpc>
                        <a:buNone/>
                      </a:pPr>
                      <a:r>
                        <a:rPr lang="zh-TW" sz="2700" dirty="0">
                          <a:effectLst/>
                          <a:latin typeface="Arial" panose="020B0604020202020204" pitchFamily="34" charset="0"/>
                          <a:ea typeface="微軟正黑體" panose="020B0604030504040204" pitchFamily="34" charset="-120"/>
                        </a:rPr>
                        <a:t>一般供應商付款的請款文件</a:t>
                      </a: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55535101"/>
                  </a:ext>
                </a:extLst>
              </a:tr>
              <a:tr h="526253">
                <a:tc>
                  <a:txBody>
                    <a:bodyPr/>
                    <a:lstStyle/>
                    <a:p>
                      <a:pPr marL="0" indent="0" algn="ctr">
                        <a:lnSpc>
                          <a:spcPct val="100000"/>
                        </a:lnSpc>
                        <a:buNone/>
                      </a:pPr>
                      <a:r>
                        <a:rPr lang="en-US" sz="2700" b="1">
                          <a:solidFill>
                            <a:srgbClr val="000000"/>
                          </a:solidFill>
                          <a:effectLst/>
                          <a:latin typeface="Arial" panose="020B0604020202020204" pitchFamily="34" charset="0"/>
                          <a:ea typeface="微軟正黑體" panose="020B0604030504040204" pitchFamily="34" charset="-120"/>
                        </a:rPr>
                        <a:t>2</a:t>
                      </a:r>
                      <a:endParaRPr lang="zh-TW" sz="2700">
                        <a:effectLst/>
                        <a:latin typeface="Arial" panose="020B0604020202020204" pitchFamily="34" charset="0"/>
                        <a:ea typeface="微軟正黑體" panose="020B0604030504040204" pitchFamily="34" charset="-120"/>
                      </a:endParaRP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nSpc>
                          <a:spcPct val="100000"/>
                        </a:lnSpc>
                        <a:buNone/>
                      </a:pPr>
                      <a:r>
                        <a:rPr lang="zh-TW" sz="2700" b="1" dirty="0">
                          <a:solidFill>
                            <a:srgbClr val="000000"/>
                          </a:solidFill>
                          <a:effectLst/>
                          <a:latin typeface="Arial" panose="020B0604020202020204" pitchFamily="34" charset="0"/>
                          <a:ea typeface="微軟正黑體" panose="020B0604030504040204" pitchFamily="34" charset="-120"/>
                        </a:rPr>
                        <a:t>貸項通知單 </a:t>
                      </a:r>
                      <a:r>
                        <a:rPr lang="en-US" sz="2700" b="1" dirty="0">
                          <a:solidFill>
                            <a:srgbClr val="000000"/>
                          </a:solidFill>
                          <a:effectLst/>
                          <a:latin typeface="Arial" panose="020B0604020202020204" pitchFamily="34" charset="0"/>
                          <a:ea typeface="微軟正黑體" panose="020B0604030504040204" pitchFamily="34" charset="-120"/>
                        </a:rPr>
                        <a:t>(Credit memo)</a:t>
                      </a:r>
                      <a:endParaRPr lang="zh-TW" sz="2700" dirty="0">
                        <a:effectLst/>
                        <a:latin typeface="Arial" panose="020B0604020202020204" pitchFamily="34" charset="0"/>
                        <a:ea typeface="微軟正黑體" panose="020B0604030504040204" pitchFamily="34" charset="-120"/>
                      </a:endParaRP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ctr">
                        <a:lnSpc>
                          <a:spcPct val="100000"/>
                        </a:lnSpc>
                        <a:buNone/>
                      </a:pPr>
                      <a:r>
                        <a:rPr lang="zh-TW" sz="2700">
                          <a:effectLst/>
                          <a:latin typeface="Arial" panose="020B0604020202020204" pitchFamily="34" charset="0"/>
                          <a:ea typeface="微軟正黑體" panose="020B0604030504040204" pitchFamily="34" charset="-120"/>
                        </a:rPr>
                        <a:t>有關</a:t>
                      </a: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a:lnSpc>
                          <a:spcPct val="100000"/>
                        </a:lnSpc>
                        <a:buNone/>
                      </a:pPr>
                      <a:r>
                        <a:rPr lang="zh-TW" sz="2700" dirty="0">
                          <a:effectLst/>
                          <a:latin typeface="Arial" panose="020B0604020202020204" pitchFamily="34" charset="0"/>
                          <a:ea typeface="微軟正黑體" panose="020B0604030504040204" pitchFamily="34" charset="-120"/>
                        </a:rPr>
                        <a:t>採購單收貨數量已做發票過帳，後來發現需</a:t>
                      </a:r>
                      <a:r>
                        <a:rPr lang="zh-TW" sz="2700" b="1" dirty="0">
                          <a:solidFill>
                            <a:srgbClr val="C40A1A"/>
                          </a:solidFill>
                          <a:effectLst/>
                          <a:latin typeface="Arial" panose="020B0604020202020204" pitchFamily="34" charset="0"/>
                          <a:ea typeface="微軟正黑體" panose="020B0604030504040204" pitchFamily="34" charset="-120"/>
                        </a:rPr>
                        <a:t>退貨與退款</a:t>
                      </a:r>
                      <a:r>
                        <a:rPr lang="zh-TW" sz="2700" dirty="0">
                          <a:effectLst/>
                          <a:latin typeface="Arial" panose="020B0604020202020204" pitchFamily="34" charset="0"/>
                          <a:ea typeface="微軟正黑體" panose="020B0604030504040204" pitchFamily="34" charset="-120"/>
                        </a:rPr>
                        <a:t>時</a:t>
                      </a: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07491217"/>
                  </a:ext>
                </a:extLst>
              </a:tr>
              <a:tr h="526253">
                <a:tc>
                  <a:txBody>
                    <a:bodyPr/>
                    <a:lstStyle/>
                    <a:p>
                      <a:pPr marL="0" indent="0" algn="ctr">
                        <a:lnSpc>
                          <a:spcPct val="100000"/>
                        </a:lnSpc>
                        <a:buNone/>
                      </a:pPr>
                      <a:r>
                        <a:rPr lang="en-US" sz="2700" b="1">
                          <a:solidFill>
                            <a:srgbClr val="000000"/>
                          </a:solidFill>
                          <a:effectLst/>
                          <a:latin typeface="Arial" panose="020B0604020202020204" pitchFamily="34" charset="0"/>
                          <a:ea typeface="微軟正黑體" panose="020B0604030504040204" pitchFamily="34" charset="-120"/>
                        </a:rPr>
                        <a:t>3</a:t>
                      </a:r>
                      <a:endParaRPr lang="zh-TW" sz="2700">
                        <a:effectLst/>
                        <a:latin typeface="Arial" panose="020B0604020202020204" pitchFamily="34" charset="0"/>
                        <a:ea typeface="微軟正黑體" panose="020B0604030504040204" pitchFamily="34" charset="-120"/>
                      </a:endParaRP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nSpc>
                          <a:spcPct val="100000"/>
                        </a:lnSpc>
                        <a:buNone/>
                      </a:pPr>
                      <a:r>
                        <a:rPr lang="zh-TW" sz="2700" b="1" dirty="0">
                          <a:solidFill>
                            <a:srgbClr val="000000"/>
                          </a:solidFill>
                          <a:effectLst/>
                          <a:latin typeface="Arial" panose="020B0604020202020204" pitchFamily="34" charset="0"/>
                          <a:ea typeface="微軟正黑體" panose="020B0604030504040204" pitchFamily="34" charset="-120"/>
                        </a:rPr>
                        <a:t>後續借項</a:t>
                      </a:r>
                      <a:r>
                        <a:rPr lang="en-US" sz="2700" b="1" dirty="0">
                          <a:solidFill>
                            <a:srgbClr val="000000"/>
                          </a:solidFill>
                          <a:effectLst/>
                          <a:latin typeface="Arial" panose="020B0604020202020204" pitchFamily="34" charset="0"/>
                          <a:ea typeface="微軟正黑體" panose="020B0604030504040204" pitchFamily="34" charset="-120"/>
                        </a:rPr>
                        <a:t> (Subsequent debit)</a:t>
                      </a:r>
                      <a:endParaRPr lang="zh-TW" sz="2700" dirty="0">
                        <a:effectLst/>
                        <a:latin typeface="Arial" panose="020B0604020202020204" pitchFamily="34" charset="0"/>
                        <a:ea typeface="微軟正黑體" panose="020B0604030504040204" pitchFamily="34" charset="-120"/>
                      </a:endParaRP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ctr">
                        <a:lnSpc>
                          <a:spcPct val="100000"/>
                        </a:lnSpc>
                        <a:buNone/>
                      </a:pPr>
                      <a:r>
                        <a:rPr lang="zh-TW" sz="2700">
                          <a:effectLst/>
                          <a:latin typeface="Arial" panose="020B0604020202020204" pitchFamily="34" charset="0"/>
                          <a:ea typeface="微軟正黑體" panose="020B0604030504040204" pitchFamily="34" charset="-120"/>
                        </a:rPr>
                        <a:t>無關</a:t>
                      </a: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a:lnSpc>
                          <a:spcPct val="100000"/>
                        </a:lnSpc>
                        <a:buNone/>
                      </a:pPr>
                      <a:r>
                        <a:rPr lang="zh-TW" sz="2700" dirty="0">
                          <a:effectLst/>
                          <a:latin typeface="Arial" panose="020B0604020202020204" pitchFamily="34" charset="0"/>
                          <a:ea typeface="微軟正黑體" panose="020B0604030504040204" pitchFamily="34" charset="-120"/>
                        </a:rPr>
                        <a:t>採購單做過發票驗證後，需</a:t>
                      </a:r>
                      <a:r>
                        <a:rPr lang="zh-TW" altLang="en-US" sz="2700" b="1" kern="1200" dirty="0">
                          <a:solidFill>
                            <a:srgbClr val="C40A1A"/>
                          </a:solidFill>
                          <a:effectLst/>
                          <a:latin typeface="Arial" panose="020B0604020202020204" pitchFamily="34" charset="0"/>
                          <a:ea typeface="微軟正黑體" panose="020B0604030504040204" pitchFamily="34" charset="-120"/>
                          <a:cs typeface="+mn-cs"/>
                        </a:rPr>
                        <a:t>額外</a:t>
                      </a:r>
                      <a:r>
                        <a:rPr lang="zh-TW" sz="2700" b="1" dirty="0">
                          <a:solidFill>
                            <a:srgbClr val="C40A1A"/>
                          </a:solidFill>
                          <a:effectLst/>
                          <a:latin typeface="Arial" panose="020B0604020202020204" pitchFamily="34" charset="0"/>
                          <a:ea typeface="微軟正黑體" panose="020B0604030504040204" pitchFamily="34" charset="-120"/>
                        </a:rPr>
                        <a:t>付款</a:t>
                      </a:r>
                      <a:r>
                        <a:rPr lang="zh-TW" sz="2700" dirty="0">
                          <a:effectLst/>
                          <a:latin typeface="Arial" panose="020B0604020202020204" pitchFamily="34" charset="0"/>
                          <a:ea typeface="微軟正黑體" panose="020B0604030504040204" pitchFamily="34" charset="-120"/>
                        </a:rPr>
                        <a:t>給供應商時</a:t>
                      </a: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32447662"/>
                  </a:ext>
                </a:extLst>
              </a:tr>
              <a:tr h="526253">
                <a:tc>
                  <a:txBody>
                    <a:bodyPr/>
                    <a:lstStyle/>
                    <a:p>
                      <a:pPr marL="0" indent="0" algn="ctr">
                        <a:lnSpc>
                          <a:spcPct val="100000"/>
                        </a:lnSpc>
                        <a:buNone/>
                      </a:pPr>
                      <a:r>
                        <a:rPr lang="en-US" sz="2700" b="1">
                          <a:solidFill>
                            <a:srgbClr val="000000"/>
                          </a:solidFill>
                          <a:effectLst/>
                          <a:latin typeface="Arial" panose="020B0604020202020204" pitchFamily="34" charset="0"/>
                          <a:ea typeface="微軟正黑體" panose="020B0604030504040204" pitchFamily="34" charset="-120"/>
                        </a:rPr>
                        <a:t>4</a:t>
                      </a:r>
                      <a:endParaRPr lang="zh-TW" sz="2700">
                        <a:effectLst/>
                        <a:latin typeface="Arial" panose="020B0604020202020204" pitchFamily="34" charset="0"/>
                        <a:ea typeface="微軟正黑體" panose="020B0604030504040204" pitchFamily="34" charset="-120"/>
                      </a:endParaRP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nSpc>
                          <a:spcPct val="100000"/>
                        </a:lnSpc>
                        <a:buNone/>
                      </a:pPr>
                      <a:r>
                        <a:rPr lang="zh-TW" sz="2700" b="1">
                          <a:solidFill>
                            <a:srgbClr val="000000"/>
                          </a:solidFill>
                          <a:effectLst/>
                          <a:latin typeface="Arial" panose="020B0604020202020204" pitchFamily="34" charset="0"/>
                          <a:ea typeface="微軟正黑體" panose="020B0604030504040204" pitchFamily="34" charset="-120"/>
                        </a:rPr>
                        <a:t>後續貸項</a:t>
                      </a:r>
                      <a:r>
                        <a:rPr lang="en-US" sz="2700" b="1">
                          <a:solidFill>
                            <a:srgbClr val="000000"/>
                          </a:solidFill>
                          <a:effectLst/>
                          <a:latin typeface="Arial" panose="020B0604020202020204" pitchFamily="34" charset="0"/>
                          <a:ea typeface="微軟正黑體" panose="020B0604030504040204" pitchFamily="34" charset="-120"/>
                        </a:rPr>
                        <a:t> (Subsequent credit)</a:t>
                      </a:r>
                      <a:endParaRPr lang="zh-TW" sz="2700">
                        <a:effectLst/>
                        <a:latin typeface="Arial" panose="020B0604020202020204" pitchFamily="34" charset="0"/>
                        <a:ea typeface="微軟正黑體" panose="020B0604030504040204" pitchFamily="34" charset="-120"/>
                      </a:endParaRP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0" indent="0" algn="ctr">
                        <a:lnSpc>
                          <a:spcPct val="100000"/>
                        </a:lnSpc>
                        <a:buNone/>
                      </a:pPr>
                      <a:r>
                        <a:rPr lang="zh-TW" sz="2700">
                          <a:effectLst/>
                          <a:latin typeface="Arial" panose="020B0604020202020204" pitchFamily="34" charset="0"/>
                          <a:ea typeface="微軟正黑體" panose="020B0604030504040204" pitchFamily="34" charset="-120"/>
                        </a:rPr>
                        <a:t>無關</a:t>
                      </a: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a:lnSpc>
                          <a:spcPct val="100000"/>
                        </a:lnSpc>
                        <a:buNone/>
                      </a:pPr>
                      <a:r>
                        <a:rPr lang="zh-TW" sz="2700" dirty="0">
                          <a:effectLst/>
                          <a:latin typeface="Arial" panose="020B0604020202020204" pitchFamily="34" charset="0"/>
                          <a:ea typeface="微軟正黑體" panose="020B0604030504040204" pitchFamily="34" charset="-120"/>
                        </a:rPr>
                        <a:t>採購單做過發票驗證後，在不退貨的狀況下，向供應商</a:t>
                      </a:r>
                      <a:r>
                        <a:rPr lang="zh-TW" sz="2700" b="1" dirty="0">
                          <a:solidFill>
                            <a:srgbClr val="C40A1A"/>
                          </a:solidFill>
                          <a:effectLst/>
                          <a:latin typeface="Arial" panose="020B0604020202020204" pitchFamily="34" charset="0"/>
                          <a:ea typeface="微軟正黑體" panose="020B0604030504040204" pitchFamily="34" charset="-120"/>
                        </a:rPr>
                        <a:t>扣款</a:t>
                      </a:r>
                    </a:p>
                  </a:txBody>
                  <a:tcPr marL="90000" marR="90000" marT="46800" marB="468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00001271"/>
                  </a:ext>
                </a:extLst>
              </a:tr>
            </a:tbl>
          </a:graphicData>
        </a:graphic>
      </p:graphicFrame>
    </p:spTree>
    <p:extLst>
      <p:ext uri="{BB962C8B-B14F-4D97-AF65-F5344CB8AC3E}">
        <p14:creationId xmlns:p14="http://schemas.microsoft.com/office/powerpoint/2010/main" val="2841918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135C3D5-CC6C-672C-6DA5-36A048372B97}"/>
              </a:ext>
            </a:extLst>
          </p:cNvPr>
          <p:cNvSpPr>
            <a:spLocks noGrp="1"/>
          </p:cNvSpPr>
          <p:nvPr>
            <p:ph type="title"/>
          </p:nvPr>
        </p:nvSpPr>
        <p:spPr/>
        <p:txBody>
          <a:bodyPr/>
          <a:lstStyle/>
          <a:p>
            <a:r>
              <a:rPr lang="zh-TW" altLang="en-US" dirty="0"/>
              <a:t>採購</a:t>
            </a:r>
            <a:r>
              <a:rPr lang="zh-TW" altLang="en-US" dirty="0">
                <a:solidFill>
                  <a:srgbClr val="C40A1A"/>
                </a:solidFill>
              </a:rPr>
              <a:t>預付</a:t>
            </a:r>
            <a:r>
              <a:rPr lang="zh-TW" altLang="en-US" dirty="0"/>
              <a:t>流程</a:t>
            </a:r>
          </a:p>
        </p:txBody>
      </p:sp>
      <p:sp>
        <p:nvSpPr>
          <p:cNvPr id="3" name="Line 13">
            <a:extLst>
              <a:ext uri="{FF2B5EF4-FFF2-40B4-BE49-F238E27FC236}">
                <a16:creationId xmlns:a16="http://schemas.microsoft.com/office/drawing/2014/main" id="{00E3D5D1-FB85-9945-D02F-E690545AA185}"/>
              </a:ext>
            </a:extLst>
          </p:cNvPr>
          <p:cNvSpPr>
            <a:spLocks noChangeShapeType="1"/>
          </p:cNvSpPr>
          <p:nvPr/>
        </p:nvSpPr>
        <p:spPr bwMode="auto">
          <a:xfrm>
            <a:off x="1230005" y="4860000"/>
            <a:ext cx="16128000" cy="0"/>
          </a:xfrm>
          <a:prstGeom prst="line">
            <a:avLst/>
          </a:prstGeom>
          <a:noFill/>
          <a:ln w="101600">
            <a:solidFill>
              <a:schemeClr val="tx2">
                <a:lumMod val="60000"/>
                <a:lumOff val="4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1152144" fontAlgn="auto">
              <a:spcBef>
                <a:spcPts val="0"/>
              </a:spcBef>
              <a:spcAft>
                <a:spcPts val="0"/>
              </a:spcAft>
              <a:defRPr/>
            </a:pPr>
            <a:endParaRPr lang="zh-CN" altLang="en-US" sz="2016" kern="0">
              <a:solidFill>
                <a:sysClr val="windowText" lastClr="000000"/>
              </a:solidFill>
            </a:endParaRPr>
          </a:p>
        </p:txBody>
      </p:sp>
      <p:sp>
        <p:nvSpPr>
          <p:cNvPr id="4" name="圓角矩形 11">
            <a:extLst>
              <a:ext uri="{FF2B5EF4-FFF2-40B4-BE49-F238E27FC236}">
                <a16:creationId xmlns:a16="http://schemas.microsoft.com/office/drawing/2014/main" id="{854CED74-EE4E-B70A-7973-82A6DA4B5D19}"/>
              </a:ext>
            </a:extLst>
          </p:cNvPr>
          <p:cNvSpPr/>
          <p:nvPr/>
        </p:nvSpPr>
        <p:spPr>
          <a:xfrm>
            <a:off x="10638000" y="4176000"/>
            <a:ext cx="2808000" cy="1368000"/>
          </a:xfrm>
          <a:prstGeom prst="roundRect">
            <a:avLst/>
          </a:prstGeom>
          <a:solidFill>
            <a:srgbClr val="BE956A"/>
          </a:solidFill>
          <a:ln w="28575">
            <a:noFill/>
          </a:ln>
          <a:effectLst>
            <a:outerShdw blurRad="50800" dist="50800" dir="5400000" sx="96000" sy="96000" algn="ctr" rotWithShape="0">
              <a:srgbClr val="000000">
                <a:alpha val="43137"/>
              </a:srgb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sz="3200" b="1" dirty="0">
                <a:solidFill>
                  <a:schemeClr val="bg1"/>
                </a:solidFill>
                <a:ea typeface="微軟正黑體" panose="020B0604030504040204" pitchFamily="34" charset="-120"/>
              </a:rPr>
              <a:t>發票驗證暫存及結清預付款</a:t>
            </a:r>
          </a:p>
        </p:txBody>
      </p:sp>
      <p:sp>
        <p:nvSpPr>
          <p:cNvPr id="5" name="Line 13">
            <a:extLst>
              <a:ext uri="{FF2B5EF4-FFF2-40B4-BE49-F238E27FC236}">
                <a16:creationId xmlns:a16="http://schemas.microsoft.com/office/drawing/2014/main" id="{FFDEBB7B-C80F-3D18-962E-A1C42DDEBB3F}"/>
              </a:ext>
            </a:extLst>
          </p:cNvPr>
          <p:cNvSpPr>
            <a:spLocks noChangeShapeType="1"/>
          </p:cNvSpPr>
          <p:nvPr/>
        </p:nvSpPr>
        <p:spPr bwMode="auto">
          <a:xfrm flipH="1">
            <a:off x="2592000" y="3413363"/>
            <a:ext cx="0" cy="789913"/>
          </a:xfrm>
          <a:prstGeom prst="line">
            <a:avLst/>
          </a:prstGeom>
          <a:noFill/>
          <a:ln w="101600">
            <a:solidFill>
              <a:schemeClr val="tx2">
                <a:lumMod val="60000"/>
                <a:lumOff val="4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1152144" fontAlgn="auto">
              <a:spcBef>
                <a:spcPts val="0"/>
              </a:spcBef>
              <a:spcAft>
                <a:spcPts val="0"/>
              </a:spcAft>
              <a:defRPr/>
            </a:pPr>
            <a:endParaRPr lang="zh-CN" altLang="en-US" sz="2016" kern="0">
              <a:solidFill>
                <a:sysClr val="windowText" lastClr="000000"/>
              </a:solidFill>
            </a:endParaRPr>
          </a:p>
        </p:txBody>
      </p:sp>
      <p:sp>
        <p:nvSpPr>
          <p:cNvPr id="6" name="圓角矩形 11">
            <a:extLst>
              <a:ext uri="{FF2B5EF4-FFF2-40B4-BE49-F238E27FC236}">
                <a16:creationId xmlns:a16="http://schemas.microsoft.com/office/drawing/2014/main" id="{01E79BA4-DE8E-8DBB-C8E5-351182BA2B18}"/>
              </a:ext>
            </a:extLst>
          </p:cNvPr>
          <p:cNvSpPr/>
          <p:nvPr/>
        </p:nvSpPr>
        <p:spPr>
          <a:xfrm>
            <a:off x="1188000" y="4176000"/>
            <a:ext cx="2808000" cy="1368000"/>
          </a:xfrm>
          <a:prstGeom prst="roundRect">
            <a:avLst/>
          </a:prstGeom>
          <a:solidFill>
            <a:srgbClr val="BE956A"/>
          </a:solidFill>
          <a:ln w="28575">
            <a:noFill/>
          </a:ln>
          <a:effectLst>
            <a:outerShdw blurRad="50800" dist="50800" dir="5400000" sx="96000" sy="96000" algn="ctr" rotWithShape="0">
              <a:srgbClr val="000000">
                <a:alpha val="43137"/>
              </a:srgb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sz="3200" b="1" dirty="0">
                <a:solidFill>
                  <a:schemeClr val="bg1"/>
                </a:solidFill>
                <a:ea typeface="微軟正黑體" panose="020B0604030504040204" pitchFamily="34" charset="-120"/>
              </a:rPr>
              <a:t>建立</a:t>
            </a:r>
            <a:endParaRPr lang="en-US" altLang="zh-TW" sz="3200" b="1" dirty="0">
              <a:solidFill>
                <a:schemeClr val="bg1"/>
              </a:solidFill>
              <a:ea typeface="微軟正黑體" panose="020B0604030504040204" pitchFamily="34" charset="-120"/>
            </a:endParaRPr>
          </a:p>
          <a:p>
            <a:pPr algn="ctr"/>
            <a:r>
              <a:rPr lang="zh-TW" altLang="en-US" sz="3200" b="1" dirty="0">
                <a:solidFill>
                  <a:schemeClr val="bg1"/>
                </a:solidFill>
                <a:ea typeface="微軟正黑體" panose="020B0604030504040204" pitchFamily="34" charset="-120"/>
              </a:rPr>
              <a:t>預付款請求</a:t>
            </a:r>
          </a:p>
        </p:txBody>
      </p:sp>
      <p:sp>
        <p:nvSpPr>
          <p:cNvPr id="7" name="圓角矩形 11">
            <a:extLst>
              <a:ext uri="{FF2B5EF4-FFF2-40B4-BE49-F238E27FC236}">
                <a16:creationId xmlns:a16="http://schemas.microsoft.com/office/drawing/2014/main" id="{FA56E02A-5BEE-1DF6-D017-CE608BA9E6FF}"/>
              </a:ext>
            </a:extLst>
          </p:cNvPr>
          <p:cNvSpPr/>
          <p:nvPr/>
        </p:nvSpPr>
        <p:spPr>
          <a:xfrm>
            <a:off x="1188000" y="2124000"/>
            <a:ext cx="2808000" cy="1368000"/>
          </a:xfrm>
          <a:prstGeom prst="roundRect">
            <a:avLst/>
          </a:prstGeom>
          <a:solidFill>
            <a:srgbClr val="BE956A"/>
          </a:solidFill>
          <a:ln w="28575">
            <a:noFill/>
          </a:ln>
          <a:effectLst>
            <a:outerShdw blurRad="50800" dist="50800" dir="5400000" sx="96000" sy="96000" algn="ctr" rotWithShape="0">
              <a:srgbClr val="000000">
                <a:alpha val="43137"/>
              </a:srgb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sz="3200" b="1" dirty="0">
                <a:solidFill>
                  <a:schemeClr val="bg1"/>
                </a:solidFill>
                <a:ea typeface="微軟正黑體" panose="020B0604030504040204" pitchFamily="34" charset="-120"/>
              </a:rPr>
              <a:t>建立採購單含</a:t>
            </a:r>
            <a:endParaRPr lang="en-US" altLang="zh-TW" sz="3200" b="1" dirty="0">
              <a:solidFill>
                <a:schemeClr val="bg1"/>
              </a:solidFill>
              <a:ea typeface="微軟正黑體" panose="020B0604030504040204" pitchFamily="34" charset="-120"/>
            </a:endParaRPr>
          </a:p>
          <a:p>
            <a:pPr algn="ctr"/>
            <a:r>
              <a:rPr lang="zh-TW" altLang="en-US" sz="3200" b="1" dirty="0">
                <a:solidFill>
                  <a:schemeClr val="bg1"/>
                </a:solidFill>
                <a:ea typeface="微軟正黑體" panose="020B0604030504040204" pitchFamily="34" charset="-120"/>
              </a:rPr>
              <a:t>預付金額或</a:t>
            </a:r>
            <a:r>
              <a:rPr lang="en-US" altLang="zh-TW" sz="3200" b="1" dirty="0">
                <a:solidFill>
                  <a:schemeClr val="bg1"/>
                </a:solidFill>
                <a:ea typeface="微軟正黑體" panose="020B0604030504040204" pitchFamily="34" charset="-120"/>
              </a:rPr>
              <a:t>%</a:t>
            </a:r>
            <a:endParaRPr lang="zh-TW" altLang="en-US" sz="3200" b="1" dirty="0">
              <a:solidFill>
                <a:schemeClr val="bg1"/>
              </a:solidFill>
              <a:ea typeface="微軟正黑體" panose="020B0604030504040204" pitchFamily="34" charset="-120"/>
            </a:endParaRPr>
          </a:p>
        </p:txBody>
      </p:sp>
      <p:sp>
        <p:nvSpPr>
          <p:cNvPr id="8" name="AutoShape 17">
            <a:extLst>
              <a:ext uri="{FF2B5EF4-FFF2-40B4-BE49-F238E27FC236}">
                <a16:creationId xmlns:a16="http://schemas.microsoft.com/office/drawing/2014/main" id="{B1C3E88F-CED3-B2A1-9773-083438B518E3}"/>
              </a:ext>
            </a:extLst>
          </p:cNvPr>
          <p:cNvSpPr>
            <a:spLocks noChangeArrowheads="1"/>
          </p:cNvSpPr>
          <p:nvPr/>
        </p:nvSpPr>
        <p:spPr bwMode="auto">
          <a:xfrm>
            <a:off x="3807912" y="5940000"/>
            <a:ext cx="3409878" cy="1823970"/>
          </a:xfrm>
          <a:prstGeom prst="roundRect">
            <a:avLst>
              <a:gd name="adj" fmla="val 8939"/>
            </a:avLst>
          </a:prstGeom>
          <a:solidFill>
            <a:srgbClr val="FBE1E4"/>
          </a:solidFill>
          <a:ln w="19050" cap="rnd" algn="ctr">
            <a:solidFill>
              <a:srgbClr val="C30010"/>
            </a:solidFill>
            <a:prstDash val="sysDot"/>
            <a:round/>
            <a:headEnd/>
            <a:tailEnd/>
          </a:ln>
          <a:effectLst/>
        </p:spPr>
        <p:txBody>
          <a:bodyPr tIns="54000" bIns="54000"/>
          <a:lstStyle/>
          <a:p>
            <a:pPr defTabSz="1152144" fontAlgn="auto">
              <a:spcBef>
                <a:spcPts val="0"/>
              </a:spcBef>
              <a:spcAft>
                <a:spcPts val="0"/>
              </a:spcAft>
              <a:defRPr/>
            </a:pPr>
            <a:r>
              <a:rPr lang="zh-TW" altLang="en-US" sz="2400" kern="0" dirty="0">
                <a:solidFill>
                  <a:sysClr val="windowText" lastClr="000000"/>
                </a:solidFill>
              </a:rPr>
              <a:t>借：預付貨款</a:t>
            </a:r>
          </a:p>
          <a:p>
            <a:pPr defTabSz="1152144" fontAlgn="auto">
              <a:spcBef>
                <a:spcPts val="0"/>
              </a:spcBef>
              <a:spcAft>
                <a:spcPts val="0"/>
              </a:spcAft>
              <a:defRPr/>
            </a:pPr>
            <a:r>
              <a:rPr lang="zh-TW" altLang="en-US" sz="2400" kern="0" dirty="0">
                <a:solidFill>
                  <a:sysClr val="windowText" lastClr="000000"/>
                </a:solidFill>
              </a:rPr>
              <a:t>借：進項稅額</a:t>
            </a:r>
          </a:p>
          <a:p>
            <a:pPr defTabSz="1152144" fontAlgn="auto">
              <a:spcBef>
                <a:spcPts val="0"/>
              </a:spcBef>
              <a:spcAft>
                <a:spcPts val="0"/>
              </a:spcAft>
              <a:defRPr/>
            </a:pPr>
            <a:r>
              <a:rPr lang="zh-TW" altLang="en-US" sz="2400" kern="0" dirty="0">
                <a:solidFill>
                  <a:sysClr val="windowText" lastClr="000000"/>
                </a:solidFill>
              </a:rPr>
              <a:t>　貸：應付帳款　</a:t>
            </a:r>
            <a:br>
              <a:rPr lang="en-US" altLang="zh-TW" sz="2400" kern="0" dirty="0">
                <a:solidFill>
                  <a:sysClr val="windowText" lastClr="000000"/>
                </a:solidFill>
              </a:rPr>
            </a:br>
            <a:r>
              <a:rPr lang="en-US" altLang="zh-TW" sz="2400" kern="0" dirty="0">
                <a:solidFill>
                  <a:sysClr val="windowText" lastClr="000000"/>
                </a:solidFill>
              </a:rPr>
              <a:t>    </a:t>
            </a:r>
            <a:r>
              <a:rPr lang="en-US" altLang="zh-TW" sz="2400" kern="0" dirty="0">
                <a:solidFill>
                  <a:sysClr val="windowText" lastClr="000000"/>
                </a:solidFill>
                <a:sym typeface="Wingdings" panose="05000000000000000000" pitchFamily="2" charset="2"/>
              </a:rPr>
              <a:t> </a:t>
            </a:r>
            <a:r>
              <a:rPr lang="zh-TW" altLang="en-US" sz="2400" kern="0" dirty="0">
                <a:solidFill>
                  <a:sysClr val="windowText" lastClr="000000"/>
                </a:solidFill>
              </a:rPr>
              <a:t> 大批付款時沖銷</a:t>
            </a:r>
          </a:p>
          <a:p>
            <a:pPr defTabSz="1152144" fontAlgn="auto">
              <a:spcBef>
                <a:spcPts val="0"/>
              </a:spcBef>
              <a:spcAft>
                <a:spcPts val="0"/>
              </a:spcAft>
              <a:defRPr/>
            </a:pPr>
            <a:endParaRPr lang="zh-CN" altLang="en-US" sz="2400" kern="0" dirty="0">
              <a:solidFill>
                <a:sysClr val="windowText" lastClr="000000"/>
              </a:solidFill>
            </a:endParaRPr>
          </a:p>
        </p:txBody>
      </p:sp>
      <p:grpSp>
        <p:nvGrpSpPr>
          <p:cNvPr id="9" name="群組 8">
            <a:extLst>
              <a:ext uri="{FF2B5EF4-FFF2-40B4-BE49-F238E27FC236}">
                <a16:creationId xmlns:a16="http://schemas.microsoft.com/office/drawing/2014/main" id="{2F4C3C84-4537-7967-C1EB-1C80FC632127}"/>
              </a:ext>
            </a:extLst>
          </p:cNvPr>
          <p:cNvGrpSpPr/>
          <p:nvPr/>
        </p:nvGrpSpPr>
        <p:grpSpPr>
          <a:xfrm>
            <a:off x="1188000" y="9360000"/>
            <a:ext cx="4546957" cy="400115"/>
            <a:chOff x="8446915" y="6194608"/>
            <a:chExt cx="2952439" cy="259803"/>
          </a:xfrm>
        </p:grpSpPr>
        <p:grpSp>
          <p:nvGrpSpPr>
            <p:cNvPr id="10" name="群組 9">
              <a:extLst>
                <a:ext uri="{FF2B5EF4-FFF2-40B4-BE49-F238E27FC236}">
                  <a16:creationId xmlns:a16="http://schemas.microsoft.com/office/drawing/2014/main" id="{E4D5E613-E962-2BE9-4E07-5ACFC0B0FB12}"/>
                </a:ext>
              </a:extLst>
            </p:cNvPr>
            <p:cNvGrpSpPr/>
            <p:nvPr/>
          </p:nvGrpSpPr>
          <p:grpSpPr>
            <a:xfrm>
              <a:off x="8446915" y="6194608"/>
              <a:ext cx="1047857" cy="259800"/>
              <a:chOff x="4652652" y="2101112"/>
              <a:chExt cx="1047857" cy="259800"/>
            </a:xfrm>
          </p:grpSpPr>
          <p:sp>
            <p:nvSpPr>
              <p:cNvPr id="17" name="矩形: 圓角 16">
                <a:extLst>
                  <a:ext uri="{FF2B5EF4-FFF2-40B4-BE49-F238E27FC236}">
                    <a16:creationId xmlns:a16="http://schemas.microsoft.com/office/drawing/2014/main" id="{F6CCB99D-5D20-454D-190F-4DE6747F3816}"/>
                  </a:ext>
                </a:extLst>
              </p:cNvPr>
              <p:cNvSpPr/>
              <p:nvPr/>
            </p:nvSpPr>
            <p:spPr>
              <a:xfrm>
                <a:off x="4652652" y="2123012"/>
                <a:ext cx="216000" cy="216000"/>
              </a:xfrm>
              <a:prstGeom prst="roundRect">
                <a:avLst/>
              </a:prstGeom>
              <a:solidFill>
                <a:srgbClr val="BE956A"/>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nchorCtr="0"/>
              <a:lstStyle/>
              <a:p>
                <a:pPr algn="ctr"/>
                <a:endParaRPr lang="zh-TW" altLang="en-US" sz="1600" kern="1200">
                  <a:latin typeface="Arial" panose="020B0604020202020204" pitchFamily="34" charset="0"/>
                  <a:ea typeface="微軟正黑體" panose="020B0604030504040204" pitchFamily="34" charset="-120"/>
                </a:endParaRPr>
              </a:p>
            </p:txBody>
          </p:sp>
          <p:sp>
            <p:nvSpPr>
              <p:cNvPr id="18" name="文字方塊 17">
                <a:extLst>
                  <a:ext uri="{FF2B5EF4-FFF2-40B4-BE49-F238E27FC236}">
                    <a16:creationId xmlns:a16="http://schemas.microsoft.com/office/drawing/2014/main" id="{219B567B-BF88-9CDB-320C-5A7B8E8CBAC1}"/>
                  </a:ext>
                </a:extLst>
              </p:cNvPr>
              <p:cNvSpPr txBox="1"/>
              <p:nvPr/>
            </p:nvSpPr>
            <p:spPr>
              <a:xfrm>
                <a:off x="4868650" y="2101112"/>
                <a:ext cx="831859" cy="259800"/>
              </a:xfrm>
              <a:prstGeom prst="rect">
                <a:avLst/>
              </a:prstGeom>
              <a:noFill/>
            </p:spPr>
            <p:txBody>
              <a:bodyPr wrap="none" rtlCol="0">
                <a:spAutoFit/>
              </a:bodyPr>
              <a:lstStyle/>
              <a:p>
                <a:r>
                  <a:rPr lang="zh-TW" altLang="en-US" sz="2000" dirty="0">
                    <a:latin typeface="Arial" panose="020B0604020202020204" pitchFamily="34" charset="0"/>
                    <a:ea typeface="微軟正黑體" panose="020B0604030504040204" pitchFamily="34" charset="-120"/>
                  </a:rPr>
                  <a:t>採購</a:t>
                </a:r>
                <a:r>
                  <a:rPr lang="en-US" altLang="zh-TW" sz="2000" dirty="0">
                    <a:latin typeface="Arial" panose="020B0604020202020204" pitchFamily="34" charset="0"/>
                    <a:ea typeface="微軟正黑體" panose="020B0604030504040204" pitchFamily="34" charset="-120"/>
                  </a:rPr>
                  <a:t>/</a:t>
                </a:r>
                <a:r>
                  <a:rPr lang="zh-TW" altLang="en-US" sz="2000" dirty="0">
                    <a:latin typeface="Arial" panose="020B0604020202020204" pitchFamily="34" charset="0"/>
                    <a:ea typeface="微軟正黑體" panose="020B0604030504040204" pitchFamily="34" charset="-120"/>
                  </a:rPr>
                  <a:t>總務</a:t>
                </a:r>
              </a:p>
            </p:txBody>
          </p:sp>
        </p:grpSp>
        <p:grpSp>
          <p:nvGrpSpPr>
            <p:cNvPr id="11" name="群組 10">
              <a:extLst>
                <a:ext uri="{FF2B5EF4-FFF2-40B4-BE49-F238E27FC236}">
                  <a16:creationId xmlns:a16="http://schemas.microsoft.com/office/drawing/2014/main" id="{082A3420-7D6C-0804-51E7-40D7F939726A}"/>
                </a:ext>
              </a:extLst>
            </p:cNvPr>
            <p:cNvGrpSpPr/>
            <p:nvPr/>
          </p:nvGrpSpPr>
          <p:grpSpPr>
            <a:xfrm>
              <a:off x="9615418" y="6194608"/>
              <a:ext cx="657154" cy="259800"/>
              <a:chOff x="4664482" y="2511400"/>
              <a:chExt cx="657154" cy="259800"/>
            </a:xfrm>
          </p:grpSpPr>
          <p:sp>
            <p:nvSpPr>
              <p:cNvPr id="15" name="矩形: 圓角 14">
                <a:extLst>
                  <a:ext uri="{FF2B5EF4-FFF2-40B4-BE49-F238E27FC236}">
                    <a16:creationId xmlns:a16="http://schemas.microsoft.com/office/drawing/2014/main" id="{0D61759C-0A92-C4EF-CCEA-F5CE2410E32E}"/>
                  </a:ext>
                </a:extLst>
              </p:cNvPr>
              <p:cNvSpPr/>
              <p:nvPr/>
            </p:nvSpPr>
            <p:spPr>
              <a:xfrm>
                <a:off x="4664482" y="2533300"/>
                <a:ext cx="216000" cy="216000"/>
              </a:xfrm>
              <a:prstGeom prst="roundRect">
                <a:avLst/>
              </a:prstGeom>
              <a:solidFill>
                <a:srgbClr val="DB6670"/>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nchorCtr="0"/>
              <a:lstStyle/>
              <a:p>
                <a:pPr algn="ctr"/>
                <a:endParaRPr lang="zh-TW" altLang="en-US" sz="1600" kern="1200">
                  <a:latin typeface="Arial" panose="020B0604020202020204" pitchFamily="34" charset="0"/>
                  <a:ea typeface="微軟正黑體" panose="020B0604030504040204" pitchFamily="34" charset="-120"/>
                </a:endParaRPr>
              </a:p>
            </p:txBody>
          </p:sp>
          <p:sp>
            <p:nvSpPr>
              <p:cNvPr id="16" name="文字方塊 15">
                <a:extLst>
                  <a:ext uri="{FF2B5EF4-FFF2-40B4-BE49-F238E27FC236}">
                    <a16:creationId xmlns:a16="http://schemas.microsoft.com/office/drawing/2014/main" id="{5CE5D364-57CD-08B7-3894-D3DA91F92291}"/>
                  </a:ext>
                </a:extLst>
              </p:cNvPr>
              <p:cNvSpPr txBox="1"/>
              <p:nvPr/>
            </p:nvSpPr>
            <p:spPr>
              <a:xfrm>
                <a:off x="4868651" y="2511400"/>
                <a:ext cx="452985" cy="259800"/>
              </a:xfrm>
              <a:prstGeom prst="rect">
                <a:avLst/>
              </a:prstGeom>
              <a:noFill/>
            </p:spPr>
            <p:txBody>
              <a:bodyPr wrap="none" rtlCol="0">
                <a:spAutoFit/>
              </a:bodyPr>
              <a:lstStyle/>
              <a:p>
                <a:r>
                  <a:rPr lang="zh-TW" altLang="en-US" sz="2000" dirty="0">
                    <a:latin typeface="Arial" panose="020B0604020202020204" pitchFamily="34" charset="0"/>
                    <a:ea typeface="微軟正黑體" panose="020B0604030504040204" pitchFamily="34" charset="-120"/>
                  </a:rPr>
                  <a:t>財會</a:t>
                </a:r>
              </a:p>
            </p:txBody>
          </p:sp>
        </p:grpSp>
        <p:grpSp>
          <p:nvGrpSpPr>
            <p:cNvPr id="12" name="群組 11">
              <a:extLst>
                <a:ext uri="{FF2B5EF4-FFF2-40B4-BE49-F238E27FC236}">
                  <a16:creationId xmlns:a16="http://schemas.microsoft.com/office/drawing/2014/main" id="{2EE1EFC1-5965-1E7E-922A-BC24025D5069}"/>
                </a:ext>
              </a:extLst>
            </p:cNvPr>
            <p:cNvGrpSpPr/>
            <p:nvPr/>
          </p:nvGrpSpPr>
          <p:grpSpPr>
            <a:xfrm>
              <a:off x="10363326" y="6194611"/>
              <a:ext cx="1036028" cy="259800"/>
              <a:chOff x="4671292" y="2879477"/>
              <a:chExt cx="1036028" cy="259800"/>
            </a:xfrm>
          </p:grpSpPr>
          <p:sp>
            <p:nvSpPr>
              <p:cNvPr id="13" name="矩形: 圓角 12">
                <a:extLst>
                  <a:ext uri="{FF2B5EF4-FFF2-40B4-BE49-F238E27FC236}">
                    <a16:creationId xmlns:a16="http://schemas.microsoft.com/office/drawing/2014/main" id="{E43342E7-BB6B-4427-135D-0C33E3E51D9D}"/>
                  </a:ext>
                </a:extLst>
              </p:cNvPr>
              <p:cNvSpPr/>
              <p:nvPr/>
            </p:nvSpPr>
            <p:spPr>
              <a:xfrm>
                <a:off x="4671292" y="2901374"/>
                <a:ext cx="216000" cy="216000"/>
              </a:xfrm>
              <a:prstGeom prst="roundRect">
                <a:avLst/>
              </a:prstGeom>
              <a:solidFill>
                <a:srgbClr val="B8B8B8"/>
              </a:solidFill>
              <a:ln>
                <a:noFill/>
              </a:ln>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nchor="ctr" anchorCtr="0"/>
              <a:lstStyle/>
              <a:p>
                <a:pPr algn="ctr"/>
                <a:endParaRPr lang="zh-TW" altLang="en-US" sz="1600" kern="1200">
                  <a:latin typeface="Arial" panose="020B0604020202020204" pitchFamily="34" charset="0"/>
                  <a:ea typeface="微軟正黑體" panose="020B0604030504040204" pitchFamily="34" charset="-120"/>
                </a:endParaRPr>
              </a:p>
            </p:txBody>
          </p:sp>
          <p:sp>
            <p:nvSpPr>
              <p:cNvPr id="14" name="文字方塊 13">
                <a:extLst>
                  <a:ext uri="{FF2B5EF4-FFF2-40B4-BE49-F238E27FC236}">
                    <a16:creationId xmlns:a16="http://schemas.microsoft.com/office/drawing/2014/main" id="{58AE4613-647F-405E-68C2-0B2ED368AE70}"/>
                  </a:ext>
                </a:extLst>
              </p:cNvPr>
              <p:cNvSpPr txBox="1"/>
              <p:nvPr/>
            </p:nvSpPr>
            <p:spPr>
              <a:xfrm>
                <a:off x="4875461" y="2879477"/>
                <a:ext cx="831859" cy="259800"/>
              </a:xfrm>
              <a:prstGeom prst="rect">
                <a:avLst/>
              </a:prstGeom>
              <a:noFill/>
            </p:spPr>
            <p:txBody>
              <a:bodyPr wrap="none" rtlCol="0">
                <a:spAutoFit/>
              </a:bodyPr>
              <a:lstStyle/>
              <a:p>
                <a:r>
                  <a:rPr lang="zh-TW" altLang="en-US" sz="2000" dirty="0">
                    <a:latin typeface="Arial" panose="020B0604020202020204" pitchFamily="34" charset="0"/>
                    <a:ea typeface="微軟正黑體" panose="020B0604030504040204" pitchFamily="34" charset="-120"/>
                  </a:rPr>
                  <a:t>倉管</a:t>
                </a:r>
                <a:r>
                  <a:rPr lang="en-US" altLang="zh-TW" sz="2000" dirty="0">
                    <a:latin typeface="Arial" panose="020B0604020202020204" pitchFamily="34" charset="0"/>
                    <a:ea typeface="微軟正黑體" panose="020B0604030504040204" pitchFamily="34" charset="-120"/>
                  </a:rPr>
                  <a:t>/</a:t>
                </a:r>
                <a:r>
                  <a:rPr lang="zh-TW" altLang="en-US" sz="2000" dirty="0">
                    <a:latin typeface="Arial" panose="020B0604020202020204" pitchFamily="34" charset="0"/>
                    <a:ea typeface="微軟正黑體" panose="020B0604030504040204" pitchFamily="34" charset="-120"/>
                  </a:rPr>
                  <a:t>庫房</a:t>
                </a:r>
              </a:p>
            </p:txBody>
          </p:sp>
        </p:grpSp>
      </p:grpSp>
      <p:sp>
        <p:nvSpPr>
          <p:cNvPr id="19" name="AutoShape 17">
            <a:extLst>
              <a:ext uri="{FF2B5EF4-FFF2-40B4-BE49-F238E27FC236}">
                <a16:creationId xmlns:a16="http://schemas.microsoft.com/office/drawing/2014/main" id="{01B3FCF1-BCCB-E3D8-2C81-0839952573B6}"/>
              </a:ext>
            </a:extLst>
          </p:cNvPr>
          <p:cNvSpPr>
            <a:spLocks noChangeArrowheads="1"/>
          </p:cNvSpPr>
          <p:nvPr/>
        </p:nvSpPr>
        <p:spPr bwMode="auto">
          <a:xfrm>
            <a:off x="7486176" y="2375986"/>
            <a:ext cx="3098317" cy="1386061"/>
          </a:xfrm>
          <a:prstGeom prst="roundRect">
            <a:avLst>
              <a:gd name="adj" fmla="val 8939"/>
            </a:avLst>
          </a:prstGeom>
          <a:solidFill>
            <a:srgbClr val="ECECEC"/>
          </a:solidFill>
          <a:ln w="19050" cap="rnd" algn="ctr">
            <a:solidFill>
              <a:schemeClr val="bg1">
                <a:lumMod val="50000"/>
              </a:schemeClr>
            </a:solidFill>
            <a:prstDash val="sysDot"/>
            <a:round/>
            <a:headEnd/>
            <a:tailEnd/>
          </a:ln>
          <a:effectLst/>
        </p:spPr>
        <p:txBody>
          <a:bodyPr tIns="54000" bIns="54000"/>
          <a:lstStyle/>
          <a:p>
            <a:pPr defTabSz="1152144" fontAlgn="auto">
              <a:spcBef>
                <a:spcPts val="0"/>
              </a:spcBef>
              <a:spcAft>
                <a:spcPts val="0"/>
              </a:spcAft>
              <a:defRPr/>
            </a:pPr>
            <a:r>
              <a:rPr lang="zh-TW" altLang="en-US" sz="2400" kern="0" dirty="0">
                <a:solidFill>
                  <a:sysClr val="windowText" lastClr="000000"/>
                </a:solidFill>
              </a:rPr>
              <a:t>借：存貨 </a:t>
            </a:r>
            <a:r>
              <a:rPr lang="en-US" altLang="zh-TW" sz="2400" kern="0" dirty="0">
                <a:solidFill>
                  <a:sysClr val="windowText" lastClr="000000"/>
                </a:solidFill>
              </a:rPr>
              <a:t>/ </a:t>
            </a:r>
            <a:r>
              <a:rPr lang="zh-TW" altLang="en-US" sz="2400" kern="0" dirty="0">
                <a:solidFill>
                  <a:sysClr val="windowText" lastClr="000000"/>
                </a:solidFill>
              </a:rPr>
              <a:t>費用</a:t>
            </a:r>
          </a:p>
          <a:p>
            <a:pPr defTabSz="1152144" fontAlgn="auto">
              <a:spcBef>
                <a:spcPts val="0"/>
              </a:spcBef>
              <a:spcAft>
                <a:spcPts val="0"/>
              </a:spcAft>
              <a:defRPr/>
            </a:pPr>
            <a:r>
              <a:rPr lang="zh-TW" altLang="en-US" sz="2400" kern="0" dirty="0">
                <a:solidFill>
                  <a:sysClr val="windowText" lastClr="000000"/>
                </a:solidFill>
              </a:rPr>
              <a:t>　貸：暫估應付帳款</a:t>
            </a:r>
          </a:p>
        </p:txBody>
      </p:sp>
      <p:sp>
        <p:nvSpPr>
          <p:cNvPr id="20" name="AutoShape 17">
            <a:extLst>
              <a:ext uri="{FF2B5EF4-FFF2-40B4-BE49-F238E27FC236}">
                <a16:creationId xmlns:a16="http://schemas.microsoft.com/office/drawing/2014/main" id="{B18B5A58-83B7-AE97-3D20-8C96604A449A}"/>
              </a:ext>
            </a:extLst>
          </p:cNvPr>
          <p:cNvSpPr>
            <a:spLocks noChangeArrowheads="1"/>
          </p:cNvSpPr>
          <p:nvPr/>
        </p:nvSpPr>
        <p:spPr bwMode="auto">
          <a:xfrm>
            <a:off x="12989490" y="5940000"/>
            <a:ext cx="3459468" cy="3201832"/>
          </a:xfrm>
          <a:prstGeom prst="roundRect">
            <a:avLst>
              <a:gd name="adj" fmla="val 6360"/>
            </a:avLst>
          </a:prstGeom>
          <a:solidFill>
            <a:srgbClr val="FBE1E4"/>
          </a:solidFill>
          <a:ln w="19050" cap="rnd" algn="ctr">
            <a:solidFill>
              <a:srgbClr val="C30010"/>
            </a:solidFill>
            <a:prstDash val="sysDot"/>
            <a:round/>
            <a:headEnd/>
            <a:tailEnd/>
          </a:ln>
          <a:effectLst/>
        </p:spPr>
        <p:txBody>
          <a:bodyPr tIns="54000" bIns="54000"/>
          <a:lstStyle/>
          <a:p>
            <a:pPr defTabSz="1152144" fontAlgn="auto">
              <a:spcBef>
                <a:spcPts val="0"/>
              </a:spcBef>
              <a:spcAft>
                <a:spcPts val="0"/>
              </a:spcAft>
              <a:defRPr/>
            </a:pPr>
            <a:r>
              <a:rPr lang="zh-TW" altLang="en-US" sz="2400" kern="0" dirty="0">
                <a:solidFill>
                  <a:sysClr val="windowText" lastClr="000000"/>
                </a:solidFill>
              </a:rPr>
              <a:t>借：暫估應付帳款</a:t>
            </a:r>
            <a:r>
              <a:rPr lang="en-US" altLang="zh-TW" sz="2400" kern="0" dirty="0">
                <a:solidFill>
                  <a:sysClr val="windowText" lastClr="000000"/>
                </a:solidFill>
              </a:rPr>
              <a:t>/ </a:t>
            </a:r>
          </a:p>
          <a:p>
            <a:pPr defTabSz="1152144" fontAlgn="auto">
              <a:spcBef>
                <a:spcPts val="0"/>
              </a:spcBef>
              <a:spcAft>
                <a:spcPts val="0"/>
              </a:spcAft>
              <a:defRPr/>
            </a:pPr>
            <a:r>
              <a:rPr lang="zh-TW" altLang="en-US" sz="2400" kern="0" dirty="0">
                <a:solidFill>
                  <a:sysClr val="windowText" lastClr="000000"/>
                </a:solidFill>
              </a:rPr>
              <a:t>　　固定資產過渡</a:t>
            </a:r>
          </a:p>
          <a:p>
            <a:pPr defTabSz="1152144" fontAlgn="auto">
              <a:spcBef>
                <a:spcPts val="0"/>
              </a:spcBef>
              <a:spcAft>
                <a:spcPts val="0"/>
              </a:spcAft>
              <a:defRPr/>
            </a:pPr>
            <a:r>
              <a:rPr lang="zh-TW" altLang="en-US" sz="2400" kern="0" dirty="0">
                <a:solidFill>
                  <a:sysClr val="windowText" lastClr="000000"/>
                </a:solidFill>
              </a:rPr>
              <a:t>借：進項稅 額</a:t>
            </a:r>
          </a:p>
          <a:p>
            <a:pPr defTabSz="1152144" fontAlgn="auto">
              <a:spcBef>
                <a:spcPts val="0"/>
              </a:spcBef>
              <a:spcAft>
                <a:spcPts val="0"/>
              </a:spcAft>
              <a:defRPr/>
            </a:pPr>
            <a:r>
              <a:rPr lang="zh-TW" altLang="en-US" sz="2400" kern="0" dirty="0">
                <a:solidFill>
                  <a:sysClr val="windowText" lastClr="000000"/>
                </a:solidFill>
              </a:rPr>
              <a:t>　貸：應付帳款</a:t>
            </a:r>
            <a:endParaRPr lang="en-US" altLang="zh-TW" sz="2400" kern="0" dirty="0">
              <a:solidFill>
                <a:sysClr val="windowText" lastClr="000000"/>
              </a:solidFill>
            </a:endParaRPr>
          </a:p>
          <a:p>
            <a:pPr defTabSz="1152144" fontAlgn="auto">
              <a:spcBef>
                <a:spcPts val="0"/>
              </a:spcBef>
              <a:spcAft>
                <a:spcPts val="0"/>
              </a:spcAft>
              <a:defRPr/>
            </a:pPr>
            <a:endParaRPr lang="en-US" altLang="zh-TW" sz="2400" kern="0" dirty="0">
              <a:solidFill>
                <a:sysClr val="windowText" lastClr="000000"/>
              </a:solidFill>
            </a:endParaRPr>
          </a:p>
          <a:p>
            <a:pPr defTabSz="1152144" fontAlgn="auto">
              <a:spcAft>
                <a:spcPts val="0"/>
              </a:spcAft>
              <a:defRPr/>
            </a:pPr>
            <a:r>
              <a:rPr lang="zh-TW" altLang="en-US" sz="2400" kern="0" dirty="0">
                <a:solidFill>
                  <a:sysClr val="windowText" lastClr="000000"/>
                </a:solidFill>
              </a:rPr>
              <a:t>借：應付帳款</a:t>
            </a:r>
          </a:p>
          <a:p>
            <a:pPr defTabSz="1152144" fontAlgn="auto">
              <a:spcBef>
                <a:spcPts val="0"/>
              </a:spcBef>
              <a:spcAft>
                <a:spcPts val="0"/>
              </a:spcAft>
              <a:defRPr/>
            </a:pPr>
            <a:r>
              <a:rPr lang="zh-TW" altLang="en-US" sz="2400" kern="0" dirty="0">
                <a:solidFill>
                  <a:sysClr val="windowText" lastClr="000000"/>
                </a:solidFill>
              </a:rPr>
              <a:t>　貸：預付貨款</a:t>
            </a:r>
          </a:p>
          <a:p>
            <a:pPr defTabSz="1152144" fontAlgn="auto">
              <a:spcBef>
                <a:spcPts val="0"/>
              </a:spcBef>
              <a:spcAft>
                <a:spcPts val="0"/>
              </a:spcAft>
              <a:defRPr/>
            </a:pPr>
            <a:r>
              <a:rPr lang="zh-TW" altLang="en-US" sz="2400" kern="0" dirty="0">
                <a:solidFill>
                  <a:sysClr val="windowText" lastClr="000000"/>
                </a:solidFill>
              </a:rPr>
              <a:t>　貸：進項稅額</a:t>
            </a:r>
          </a:p>
        </p:txBody>
      </p:sp>
      <p:sp>
        <p:nvSpPr>
          <p:cNvPr id="21" name="Line 10">
            <a:extLst>
              <a:ext uri="{FF2B5EF4-FFF2-40B4-BE49-F238E27FC236}">
                <a16:creationId xmlns:a16="http://schemas.microsoft.com/office/drawing/2014/main" id="{B71D17B2-8FC7-F203-8DB6-1319AF5BA042}"/>
              </a:ext>
            </a:extLst>
          </p:cNvPr>
          <p:cNvSpPr>
            <a:spLocks noChangeShapeType="1"/>
          </p:cNvSpPr>
          <p:nvPr/>
        </p:nvSpPr>
        <p:spPr bwMode="auto">
          <a:xfrm flipH="1">
            <a:off x="6744451" y="5425321"/>
            <a:ext cx="0" cy="887079"/>
          </a:xfrm>
          <a:prstGeom prst="line">
            <a:avLst/>
          </a:prstGeom>
          <a:noFill/>
          <a:ln w="19050">
            <a:solidFill>
              <a:schemeClr val="tx1"/>
            </a:solidFill>
            <a:prstDash val="sysDot"/>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1152144" fontAlgn="auto">
              <a:spcBef>
                <a:spcPts val="0"/>
              </a:spcBef>
              <a:spcAft>
                <a:spcPts val="0"/>
              </a:spcAft>
              <a:defRPr/>
            </a:pPr>
            <a:endParaRPr lang="zh-CN" altLang="en-US" sz="2016" kern="0" dirty="0">
              <a:solidFill>
                <a:sysClr val="windowText" lastClr="000000"/>
              </a:solidFill>
            </a:endParaRPr>
          </a:p>
        </p:txBody>
      </p:sp>
      <p:sp>
        <p:nvSpPr>
          <p:cNvPr id="22" name="圓角矩形 11">
            <a:extLst>
              <a:ext uri="{FF2B5EF4-FFF2-40B4-BE49-F238E27FC236}">
                <a16:creationId xmlns:a16="http://schemas.microsoft.com/office/drawing/2014/main" id="{97BB487B-59EB-D82B-D651-DA2467246655}"/>
              </a:ext>
            </a:extLst>
          </p:cNvPr>
          <p:cNvSpPr/>
          <p:nvPr/>
        </p:nvSpPr>
        <p:spPr>
          <a:xfrm>
            <a:off x="4338000" y="4176000"/>
            <a:ext cx="2808000" cy="1368000"/>
          </a:xfrm>
          <a:prstGeom prst="roundRect">
            <a:avLst/>
          </a:prstGeom>
          <a:solidFill>
            <a:srgbClr val="DB6670"/>
          </a:solidFill>
          <a:ln w="28575">
            <a:noFill/>
          </a:ln>
          <a:effectLst>
            <a:outerShdw blurRad="50800" dist="50800" dir="5400000" sx="96000" sy="96000" algn="ctr" rotWithShape="0">
              <a:srgbClr val="000000">
                <a:alpha val="43137"/>
              </a:srgb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sz="3200" b="1" dirty="0">
                <a:solidFill>
                  <a:schemeClr val="bg1"/>
                </a:solidFill>
                <a:ea typeface="微軟正黑體" panose="020B0604030504040204" pitchFamily="34" charset="-120"/>
              </a:rPr>
              <a:t>預付款過帳</a:t>
            </a:r>
          </a:p>
        </p:txBody>
      </p:sp>
      <p:sp>
        <p:nvSpPr>
          <p:cNvPr id="23" name="Line 10">
            <a:extLst>
              <a:ext uri="{FF2B5EF4-FFF2-40B4-BE49-F238E27FC236}">
                <a16:creationId xmlns:a16="http://schemas.microsoft.com/office/drawing/2014/main" id="{343E930F-FA2B-C866-4813-54902C1A83EC}"/>
              </a:ext>
            </a:extLst>
          </p:cNvPr>
          <p:cNvSpPr>
            <a:spLocks noChangeShapeType="1"/>
          </p:cNvSpPr>
          <p:nvPr/>
        </p:nvSpPr>
        <p:spPr bwMode="auto">
          <a:xfrm flipH="1">
            <a:off x="16020000" y="5425321"/>
            <a:ext cx="0" cy="887079"/>
          </a:xfrm>
          <a:prstGeom prst="line">
            <a:avLst/>
          </a:prstGeom>
          <a:noFill/>
          <a:ln w="19050">
            <a:solidFill>
              <a:schemeClr val="tx1"/>
            </a:solidFill>
            <a:prstDash val="sysDot"/>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1152144" fontAlgn="auto">
              <a:spcBef>
                <a:spcPts val="0"/>
              </a:spcBef>
              <a:spcAft>
                <a:spcPts val="0"/>
              </a:spcAft>
              <a:defRPr/>
            </a:pPr>
            <a:endParaRPr lang="zh-CN" altLang="en-US" sz="2016" kern="0" dirty="0">
              <a:solidFill>
                <a:sysClr val="windowText" lastClr="000000"/>
              </a:solidFill>
            </a:endParaRPr>
          </a:p>
        </p:txBody>
      </p:sp>
      <p:sp>
        <p:nvSpPr>
          <p:cNvPr id="24" name="圓角矩形 11">
            <a:extLst>
              <a:ext uri="{FF2B5EF4-FFF2-40B4-BE49-F238E27FC236}">
                <a16:creationId xmlns:a16="http://schemas.microsoft.com/office/drawing/2014/main" id="{D2FB7B9D-A6C7-95CE-C072-2C5B31EE3C53}"/>
              </a:ext>
            </a:extLst>
          </p:cNvPr>
          <p:cNvSpPr/>
          <p:nvPr/>
        </p:nvSpPr>
        <p:spPr>
          <a:xfrm>
            <a:off x="13788000" y="4176000"/>
            <a:ext cx="2808000" cy="1368000"/>
          </a:xfrm>
          <a:prstGeom prst="roundRect">
            <a:avLst/>
          </a:prstGeom>
          <a:solidFill>
            <a:srgbClr val="DB6670"/>
          </a:solidFill>
          <a:ln w="28575">
            <a:noFill/>
          </a:ln>
          <a:effectLst>
            <a:outerShdw blurRad="50800" dist="50800" dir="5400000" sx="96000" sy="96000" algn="ctr" rotWithShape="0">
              <a:srgbClr val="000000">
                <a:alpha val="43137"/>
              </a:srgb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sz="3200" b="1" dirty="0">
                <a:solidFill>
                  <a:schemeClr val="bg1"/>
                </a:solidFill>
                <a:ea typeface="微軟正黑體" panose="020B0604030504040204" pitchFamily="34" charset="-120"/>
              </a:rPr>
              <a:t>發票驗證過帳</a:t>
            </a:r>
          </a:p>
        </p:txBody>
      </p:sp>
      <p:sp>
        <p:nvSpPr>
          <p:cNvPr id="25" name="Line 10">
            <a:extLst>
              <a:ext uri="{FF2B5EF4-FFF2-40B4-BE49-F238E27FC236}">
                <a16:creationId xmlns:a16="http://schemas.microsoft.com/office/drawing/2014/main" id="{72231E41-89EF-3AFC-F629-799DE03925DA}"/>
              </a:ext>
            </a:extLst>
          </p:cNvPr>
          <p:cNvSpPr>
            <a:spLocks noChangeShapeType="1"/>
          </p:cNvSpPr>
          <p:nvPr/>
        </p:nvSpPr>
        <p:spPr bwMode="auto">
          <a:xfrm flipH="1">
            <a:off x="7986917" y="3540277"/>
            <a:ext cx="0" cy="887079"/>
          </a:xfrm>
          <a:prstGeom prst="line">
            <a:avLst/>
          </a:prstGeom>
          <a:noFill/>
          <a:ln w="19050">
            <a:solidFill>
              <a:schemeClr val="tx1"/>
            </a:solidFill>
            <a:prstDash val="sysDot"/>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1152144" fontAlgn="auto">
              <a:spcBef>
                <a:spcPts val="0"/>
              </a:spcBef>
              <a:spcAft>
                <a:spcPts val="0"/>
              </a:spcAft>
              <a:defRPr/>
            </a:pPr>
            <a:endParaRPr lang="zh-CN" altLang="en-US" sz="2016" kern="0" dirty="0">
              <a:solidFill>
                <a:sysClr val="windowText" lastClr="000000"/>
              </a:solidFill>
            </a:endParaRPr>
          </a:p>
        </p:txBody>
      </p:sp>
      <p:sp>
        <p:nvSpPr>
          <p:cNvPr id="26" name="圓角矩形 11">
            <a:extLst>
              <a:ext uri="{FF2B5EF4-FFF2-40B4-BE49-F238E27FC236}">
                <a16:creationId xmlns:a16="http://schemas.microsoft.com/office/drawing/2014/main" id="{C5D581CE-33FA-5A3E-9C71-E174BC04E3EB}"/>
              </a:ext>
            </a:extLst>
          </p:cNvPr>
          <p:cNvSpPr/>
          <p:nvPr/>
        </p:nvSpPr>
        <p:spPr>
          <a:xfrm>
            <a:off x="7488000" y="4176000"/>
            <a:ext cx="2808000" cy="1368000"/>
          </a:xfrm>
          <a:prstGeom prst="roundRect">
            <a:avLst/>
          </a:prstGeom>
          <a:solidFill>
            <a:srgbClr val="B8B8B8"/>
          </a:solidFill>
          <a:ln w="28575">
            <a:noFill/>
          </a:ln>
          <a:effectLst>
            <a:outerShdw blurRad="50800" dist="50800" dir="5400000" sx="96000" sy="96000" algn="ctr" rotWithShape="0">
              <a:srgbClr val="000000">
                <a:alpha val="43137"/>
              </a:srgb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zh-TW" altLang="en-US" sz="3200" b="1" dirty="0">
                <a:solidFill>
                  <a:schemeClr val="bg1"/>
                </a:solidFill>
                <a:ea typeface="微軟正黑體" panose="020B0604030504040204" pitchFamily="34" charset="-120"/>
              </a:rPr>
              <a:t>收貨</a:t>
            </a:r>
          </a:p>
        </p:txBody>
      </p:sp>
      <p:sp>
        <p:nvSpPr>
          <p:cNvPr id="27" name="橢圓 26">
            <a:extLst>
              <a:ext uri="{FF2B5EF4-FFF2-40B4-BE49-F238E27FC236}">
                <a16:creationId xmlns:a16="http://schemas.microsoft.com/office/drawing/2014/main" id="{BCDC6A18-7EE5-6D62-A844-F4590CC6EEBF}"/>
              </a:ext>
            </a:extLst>
          </p:cNvPr>
          <p:cNvSpPr>
            <a:spLocks noChangeAspect="1"/>
          </p:cNvSpPr>
          <p:nvPr/>
        </p:nvSpPr>
        <p:spPr>
          <a:xfrm>
            <a:off x="972000" y="3960000"/>
            <a:ext cx="540000" cy="538338"/>
          </a:xfrm>
          <a:prstGeom prst="ellipse">
            <a:avLst/>
          </a:prstGeom>
          <a:solidFill>
            <a:schemeClr val="bg1"/>
          </a:solidFill>
          <a:ln w="19050">
            <a:solidFill>
              <a:srgbClr val="97662B"/>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r>
              <a:rPr lang="en-US" altLang="zh-TW" sz="2800" b="1" dirty="0">
                <a:solidFill>
                  <a:srgbClr val="97662B"/>
                </a:solidFill>
                <a:latin typeface="Arial" panose="020B0604020202020204" pitchFamily="34" charset="0"/>
                <a:ea typeface="微軟正黑體" panose="020B0604030504040204" pitchFamily="34" charset="-120"/>
              </a:rPr>
              <a:t>2</a:t>
            </a:r>
            <a:endParaRPr lang="zh-TW" altLang="en-US" sz="2800" b="1" dirty="0">
              <a:solidFill>
                <a:srgbClr val="97662B"/>
              </a:solidFill>
              <a:latin typeface="Arial" panose="020B0604020202020204" pitchFamily="34" charset="0"/>
              <a:ea typeface="微軟正黑體" panose="020B0604030504040204" pitchFamily="34" charset="-120"/>
            </a:endParaRPr>
          </a:p>
        </p:txBody>
      </p:sp>
      <p:sp>
        <p:nvSpPr>
          <p:cNvPr id="28" name="橢圓 27">
            <a:extLst>
              <a:ext uri="{FF2B5EF4-FFF2-40B4-BE49-F238E27FC236}">
                <a16:creationId xmlns:a16="http://schemas.microsoft.com/office/drawing/2014/main" id="{2A064424-B07E-BB76-8956-8D9F62940C33}"/>
              </a:ext>
            </a:extLst>
          </p:cNvPr>
          <p:cNvSpPr>
            <a:spLocks noChangeAspect="1"/>
          </p:cNvSpPr>
          <p:nvPr/>
        </p:nvSpPr>
        <p:spPr>
          <a:xfrm>
            <a:off x="7272000" y="3960000"/>
            <a:ext cx="540000" cy="538338"/>
          </a:xfrm>
          <a:prstGeom prst="ellipse">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r>
              <a:rPr lang="en-US" altLang="zh-TW" sz="2800" b="1" dirty="0">
                <a:solidFill>
                  <a:schemeClr val="tx1">
                    <a:lumMod val="75000"/>
                    <a:lumOff val="25000"/>
                  </a:schemeClr>
                </a:solidFill>
                <a:latin typeface="Arial" panose="020B0604020202020204" pitchFamily="34" charset="0"/>
                <a:ea typeface="微軟正黑體" panose="020B0604030504040204" pitchFamily="34" charset="-120"/>
              </a:rPr>
              <a:t>4</a:t>
            </a:r>
            <a:endParaRPr lang="zh-TW" altLang="en-US" sz="2800" b="1" dirty="0">
              <a:solidFill>
                <a:schemeClr val="tx1">
                  <a:lumMod val="75000"/>
                  <a:lumOff val="25000"/>
                </a:schemeClr>
              </a:solidFill>
              <a:latin typeface="Arial" panose="020B0604020202020204" pitchFamily="34" charset="0"/>
              <a:ea typeface="微軟正黑體" panose="020B0604030504040204" pitchFamily="34" charset="-120"/>
            </a:endParaRPr>
          </a:p>
        </p:txBody>
      </p:sp>
      <p:sp>
        <p:nvSpPr>
          <p:cNvPr id="29" name="橢圓 28">
            <a:extLst>
              <a:ext uri="{FF2B5EF4-FFF2-40B4-BE49-F238E27FC236}">
                <a16:creationId xmlns:a16="http://schemas.microsoft.com/office/drawing/2014/main" id="{B8316122-387A-A6BE-0225-FBEA564F414D}"/>
              </a:ext>
            </a:extLst>
          </p:cNvPr>
          <p:cNvSpPr>
            <a:spLocks noChangeAspect="1"/>
          </p:cNvSpPr>
          <p:nvPr/>
        </p:nvSpPr>
        <p:spPr>
          <a:xfrm>
            <a:off x="10386000" y="3960000"/>
            <a:ext cx="540000" cy="538338"/>
          </a:xfrm>
          <a:prstGeom prst="ellipse">
            <a:avLst/>
          </a:prstGeom>
          <a:solidFill>
            <a:schemeClr val="bg1"/>
          </a:solidFill>
          <a:ln w="19050">
            <a:solidFill>
              <a:srgbClr val="97662B"/>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r>
              <a:rPr lang="en-US" altLang="zh-TW" sz="2800" b="1" dirty="0">
                <a:solidFill>
                  <a:srgbClr val="97662B"/>
                </a:solidFill>
                <a:latin typeface="Arial" panose="020B0604020202020204" pitchFamily="34" charset="0"/>
                <a:ea typeface="微軟正黑體" panose="020B0604030504040204" pitchFamily="34" charset="-120"/>
              </a:rPr>
              <a:t>5</a:t>
            </a:r>
            <a:endParaRPr lang="zh-TW" altLang="en-US" sz="2800" b="1" dirty="0">
              <a:solidFill>
                <a:srgbClr val="97662B"/>
              </a:solidFill>
              <a:latin typeface="Arial" panose="020B0604020202020204" pitchFamily="34" charset="0"/>
              <a:ea typeface="微軟正黑體" panose="020B0604030504040204" pitchFamily="34" charset="-120"/>
            </a:endParaRPr>
          </a:p>
        </p:txBody>
      </p:sp>
      <p:sp>
        <p:nvSpPr>
          <p:cNvPr id="30" name="橢圓 29">
            <a:extLst>
              <a:ext uri="{FF2B5EF4-FFF2-40B4-BE49-F238E27FC236}">
                <a16:creationId xmlns:a16="http://schemas.microsoft.com/office/drawing/2014/main" id="{02F5A070-B3E1-F487-81CD-87ABC74F3B17}"/>
              </a:ext>
            </a:extLst>
          </p:cNvPr>
          <p:cNvSpPr>
            <a:spLocks noChangeAspect="1"/>
          </p:cNvSpPr>
          <p:nvPr/>
        </p:nvSpPr>
        <p:spPr>
          <a:xfrm>
            <a:off x="13572000" y="3960000"/>
            <a:ext cx="540000" cy="538338"/>
          </a:xfrm>
          <a:prstGeom prst="ellipse">
            <a:avLst/>
          </a:prstGeom>
          <a:solidFill>
            <a:schemeClr val="bg1"/>
          </a:solidFill>
          <a:ln w="19050">
            <a:solidFill>
              <a:srgbClr val="C30010"/>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r>
              <a:rPr lang="en-US" altLang="zh-TW" sz="2800" b="1" dirty="0">
                <a:solidFill>
                  <a:srgbClr val="C30010"/>
                </a:solidFill>
                <a:latin typeface="Arial" panose="020B0604020202020204" pitchFamily="34" charset="0"/>
                <a:ea typeface="微軟正黑體" panose="020B0604030504040204" pitchFamily="34" charset="-120"/>
              </a:rPr>
              <a:t>6</a:t>
            </a:r>
            <a:endParaRPr lang="zh-TW" altLang="en-US" sz="2800" b="1" dirty="0">
              <a:solidFill>
                <a:srgbClr val="C30010"/>
              </a:solidFill>
              <a:latin typeface="Arial" panose="020B0604020202020204" pitchFamily="34" charset="0"/>
              <a:ea typeface="微軟正黑體" panose="020B0604030504040204" pitchFamily="34" charset="-120"/>
            </a:endParaRPr>
          </a:p>
        </p:txBody>
      </p:sp>
      <p:sp>
        <p:nvSpPr>
          <p:cNvPr id="31" name="橢圓 30">
            <a:extLst>
              <a:ext uri="{FF2B5EF4-FFF2-40B4-BE49-F238E27FC236}">
                <a16:creationId xmlns:a16="http://schemas.microsoft.com/office/drawing/2014/main" id="{735C6961-7E54-E1F9-D199-E975696588C2}"/>
              </a:ext>
            </a:extLst>
          </p:cNvPr>
          <p:cNvSpPr>
            <a:spLocks noChangeAspect="1"/>
          </p:cNvSpPr>
          <p:nvPr/>
        </p:nvSpPr>
        <p:spPr>
          <a:xfrm>
            <a:off x="4122000" y="3960000"/>
            <a:ext cx="540000" cy="538338"/>
          </a:xfrm>
          <a:prstGeom prst="ellipse">
            <a:avLst/>
          </a:prstGeom>
          <a:solidFill>
            <a:schemeClr val="bg1"/>
          </a:solidFill>
          <a:ln w="19050">
            <a:solidFill>
              <a:srgbClr val="C30010"/>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r>
              <a:rPr lang="en-US" altLang="zh-TW" sz="2800" b="1" dirty="0">
                <a:solidFill>
                  <a:srgbClr val="C30010"/>
                </a:solidFill>
                <a:latin typeface="Arial" panose="020B0604020202020204" pitchFamily="34" charset="0"/>
                <a:ea typeface="微軟正黑體" panose="020B0604030504040204" pitchFamily="34" charset="-120"/>
              </a:rPr>
              <a:t>3</a:t>
            </a:r>
            <a:endParaRPr lang="zh-TW" altLang="en-US" sz="2800" b="1" dirty="0">
              <a:solidFill>
                <a:srgbClr val="C30010"/>
              </a:solidFill>
              <a:latin typeface="Arial" panose="020B0604020202020204" pitchFamily="34" charset="0"/>
              <a:ea typeface="微軟正黑體" panose="020B0604030504040204" pitchFamily="34" charset="-120"/>
            </a:endParaRPr>
          </a:p>
        </p:txBody>
      </p:sp>
      <p:sp>
        <p:nvSpPr>
          <p:cNvPr id="32" name="橢圓 31">
            <a:extLst>
              <a:ext uri="{FF2B5EF4-FFF2-40B4-BE49-F238E27FC236}">
                <a16:creationId xmlns:a16="http://schemas.microsoft.com/office/drawing/2014/main" id="{3A801751-F174-75CF-8E43-F3294512F059}"/>
              </a:ext>
            </a:extLst>
          </p:cNvPr>
          <p:cNvSpPr>
            <a:spLocks noChangeAspect="1"/>
          </p:cNvSpPr>
          <p:nvPr/>
        </p:nvSpPr>
        <p:spPr>
          <a:xfrm>
            <a:off x="972000" y="1908000"/>
            <a:ext cx="540000" cy="538338"/>
          </a:xfrm>
          <a:prstGeom prst="ellipse">
            <a:avLst/>
          </a:prstGeom>
          <a:solidFill>
            <a:schemeClr val="bg1"/>
          </a:solidFill>
          <a:ln w="19050">
            <a:solidFill>
              <a:srgbClr val="97662B"/>
            </a:solid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algn="ctr"/>
            <a:r>
              <a:rPr lang="en-US" altLang="zh-TW" sz="2800" b="1" dirty="0">
                <a:solidFill>
                  <a:srgbClr val="97662B"/>
                </a:solidFill>
                <a:latin typeface="Arial" panose="020B0604020202020204" pitchFamily="34" charset="0"/>
                <a:ea typeface="微軟正黑體" panose="020B0604030504040204" pitchFamily="34" charset="-120"/>
              </a:rPr>
              <a:t>1</a:t>
            </a:r>
            <a:endParaRPr lang="zh-TW" altLang="en-US" sz="2800" b="1" dirty="0">
              <a:solidFill>
                <a:srgbClr val="97662B"/>
              </a:solidFill>
              <a:latin typeface="Arial" panose="020B0604020202020204" pitchFamily="34" charset="0"/>
              <a:ea typeface="微軟正黑體" panose="020B0604030504040204" pitchFamily="34" charset="-120"/>
            </a:endParaRPr>
          </a:p>
        </p:txBody>
      </p:sp>
    </p:spTree>
    <p:extLst>
      <p:ext uri="{BB962C8B-B14F-4D97-AF65-F5344CB8AC3E}">
        <p14:creationId xmlns:p14="http://schemas.microsoft.com/office/powerpoint/2010/main" val="2171448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7">
          <a:extLst>
            <a:ext uri="{FF2B5EF4-FFF2-40B4-BE49-F238E27FC236}">
              <a16:creationId xmlns:a16="http://schemas.microsoft.com/office/drawing/2014/main" id="{D7769A73-A49B-01F6-312F-E5FC213CFAD8}"/>
            </a:ext>
          </a:extLst>
        </p:cNvPr>
        <p:cNvGrpSpPr/>
        <p:nvPr/>
      </p:nvGrpSpPr>
      <p:grpSpPr>
        <a:xfrm>
          <a:off x="0" y="0"/>
          <a:ext cx="0" cy="0"/>
          <a:chOff x="0" y="0"/>
          <a:chExt cx="0" cy="0"/>
        </a:xfrm>
      </p:grpSpPr>
      <p:graphicFrame>
        <p:nvGraphicFramePr>
          <p:cNvPr id="33" name="表格 30">
            <a:extLst>
              <a:ext uri="{FF2B5EF4-FFF2-40B4-BE49-F238E27FC236}">
                <a16:creationId xmlns:a16="http://schemas.microsoft.com/office/drawing/2014/main" id="{A670F50A-8A85-1AE8-287A-A1B569D2F388}"/>
              </a:ext>
            </a:extLst>
          </p:cNvPr>
          <p:cNvGraphicFramePr>
            <a:graphicFrameLocks noGrp="1"/>
          </p:cNvGraphicFramePr>
          <p:nvPr/>
        </p:nvGraphicFramePr>
        <p:xfrm>
          <a:off x="7274085" y="4864085"/>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algn="ctr"/>
                      <a:r>
                        <a:rPr lang="en-US" altLang="zh-TW" sz="1500" b="1">
                          <a:latin typeface="微軟正黑體" panose="020B0604030504040204" pitchFamily="34" charset="-120"/>
                          <a:ea typeface="微軟正黑體" panose="020B0604030504040204" pitchFamily="34" charset="-120"/>
                        </a:rPr>
                        <a:t>MIR7</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3125084632"/>
                  </a:ext>
                </a:extLst>
              </a:tr>
              <a:tr h="5652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500">
                          <a:highlight>
                            <a:srgbClr val="00FF00"/>
                          </a:highlight>
                          <a:latin typeface="微軟正黑體" panose="020B0604030504040204" pitchFamily="34" charset="-120"/>
                          <a:ea typeface="微軟正黑體" panose="020B0604030504040204" pitchFamily="34" charset="-120"/>
                        </a:rPr>
                        <a:t>後續借貸項</a:t>
                      </a:r>
                      <a:endParaRPr lang="en-GB" altLang="zh-TW" sz="1500">
                        <a:solidFill>
                          <a:srgbClr val="FF0000"/>
                        </a:solidFill>
                        <a:highlight>
                          <a:srgbClr val="00FF00"/>
                        </a:highlight>
                        <a:latin typeface="微軟正黑體" panose="020B0604030504040204" pitchFamily="34" charset="-120"/>
                        <a:ea typeface="微軟正黑體" panose="020B0604030504040204" pitchFamily="34" charset="-120"/>
                      </a:endParaRPr>
                    </a:p>
                    <a:p>
                      <a:pPr algn="ct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未計畫交貨成本</a:t>
                      </a:r>
                      <a:r>
                        <a:rPr lang="en-US" altLang="zh-TW" sz="1500">
                          <a:latin typeface="微軟正黑體" panose="020B0604030504040204" pitchFamily="34" charset="-120"/>
                          <a:ea typeface="微軟正黑體" panose="020B0604030504040204" pitchFamily="34" charset="-120"/>
                        </a:rPr>
                        <a:t>)</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1006350340"/>
                  </a:ext>
                </a:extLst>
              </a:tr>
              <a:tr h="336600">
                <a:tc>
                  <a:txBody>
                    <a:bodyPr/>
                    <a:lstStyle/>
                    <a:p>
                      <a:pPr algn="ctr"/>
                      <a:r>
                        <a:rPr lang="en-US" sz="1500">
                          <a:latin typeface="微軟正黑體" panose="020B0604030504040204" pitchFamily="34" charset="-120"/>
                          <a:ea typeface="微軟正黑體" panose="020B0604030504040204" pitchFamily="34" charset="-120"/>
                        </a:rPr>
                        <a:t>SAP</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highlight>
                            <a:srgbClr val="00FF00"/>
                          </a:highlight>
                        </a:rPr>
                        <a:t>手動</a:t>
                      </a:r>
                      <a:endParaRPr lang="en-GB" sz="1500">
                        <a:highlight>
                          <a:srgbClr val="00FF00"/>
                        </a:highlight>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sp>
        <p:nvSpPr>
          <p:cNvPr id="6" name="TextBox 5">
            <a:extLst>
              <a:ext uri="{FF2B5EF4-FFF2-40B4-BE49-F238E27FC236}">
                <a16:creationId xmlns:a16="http://schemas.microsoft.com/office/drawing/2014/main" id="{814A4BDF-6346-070F-6D06-8755C0C484E7}"/>
              </a:ext>
            </a:extLst>
          </p:cNvPr>
          <p:cNvSpPr txBox="1"/>
          <p:nvPr/>
        </p:nvSpPr>
        <p:spPr>
          <a:xfrm>
            <a:off x="2235959" y="948372"/>
            <a:ext cx="13249406" cy="507831"/>
          </a:xfrm>
          <a:prstGeom prst="rect">
            <a:avLst/>
          </a:prstGeom>
          <a:noFill/>
        </p:spPr>
        <p:txBody>
          <a:bodyPr wrap="square" rtlCol="0">
            <a:spAutoFit/>
          </a:bodyPr>
          <a:lstStyle/>
          <a:p>
            <a:endParaRPr lang="zh-TW" altLang="en-US" sz="2700">
              <a:latin typeface="微軟正黑體" panose="020B0604030504040204" pitchFamily="34" charset="-120"/>
              <a:ea typeface="微軟正黑體" panose="020B0604030504040204" pitchFamily="34" charset="-120"/>
            </a:endParaRPr>
          </a:p>
        </p:txBody>
      </p:sp>
      <p:sp>
        <p:nvSpPr>
          <p:cNvPr id="7" name="TextBox 6">
            <a:extLst>
              <a:ext uri="{FF2B5EF4-FFF2-40B4-BE49-F238E27FC236}">
                <a16:creationId xmlns:a16="http://schemas.microsoft.com/office/drawing/2014/main" id="{2FA328E1-5E6A-C909-6B8B-531A47C8E1E0}"/>
              </a:ext>
            </a:extLst>
          </p:cNvPr>
          <p:cNvSpPr txBox="1"/>
          <p:nvPr/>
        </p:nvSpPr>
        <p:spPr>
          <a:xfrm>
            <a:off x="2430000" y="820800"/>
            <a:ext cx="12062614" cy="461665"/>
          </a:xfrm>
          <a:prstGeom prst="rect">
            <a:avLst/>
          </a:prstGeom>
          <a:noFill/>
        </p:spPr>
        <p:txBody>
          <a:bodyPr wrap="square" rtlCol="0">
            <a:spAutoFit/>
          </a:bodyPr>
          <a:lstStyle/>
          <a:p>
            <a:r>
              <a:rPr lang="zh-TW" altLang="en-US" sz="2400" dirty="0">
                <a:latin typeface="微軟正黑體" panose="020B0604030504040204" pitchFamily="34" charset="-120"/>
                <a:ea typeface="微軟正黑體" panose="020B0604030504040204" pitchFamily="34" charset="-120"/>
              </a:rPr>
              <a:t>採購折讓退貨流程</a:t>
            </a:r>
          </a:p>
        </p:txBody>
      </p:sp>
      <p:graphicFrame>
        <p:nvGraphicFramePr>
          <p:cNvPr id="41" name="表格 30">
            <a:extLst>
              <a:ext uri="{FF2B5EF4-FFF2-40B4-BE49-F238E27FC236}">
                <a16:creationId xmlns:a16="http://schemas.microsoft.com/office/drawing/2014/main" id="{AC8FD7A2-65AA-AF6A-2D90-4BFA81500876}"/>
              </a:ext>
            </a:extLst>
          </p:cNvPr>
          <p:cNvGraphicFramePr>
            <a:graphicFrameLocks noGrp="1"/>
          </p:cNvGraphicFramePr>
          <p:nvPr/>
        </p:nvGraphicFramePr>
        <p:xfrm>
          <a:off x="9877890" y="4865354"/>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algn="ctr"/>
                      <a:r>
                        <a:rPr lang="en-US" altLang="zh-TW" sz="1500" b="1">
                          <a:latin typeface="微軟正黑體" panose="020B0604030504040204" pitchFamily="34" charset="-120"/>
                          <a:ea typeface="微軟正黑體" panose="020B0604030504040204" pitchFamily="34" charset="-120"/>
                        </a:rPr>
                        <a:t>ZMM065</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3125084632"/>
                  </a:ext>
                </a:extLst>
              </a:tr>
              <a:tr h="565200">
                <a:tc gridSpan="2">
                  <a:txBody>
                    <a:bodyPr/>
                    <a:lstStyle/>
                    <a:p>
                      <a:pPr algn="ctr"/>
                      <a:r>
                        <a:rPr lang="zh-TW" altLang="en-US" sz="1500">
                          <a:latin typeface="微軟正黑體" panose="020B0604030504040204" pitchFamily="34" charset="-120"/>
                          <a:ea typeface="微軟正黑體" panose="020B0604030504040204" pitchFamily="34" charset="-120"/>
                        </a:rPr>
                        <a:t>發票驗證另存為已完成送</a:t>
                      </a:r>
                      <a:r>
                        <a:rPr lang="en-US" altLang="zh-TW" sz="1500">
                          <a:latin typeface="微軟正黑體" panose="020B0604030504040204" pitchFamily="34" charset="-120"/>
                          <a:ea typeface="微軟正黑體" panose="020B0604030504040204" pitchFamily="34" charset="-120"/>
                        </a:rPr>
                        <a:t>BPM</a:t>
                      </a:r>
                      <a:r>
                        <a:rPr lang="zh-TW" altLang="en-US" sz="1500">
                          <a:latin typeface="微軟正黑體" panose="020B0604030504040204" pitchFamily="34" charset="-120"/>
                          <a:ea typeface="微軟正黑體" panose="020B0604030504040204" pitchFamily="34" charset="-120"/>
                        </a:rPr>
                        <a:t>簽核</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1006350340"/>
                  </a:ext>
                </a:extLst>
              </a:tr>
              <a:tr h="336600">
                <a:tc>
                  <a:txBody>
                    <a:bodyPr/>
                    <a:lstStyle/>
                    <a:p>
                      <a:pPr algn="ctr"/>
                      <a:r>
                        <a:rPr lang="en-US" sz="1500">
                          <a:latin typeface="微軟正黑體" panose="020B0604030504040204" pitchFamily="34" charset="-120"/>
                          <a:ea typeface="微軟正黑體" panose="020B0604030504040204" pitchFamily="34" charset="-120"/>
                        </a:rPr>
                        <a:t>SAP</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手動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sp>
        <p:nvSpPr>
          <p:cNvPr id="25" name="文字方塊 24">
            <a:extLst>
              <a:ext uri="{FF2B5EF4-FFF2-40B4-BE49-F238E27FC236}">
                <a16:creationId xmlns:a16="http://schemas.microsoft.com/office/drawing/2014/main" id="{C274B068-C460-B8DF-DCDC-EC10A06FDA70}"/>
              </a:ext>
            </a:extLst>
          </p:cNvPr>
          <p:cNvSpPr txBox="1"/>
          <p:nvPr/>
        </p:nvSpPr>
        <p:spPr>
          <a:xfrm>
            <a:off x="12598050" y="239121"/>
            <a:ext cx="1723549" cy="400110"/>
          </a:xfrm>
          <a:prstGeom prst="rect">
            <a:avLst/>
          </a:prstGeom>
          <a:noFill/>
        </p:spPr>
        <p:txBody>
          <a:bodyPr wrap="none" rtlCol="0">
            <a:spAutoFit/>
          </a:bodyPr>
          <a:lstStyle/>
          <a:p>
            <a:r>
              <a:rPr lang="zh-TW" altLang="en-US" sz="2000" dirty="0">
                <a:latin typeface="微軟正黑體" panose="020B0604030504040204" pitchFamily="34" charset="-120"/>
                <a:ea typeface="微軟正黑體" panose="020B0604030504040204" pitchFamily="34" charset="-120"/>
              </a:rPr>
              <a:t>權責單位改變</a:t>
            </a:r>
          </a:p>
        </p:txBody>
      </p:sp>
      <p:sp>
        <p:nvSpPr>
          <p:cNvPr id="27" name="文字方塊 26">
            <a:extLst>
              <a:ext uri="{FF2B5EF4-FFF2-40B4-BE49-F238E27FC236}">
                <a16:creationId xmlns:a16="http://schemas.microsoft.com/office/drawing/2014/main" id="{73EA58A4-3D3B-0004-8425-15186B109C63}"/>
              </a:ext>
            </a:extLst>
          </p:cNvPr>
          <p:cNvSpPr txBox="1"/>
          <p:nvPr/>
        </p:nvSpPr>
        <p:spPr>
          <a:xfrm>
            <a:off x="10988787" y="208344"/>
            <a:ext cx="458780" cy="461665"/>
          </a:xfrm>
          <a:prstGeom prst="rect">
            <a:avLst/>
          </a:prstGeom>
          <a:noFill/>
        </p:spPr>
        <p:txBody>
          <a:bodyPr wrap="none" rtlCol="0">
            <a:spAutoFit/>
          </a:bodyPr>
          <a:lstStyle/>
          <a:p>
            <a:r>
              <a:rPr lang="zh-TW" altLang="en-US" sz="2400">
                <a:latin typeface="微軟正黑體" panose="020B0604030504040204" pitchFamily="34" charset="-120"/>
                <a:ea typeface="微軟正黑體" panose="020B0604030504040204" pitchFamily="34" charset="-120"/>
                <a:sym typeface="Wingdings" panose="05000000000000000000" pitchFamily="2" charset="2"/>
              </a:rPr>
              <a:t></a:t>
            </a:r>
            <a:endParaRPr lang="zh-TW" altLang="en-US" sz="2400">
              <a:latin typeface="微軟正黑體" panose="020B0604030504040204" pitchFamily="34" charset="-120"/>
              <a:ea typeface="微軟正黑體" panose="020B0604030504040204" pitchFamily="34" charset="-120"/>
            </a:endParaRPr>
          </a:p>
        </p:txBody>
      </p:sp>
      <p:sp>
        <p:nvSpPr>
          <p:cNvPr id="28" name="文字方塊 27">
            <a:extLst>
              <a:ext uri="{FF2B5EF4-FFF2-40B4-BE49-F238E27FC236}">
                <a16:creationId xmlns:a16="http://schemas.microsoft.com/office/drawing/2014/main" id="{D55F1217-6BE7-F5CD-2980-C904A23464AC}"/>
              </a:ext>
            </a:extLst>
          </p:cNvPr>
          <p:cNvSpPr txBox="1"/>
          <p:nvPr/>
        </p:nvSpPr>
        <p:spPr>
          <a:xfrm>
            <a:off x="11326337" y="239121"/>
            <a:ext cx="954107" cy="400110"/>
          </a:xfrm>
          <a:prstGeom prst="rect">
            <a:avLst/>
          </a:prstGeom>
          <a:noFill/>
        </p:spPr>
        <p:txBody>
          <a:bodyPr wrap="none" rtlCol="0">
            <a:spAutoFit/>
          </a:bodyPr>
          <a:lstStyle/>
          <a:p>
            <a:r>
              <a:rPr lang="zh-TW" altLang="en-US" sz="2000" dirty="0">
                <a:latin typeface="微軟正黑體" panose="020B0604030504040204" pitchFamily="34" charset="-120"/>
                <a:ea typeface="微軟正黑體" panose="020B0604030504040204" pitchFamily="34" charset="-120"/>
              </a:rPr>
              <a:t>新流程</a:t>
            </a:r>
          </a:p>
        </p:txBody>
      </p:sp>
      <p:sp>
        <p:nvSpPr>
          <p:cNvPr id="17" name="文字方塊 16">
            <a:extLst>
              <a:ext uri="{FF2B5EF4-FFF2-40B4-BE49-F238E27FC236}">
                <a16:creationId xmlns:a16="http://schemas.microsoft.com/office/drawing/2014/main" id="{EA914D6F-5ECD-16A3-170D-C82706CD5603}"/>
              </a:ext>
            </a:extLst>
          </p:cNvPr>
          <p:cNvSpPr txBox="1"/>
          <p:nvPr/>
        </p:nvSpPr>
        <p:spPr>
          <a:xfrm>
            <a:off x="12253065" y="208344"/>
            <a:ext cx="518400" cy="461665"/>
          </a:xfrm>
          <a:prstGeom prst="rect">
            <a:avLst/>
          </a:prstGeom>
          <a:noFill/>
        </p:spPr>
        <p:txBody>
          <a:bodyPr wrap="square" rtlCol="0">
            <a:spAutoFit/>
          </a:bodyPr>
          <a:lstStyle/>
          <a:p>
            <a:r>
              <a:rPr lang="zh-TW" altLang="en-US" sz="2400" dirty="0">
                <a:latin typeface="微軟正黑體" panose="020B0604030504040204" pitchFamily="34" charset="-120"/>
                <a:ea typeface="微軟正黑體" panose="020B0604030504040204" pitchFamily="34" charset="-120"/>
                <a:sym typeface="Wingdings" panose="05000000000000000000" pitchFamily="2" charset="2"/>
              </a:rPr>
              <a:t></a:t>
            </a:r>
            <a:endParaRPr lang="zh-TW" altLang="en-US" sz="2400" dirty="0">
              <a:latin typeface="微軟正黑體" panose="020B0604030504040204" pitchFamily="34" charset="-120"/>
              <a:ea typeface="微軟正黑體" panose="020B0604030504040204" pitchFamily="34" charset="-120"/>
            </a:endParaRPr>
          </a:p>
        </p:txBody>
      </p:sp>
      <p:sp>
        <p:nvSpPr>
          <p:cNvPr id="20" name="文字方塊 19">
            <a:extLst>
              <a:ext uri="{FF2B5EF4-FFF2-40B4-BE49-F238E27FC236}">
                <a16:creationId xmlns:a16="http://schemas.microsoft.com/office/drawing/2014/main" id="{AFBC6B31-0176-02AA-CF5C-337381E5FC1E}"/>
              </a:ext>
            </a:extLst>
          </p:cNvPr>
          <p:cNvSpPr txBox="1"/>
          <p:nvPr/>
        </p:nvSpPr>
        <p:spPr>
          <a:xfrm>
            <a:off x="16673120" y="701830"/>
            <a:ext cx="551112" cy="346249"/>
          </a:xfrm>
          <a:prstGeom prst="rect">
            <a:avLst/>
          </a:prstGeom>
          <a:solidFill>
            <a:schemeClr val="bg1"/>
          </a:solidFill>
        </p:spPr>
        <p:txBody>
          <a:bodyPr wrap="square" rtlCol="0">
            <a:spAutoFit/>
          </a:bodyPr>
          <a:lstStyle/>
          <a:p>
            <a:r>
              <a:rPr lang="en-US" altLang="zh-TW" sz="1650">
                <a:latin typeface="微軟正黑體" panose="020B0604030504040204" pitchFamily="34" charset="-120"/>
                <a:ea typeface="微軟正黑體" panose="020B0604030504040204" pitchFamily="34" charset="-120"/>
              </a:rPr>
              <a:t>1</a:t>
            </a:r>
            <a:endParaRPr lang="zh-TW" altLang="en-US" sz="1650">
              <a:latin typeface="微軟正黑體" panose="020B0604030504040204" pitchFamily="34" charset="-120"/>
              <a:ea typeface="微軟正黑體" panose="020B0604030504040204" pitchFamily="34" charset="-120"/>
            </a:endParaRPr>
          </a:p>
        </p:txBody>
      </p:sp>
      <p:sp>
        <p:nvSpPr>
          <p:cNvPr id="30" name="流程圖: 程序 29">
            <a:extLst>
              <a:ext uri="{FF2B5EF4-FFF2-40B4-BE49-F238E27FC236}">
                <a16:creationId xmlns:a16="http://schemas.microsoft.com/office/drawing/2014/main" id="{CA9CD944-C5C6-DF34-BB1E-4137B2A6D3B2}"/>
              </a:ext>
            </a:extLst>
          </p:cNvPr>
          <p:cNvSpPr/>
          <p:nvPr/>
        </p:nvSpPr>
        <p:spPr>
          <a:xfrm>
            <a:off x="591080" y="3018122"/>
            <a:ext cx="1404000" cy="1009800"/>
          </a:xfrm>
          <a:prstGeom prst="flowChartProcess">
            <a:avLst/>
          </a:prstGeom>
          <a:ln>
            <a:solidFill>
              <a:schemeClr val="tx1">
                <a:lumMod val="50000"/>
                <a:lumOff val="50000"/>
              </a:schemeClr>
            </a:solidFill>
          </a:ln>
        </p:spPr>
        <p:style>
          <a:lnRef idx="2">
            <a:schemeClr val="accent6"/>
          </a:lnRef>
          <a:fillRef idx="1">
            <a:schemeClr val="lt1"/>
          </a:fillRef>
          <a:effectRef idx="0">
            <a:schemeClr val="accent6"/>
          </a:effectRef>
          <a:fontRef idx="minor">
            <a:schemeClr val="dk1"/>
          </a:fontRef>
        </p:style>
        <p:txBody>
          <a:bodyPr lIns="108000" rIns="108000" rtlCol="0" anchor="ctr"/>
          <a:lstStyle/>
          <a:p>
            <a:pPr algn="ctr"/>
            <a:r>
              <a:rPr lang="zh-TW" altLang="en-US" sz="1500" dirty="0">
                <a:latin typeface="微軟正黑體" panose="020B0604030504040204" pitchFamily="34" charset="-120"/>
                <a:ea typeface="微軟正黑體" panose="020B0604030504040204" pitchFamily="34" charset="-120"/>
              </a:rPr>
              <a:t>折讓退貨需求</a:t>
            </a:r>
            <a:endParaRPr lang="en-US" sz="1500" dirty="0">
              <a:latin typeface="微軟正黑體" panose="020B0604030504040204" pitchFamily="34" charset="-120"/>
              <a:ea typeface="微軟正黑體" panose="020B0604030504040204" pitchFamily="34" charset="-120"/>
            </a:endParaRPr>
          </a:p>
        </p:txBody>
      </p:sp>
      <p:sp>
        <p:nvSpPr>
          <p:cNvPr id="31" name="流程圖: 決策 50">
            <a:extLst>
              <a:ext uri="{FF2B5EF4-FFF2-40B4-BE49-F238E27FC236}">
                <a16:creationId xmlns:a16="http://schemas.microsoft.com/office/drawing/2014/main" id="{A6943236-2992-D936-2919-7BA3900DB6DB}"/>
              </a:ext>
            </a:extLst>
          </p:cNvPr>
          <p:cNvSpPr/>
          <p:nvPr/>
        </p:nvSpPr>
        <p:spPr bwMode="auto">
          <a:xfrm>
            <a:off x="372105" y="4875089"/>
            <a:ext cx="1841949" cy="117794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是否為退貨</a:t>
            </a:r>
            <a:r>
              <a:rPr lang="en-US" altLang="zh-TW" sz="1500">
                <a:latin typeface="微軟正黑體" panose="020B0604030504040204" pitchFamily="34" charset="-120"/>
                <a:ea typeface="微軟正黑體" panose="020B0604030504040204" pitchFamily="34" charset="-120"/>
              </a:rPr>
              <a:t>?</a:t>
            </a:r>
          </a:p>
          <a:p>
            <a:pPr algn="ctr" eaLnBrk="0" hangingPunct="0"/>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與數量有關</a:t>
            </a:r>
            <a:r>
              <a:rPr lang="en-US" altLang="zh-TW" sz="1500">
                <a:latin typeface="微軟正黑體" panose="020B0604030504040204" pitchFamily="34" charset="-120"/>
                <a:ea typeface="微軟正黑體" panose="020B0604030504040204" pitchFamily="34" charset="-120"/>
              </a:rPr>
              <a:t>)</a:t>
            </a:r>
            <a:endParaRPr lang="zh-TW" altLang="en-US" sz="1500">
              <a:latin typeface="微軟正黑體" panose="020B0604030504040204" pitchFamily="34" charset="-120"/>
              <a:ea typeface="微軟正黑體" panose="020B0604030504040204" pitchFamily="34" charset="-120"/>
            </a:endParaRPr>
          </a:p>
        </p:txBody>
      </p:sp>
      <p:graphicFrame>
        <p:nvGraphicFramePr>
          <p:cNvPr id="38" name="表格 30">
            <a:extLst>
              <a:ext uri="{FF2B5EF4-FFF2-40B4-BE49-F238E27FC236}">
                <a16:creationId xmlns:a16="http://schemas.microsoft.com/office/drawing/2014/main" id="{FE4EA7A5-3B14-0B4D-EFA5-510EFEE0F666}"/>
              </a:ext>
            </a:extLst>
          </p:cNvPr>
          <p:cNvGraphicFramePr>
            <a:graphicFrameLocks noGrp="1"/>
          </p:cNvGraphicFramePr>
          <p:nvPr/>
        </p:nvGraphicFramePr>
        <p:xfrm>
          <a:off x="3564000" y="6803239"/>
          <a:ext cx="1797832" cy="10098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algn="ctr"/>
                      <a:r>
                        <a:rPr lang="en-US" altLang="zh-TW" sz="1500" b="1">
                          <a:latin typeface="微軟正黑體" panose="020B0604030504040204" pitchFamily="34" charset="-120"/>
                          <a:ea typeface="微軟正黑體" panose="020B0604030504040204" pitchFamily="34" charset="-120"/>
                        </a:rPr>
                        <a:t>MIR7</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3125084632"/>
                  </a:ext>
                </a:extLst>
              </a:tr>
              <a:tr h="336600">
                <a:tc gridSpan="2">
                  <a:txBody>
                    <a:bodyPr/>
                    <a:lstStyle/>
                    <a:p>
                      <a:pPr algn="ctr"/>
                      <a:r>
                        <a:rPr lang="zh-TW" altLang="en-US" sz="1500">
                          <a:latin typeface="微軟正黑體" panose="020B0604030504040204" pitchFamily="34" charset="-120"/>
                          <a:ea typeface="微軟正黑體" panose="020B0604030504040204" pitchFamily="34" charset="-120"/>
                        </a:rPr>
                        <a:t>貸項通知單</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1006350340"/>
                  </a:ext>
                </a:extLst>
              </a:tr>
              <a:tr h="336600">
                <a:tc>
                  <a:txBody>
                    <a:bodyPr/>
                    <a:lstStyle/>
                    <a:p>
                      <a:pPr algn="ctr"/>
                      <a:r>
                        <a:rPr lang="en-US" sz="1500">
                          <a:latin typeface="微軟正黑體" panose="020B0604030504040204" pitchFamily="34" charset="-120"/>
                          <a:ea typeface="微軟正黑體" panose="020B0604030504040204" pitchFamily="34" charset="-120"/>
                        </a:rPr>
                        <a:t>SAP</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手動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cxnSp>
        <p:nvCxnSpPr>
          <p:cNvPr id="43" name="Straight Arrow Connector 43">
            <a:extLst>
              <a:ext uri="{FF2B5EF4-FFF2-40B4-BE49-F238E27FC236}">
                <a16:creationId xmlns:a16="http://schemas.microsoft.com/office/drawing/2014/main" id="{DFE0E5DB-1391-953E-7E8B-96F7EB646C0D}"/>
              </a:ext>
            </a:extLst>
          </p:cNvPr>
          <p:cNvCxnSpPr>
            <a:cxnSpLocks/>
            <a:stCxn id="30" idx="2"/>
            <a:endCxn id="31" idx="0"/>
          </p:cNvCxnSpPr>
          <p:nvPr/>
        </p:nvCxnSpPr>
        <p:spPr>
          <a:xfrm>
            <a:off x="1293080" y="4027922"/>
            <a:ext cx="0" cy="847167"/>
          </a:xfrm>
          <a:prstGeom prst="straightConnector1">
            <a:avLst/>
          </a:prstGeom>
          <a:noFill/>
          <a:ln w="12700" cap="flat" cmpd="sng" algn="ctr">
            <a:solidFill>
              <a:srgbClr val="000000"/>
            </a:solidFill>
            <a:prstDash val="solid"/>
            <a:tailEnd type="triangle"/>
          </a:ln>
          <a:effectLst/>
        </p:spPr>
      </p:cxnSp>
      <p:cxnSp>
        <p:nvCxnSpPr>
          <p:cNvPr id="48" name="接點: 肘形 47">
            <a:extLst>
              <a:ext uri="{FF2B5EF4-FFF2-40B4-BE49-F238E27FC236}">
                <a16:creationId xmlns:a16="http://schemas.microsoft.com/office/drawing/2014/main" id="{48204B52-CADD-6FBE-A40E-491AB47F6246}"/>
              </a:ext>
            </a:extLst>
          </p:cNvPr>
          <p:cNvCxnSpPr>
            <a:cxnSpLocks/>
            <a:stCxn id="31" idx="3"/>
            <a:endCxn id="38" idx="1"/>
          </p:cNvCxnSpPr>
          <p:nvPr/>
        </p:nvCxnSpPr>
        <p:spPr>
          <a:xfrm>
            <a:off x="2214054" y="5464061"/>
            <a:ext cx="1349946" cy="1844078"/>
          </a:xfrm>
          <a:prstGeom prst="bentConnector3">
            <a:avLst>
              <a:gd name="adj1" fmla="val 50000"/>
            </a:avLst>
          </a:prstGeom>
          <a:noFill/>
          <a:ln w="12700" cap="flat" cmpd="sng" algn="ctr">
            <a:solidFill>
              <a:srgbClr val="000000"/>
            </a:solidFill>
            <a:prstDash val="solid"/>
            <a:tailEnd type="triangle"/>
          </a:ln>
          <a:effectLst/>
        </p:spPr>
      </p:cxnSp>
      <p:cxnSp>
        <p:nvCxnSpPr>
          <p:cNvPr id="49" name="接點: 肘形 48">
            <a:extLst>
              <a:ext uri="{FF2B5EF4-FFF2-40B4-BE49-F238E27FC236}">
                <a16:creationId xmlns:a16="http://schemas.microsoft.com/office/drawing/2014/main" id="{C9761226-64D8-293B-C985-BA9DD7BA2AC0}"/>
              </a:ext>
            </a:extLst>
          </p:cNvPr>
          <p:cNvCxnSpPr>
            <a:cxnSpLocks/>
            <a:stCxn id="31" idx="3"/>
            <a:endCxn id="19" idx="1"/>
          </p:cNvCxnSpPr>
          <p:nvPr/>
        </p:nvCxnSpPr>
        <p:spPr>
          <a:xfrm flipV="1">
            <a:off x="2214054" y="4026761"/>
            <a:ext cx="1349946" cy="1437300"/>
          </a:xfrm>
          <a:prstGeom prst="bentConnector3">
            <a:avLst>
              <a:gd name="adj1" fmla="val 50000"/>
            </a:avLst>
          </a:prstGeom>
          <a:noFill/>
          <a:ln w="12700" cap="flat" cmpd="sng" algn="ctr">
            <a:solidFill>
              <a:srgbClr val="000000"/>
            </a:solidFill>
            <a:prstDash val="solid"/>
            <a:tailEnd type="triangle"/>
          </a:ln>
          <a:effectLst/>
        </p:spPr>
      </p:cxnSp>
      <p:sp>
        <p:nvSpPr>
          <p:cNvPr id="56" name="TextBox 54">
            <a:extLst>
              <a:ext uri="{FF2B5EF4-FFF2-40B4-BE49-F238E27FC236}">
                <a16:creationId xmlns:a16="http://schemas.microsoft.com/office/drawing/2014/main" id="{D29D02DF-9BB1-60B6-5070-FB6CF51158B8}"/>
              </a:ext>
            </a:extLst>
          </p:cNvPr>
          <p:cNvSpPr txBox="1"/>
          <p:nvPr/>
        </p:nvSpPr>
        <p:spPr>
          <a:xfrm>
            <a:off x="2120654" y="5993101"/>
            <a:ext cx="620774" cy="553998"/>
          </a:xfrm>
          <a:prstGeom prst="rect">
            <a:avLst/>
          </a:prstGeom>
          <a:noFill/>
        </p:spPr>
        <p:txBody>
          <a:bodyPr wrap="square" lIns="0" tIns="0" rIns="0" bIns="0" rtlCol="0">
            <a:spAutoFit/>
          </a:bodyPr>
          <a:lstStyle/>
          <a:p>
            <a:pPr algn="ctr">
              <a:lnSpc>
                <a:spcPct val="100000"/>
              </a:lnSpc>
              <a:buSzPct val="100000"/>
            </a:pPr>
            <a:r>
              <a:rPr lang="en-US" altLang="zh-TW">
                <a:latin typeface="微軟正黑體" panose="020B0604030504040204" pitchFamily="34" charset="-120"/>
                <a:ea typeface="微軟正黑體" panose="020B0604030504040204" pitchFamily="34" charset="-120"/>
              </a:rPr>
              <a:t>YES</a:t>
            </a:r>
          </a:p>
          <a:p>
            <a:pPr algn="ctr">
              <a:lnSpc>
                <a:spcPct val="100000"/>
              </a:lnSpc>
              <a:buSzPct val="100000"/>
            </a:pPr>
            <a:r>
              <a:rPr lang="zh-TW" altLang="en-US">
                <a:latin typeface="微軟正黑體" panose="020B0604030504040204" pitchFamily="34" charset="-120"/>
                <a:ea typeface="微軟正黑體" panose="020B0604030504040204" pitchFamily="34" charset="-120"/>
              </a:rPr>
              <a:t>退貨</a:t>
            </a:r>
            <a:endParaRPr lang="en-GB">
              <a:latin typeface="微軟正黑體" panose="020B0604030504040204" pitchFamily="34" charset="-120"/>
              <a:ea typeface="微軟正黑體" panose="020B0604030504040204" pitchFamily="34" charset="-120"/>
            </a:endParaRPr>
          </a:p>
        </p:txBody>
      </p:sp>
      <p:sp>
        <p:nvSpPr>
          <p:cNvPr id="57" name="TextBox 54">
            <a:extLst>
              <a:ext uri="{FF2B5EF4-FFF2-40B4-BE49-F238E27FC236}">
                <a16:creationId xmlns:a16="http://schemas.microsoft.com/office/drawing/2014/main" id="{485E0560-B075-0FB7-B0E6-61CDB7BB9565}"/>
              </a:ext>
            </a:extLst>
          </p:cNvPr>
          <p:cNvSpPr txBox="1"/>
          <p:nvPr/>
        </p:nvSpPr>
        <p:spPr>
          <a:xfrm>
            <a:off x="2120656" y="4415998"/>
            <a:ext cx="620774" cy="553998"/>
          </a:xfrm>
          <a:prstGeom prst="rect">
            <a:avLst/>
          </a:prstGeom>
          <a:noFill/>
        </p:spPr>
        <p:txBody>
          <a:bodyPr wrap="square" lIns="0" tIns="0" rIns="0" bIns="0" rtlCol="0">
            <a:spAutoFit/>
          </a:bodyPr>
          <a:lstStyle/>
          <a:p>
            <a:pPr algn="ctr">
              <a:lnSpc>
                <a:spcPct val="100000"/>
              </a:lnSpc>
              <a:buSzPct val="100000"/>
            </a:pPr>
            <a:r>
              <a:rPr lang="en-US" altLang="zh-TW">
                <a:latin typeface="微軟正黑體" panose="020B0604030504040204" pitchFamily="34" charset="-120"/>
                <a:ea typeface="微軟正黑體" panose="020B0604030504040204" pitchFamily="34" charset="-120"/>
              </a:rPr>
              <a:t>NO</a:t>
            </a:r>
          </a:p>
          <a:p>
            <a:pPr algn="ctr">
              <a:lnSpc>
                <a:spcPct val="100000"/>
              </a:lnSpc>
              <a:buSzPct val="100000"/>
            </a:pPr>
            <a:r>
              <a:rPr lang="zh-TW" altLang="en-US">
                <a:latin typeface="微軟正黑體" panose="020B0604030504040204" pitchFamily="34" charset="-120"/>
                <a:ea typeface="微軟正黑體" panose="020B0604030504040204" pitchFamily="34" charset="-120"/>
              </a:rPr>
              <a:t>折讓</a:t>
            </a:r>
            <a:endParaRPr lang="en-GB">
              <a:latin typeface="微軟正黑體" panose="020B0604030504040204" pitchFamily="34" charset="-120"/>
              <a:ea typeface="微軟正黑體" panose="020B0604030504040204" pitchFamily="34" charset="-120"/>
            </a:endParaRPr>
          </a:p>
        </p:txBody>
      </p:sp>
      <p:cxnSp>
        <p:nvCxnSpPr>
          <p:cNvPr id="63" name="接點: 肘形 62">
            <a:extLst>
              <a:ext uri="{FF2B5EF4-FFF2-40B4-BE49-F238E27FC236}">
                <a16:creationId xmlns:a16="http://schemas.microsoft.com/office/drawing/2014/main" id="{64294CEE-F8D4-8EBE-E24F-5BF469AEBC2B}"/>
              </a:ext>
            </a:extLst>
          </p:cNvPr>
          <p:cNvCxnSpPr>
            <a:cxnSpLocks/>
            <a:stCxn id="19" idx="3"/>
            <a:endCxn id="33" idx="1"/>
          </p:cNvCxnSpPr>
          <p:nvPr/>
        </p:nvCxnSpPr>
        <p:spPr>
          <a:xfrm>
            <a:off x="5405400" y="4026761"/>
            <a:ext cx="1868685" cy="1456524"/>
          </a:xfrm>
          <a:prstGeom prst="bentConnector3">
            <a:avLst>
              <a:gd name="adj1" fmla="val 50000"/>
            </a:avLst>
          </a:prstGeom>
          <a:noFill/>
          <a:ln w="12700" cap="flat" cmpd="sng" algn="ctr">
            <a:solidFill>
              <a:srgbClr val="000000"/>
            </a:solidFill>
            <a:prstDash val="solid"/>
            <a:tailEnd type="triangle"/>
          </a:ln>
          <a:effectLst/>
        </p:spPr>
      </p:cxnSp>
      <p:cxnSp>
        <p:nvCxnSpPr>
          <p:cNvPr id="194" name="接點: 肘形 193">
            <a:extLst>
              <a:ext uri="{FF2B5EF4-FFF2-40B4-BE49-F238E27FC236}">
                <a16:creationId xmlns:a16="http://schemas.microsoft.com/office/drawing/2014/main" id="{42ED544B-32AD-4EA9-48B4-6A6327CA655D}"/>
              </a:ext>
            </a:extLst>
          </p:cNvPr>
          <p:cNvCxnSpPr>
            <a:cxnSpLocks/>
            <a:stCxn id="19" idx="3"/>
          </p:cNvCxnSpPr>
          <p:nvPr/>
        </p:nvCxnSpPr>
        <p:spPr>
          <a:xfrm flipV="1">
            <a:off x="5405401" y="2870719"/>
            <a:ext cx="1969601" cy="1156043"/>
          </a:xfrm>
          <a:prstGeom prst="bentConnector3">
            <a:avLst>
              <a:gd name="adj1" fmla="val 47461"/>
            </a:avLst>
          </a:prstGeom>
          <a:noFill/>
          <a:ln w="12700" cap="flat" cmpd="sng" algn="ctr">
            <a:solidFill>
              <a:srgbClr val="000000"/>
            </a:solidFill>
            <a:prstDash val="solid"/>
            <a:tailEnd type="triangle"/>
          </a:ln>
          <a:effectLst/>
        </p:spPr>
      </p:cxnSp>
      <p:sp>
        <p:nvSpPr>
          <p:cNvPr id="251" name="矩形 250">
            <a:extLst>
              <a:ext uri="{FF2B5EF4-FFF2-40B4-BE49-F238E27FC236}">
                <a16:creationId xmlns:a16="http://schemas.microsoft.com/office/drawing/2014/main" id="{7DFEC930-3041-84BC-CCB0-E3CEAF5659FA}"/>
              </a:ext>
            </a:extLst>
          </p:cNvPr>
          <p:cNvSpPr/>
          <p:nvPr/>
        </p:nvSpPr>
        <p:spPr bwMode="auto">
          <a:xfrm>
            <a:off x="14400000" y="1725715"/>
            <a:ext cx="3592800" cy="8725466"/>
          </a:xfrm>
          <a:prstGeom prst="rect">
            <a:avLst/>
          </a:prstGeom>
          <a:noFill/>
        </p:spPr>
        <p:txBody>
          <a:bodyPr wrap="square" rtlCol="0">
            <a:spAutoFit/>
          </a:bodyPr>
          <a:lstStyle/>
          <a:p>
            <a:pPr eaLnBrk="0" hangingPunct="0">
              <a:spcAft>
                <a:spcPts val="600"/>
              </a:spcAft>
            </a:pPr>
            <a:r>
              <a:rPr lang="zh-TW" altLang="en-US" sz="1650" b="1" dirty="0">
                <a:latin typeface="微軟正黑體" panose="020B0604030504040204" pitchFamily="34" charset="-120"/>
                <a:ea typeface="微軟正黑體" panose="020B0604030504040204" pitchFamily="34" charset="-120"/>
              </a:rPr>
              <a:t>作業流程步驟說明</a:t>
            </a:r>
            <a:endParaRPr lang="en-US" altLang="zh-TW" sz="1650" b="1" dirty="0">
              <a:latin typeface="微軟正黑體" panose="020B0604030504040204" pitchFamily="34" charset="-120"/>
              <a:ea typeface="微軟正黑體" panose="020B0604030504040204" pitchFamily="34" charset="-120"/>
            </a:endParaRPr>
          </a:p>
          <a:p>
            <a:pPr eaLnBrk="0" hangingPunct="0"/>
            <a:r>
              <a:rPr lang="en-US" altLang="zh-TW" sz="1650" dirty="0">
                <a:latin typeface="微軟正黑體" panose="020B0604030504040204" pitchFamily="34" charset="-120"/>
                <a:ea typeface="微軟正黑體" panose="020B0604030504040204" pitchFamily="34" charset="-120"/>
              </a:rPr>
              <a:t>1. </a:t>
            </a:r>
            <a:r>
              <a:rPr lang="zh-TW" altLang="en-US" sz="1650" dirty="0">
                <a:latin typeface="微軟正黑體" panose="020B0604030504040204" pitchFamily="34" charset="-120"/>
                <a:ea typeface="微軟正黑體" panose="020B0604030504040204" pitchFamily="34" charset="-120"/>
              </a:rPr>
              <a:t>搭配</a:t>
            </a:r>
            <a:r>
              <a:rPr lang="en-US" altLang="zh-TW" sz="1650" dirty="0">
                <a:latin typeface="微軟正黑體" panose="020B0604030504040204" pitchFamily="34" charset="-120"/>
                <a:ea typeface="微軟正黑體" panose="020B0604030504040204" pitchFamily="34" charset="-120"/>
              </a:rPr>
              <a:t>MM-IV-0010</a:t>
            </a:r>
            <a:r>
              <a:rPr lang="zh-TW" altLang="en-US" sz="1650" dirty="0">
                <a:latin typeface="微軟正黑體" panose="020B0604030504040204" pitchFamily="34" charset="-120"/>
                <a:ea typeface="微軟正黑體" panose="020B0604030504040204" pitchFamily="34" charset="-120"/>
              </a:rPr>
              <a:t>發票驗證流程，若付款的情境</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含全額、淨額</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合併在供應商開立的同一張發票中，則直接在</a:t>
            </a:r>
            <a:r>
              <a:rPr lang="en-US" altLang="zh-TW" sz="1650" dirty="0">
                <a:latin typeface="微軟正黑體" panose="020B0604030504040204" pitchFamily="34" charset="-120"/>
                <a:ea typeface="微軟正黑體" panose="020B0604030504040204" pitchFamily="34" charset="-120"/>
              </a:rPr>
              <a:t>MIR7</a:t>
            </a:r>
            <a:r>
              <a:rPr lang="zh-TW" altLang="en-US" sz="1650" dirty="0">
                <a:latin typeface="微軟正黑體" panose="020B0604030504040204" pitchFamily="34" charset="-120"/>
                <a:ea typeface="微軟正黑體" panose="020B0604030504040204" pitchFamily="34" charset="-120"/>
              </a:rPr>
              <a:t>發票驗證申請</a:t>
            </a:r>
            <a:endParaRPr lang="en-US" altLang="zh-TW" sz="1650" dirty="0">
              <a:latin typeface="微軟正黑體" panose="020B0604030504040204" pitchFamily="34" charset="-120"/>
              <a:ea typeface="微軟正黑體" panose="020B0604030504040204" pitchFamily="34" charset="-120"/>
            </a:endParaRPr>
          </a:p>
          <a:p>
            <a:pPr eaLnBrk="0" hangingPunct="0"/>
            <a:endParaRPr lang="en-US" altLang="zh-TW" sz="1650" dirty="0">
              <a:latin typeface="微軟正黑體" panose="020B0604030504040204" pitchFamily="34" charset="-120"/>
              <a:ea typeface="微軟正黑體" panose="020B0604030504040204" pitchFamily="34" charset="-120"/>
            </a:endParaRPr>
          </a:p>
          <a:p>
            <a:pPr eaLnBrk="0" hangingPunct="0"/>
            <a:r>
              <a:rPr lang="en-US" altLang="zh-TW" sz="1650" dirty="0">
                <a:latin typeface="微軟正黑體" panose="020B0604030504040204" pitchFamily="34" charset="-120"/>
                <a:ea typeface="微軟正黑體" panose="020B0604030504040204" pitchFamily="34" charset="-120"/>
              </a:rPr>
              <a:t>2. </a:t>
            </a:r>
            <a:r>
              <a:rPr lang="zh-TW" altLang="en-US" sz="1650" dirty="0">
                <a:latin typeface="微軟正黑體" panose="020B0604030504040204" pitchFamily="34" charset="-120"/>
                <a:ea typeface="微軟正黑體" panose="020B0604030504040204" pitchFamily="34" charset="-120"/>
              </a:rPr>
              <a:t>當有扣補款需求時，依不同情境判斷是否可將該扣款歸屬到特定採購單，區分執行</a:t>
            </a:r>
            <a:r>
              <a:rPr lang="en-US" altLang="zh-TW" sz="1650" dirty="0">
                <a:latin typeface="微軟正黑體" panose="020B0604030504040204" pitchFamily="34" charset="-120"/>
                <a:ea typeface="微軟正黑體" panose="020B0604030504040204" pitchFamily="34" charset="-120"/>
              </a:rPr>
              <a:t>ZFI003</a:t>
            </a:r>
            <a:r>
              <a:rPr lang="zh-TW" altLang="en-US" sz="1650" dirty="0">
                <a:latin typeface="微軟正黑體" panose="020B0604030504040204" pitchFamily="34" charset="-120"/>
                <a:ea typeface="微軟正黑體" panose="020B0604030504040204" pitchFamily="34" charset="-120"/>
              </a:rPr>
              <a:t>的費用申請或是</a:t>
            </a:r>
            <a:r>
              <a:rPr lang="en-US" altLang="zh-TW" sz="1650" dirty="0">
                <a:latin typeface="微軟正黑體" panose="020B0604030504040204" pitchFamily="34" charset="-120"/>
                <a:ea typeface="微軟正黑體" panose="020B0604030504040204" pitchFamily="34" charset="-120"/>
              </a:rPr>
              <a:t>MIR7</a:t>
            </a:r>
            <a:r>
              <a:rPr lang="zh-TW" altLang="en-US" sz="1650" dirty="0">
                <a:latin typeface="微軟正黑體" panose="020B0604030504040204" pitchFamily="34" charset="-120"/>
                <a:ea typeface="微軟正黑體" panose="020B0604030504040204" pitchFamily="34" charset="-120"/>
              </a:rPr>
              <a:t>的後續貸項</a:t>
            </a:r>
            <a:endParaRPr lang="en-US" altLang="zh-TW" sz="1650" dirty="0">
              <a:latin typeface="微軟正黑體" panose="020B0604030504040204" pitchFamily="34" charset="-120"/>
              <a:ea typeface="微軟正黑體" panose="020B0604030504040204" pitchFamily="34" charset="-120"/>
            </a:endParaRPr>
          </a:p>
          <a:p>
            <a:pPr eaLnBrk="0" hangingPunct="0"/>
            <a:endParaRPr lang="en-US" altLang="zh-TW" sz="1650" dirty="0">
              <a:latin typeface="微軟正黑體" panose="020B0604030504040204" pitchFamily="34" charset="-120"/>
              <a:ea typeface="微軟正黑體" panose="020B0604030504040204" pitchFamily="34" charset="-120"/>
            </a:endParaRPr>
          </a:p>
          <a:p>
            <a:pPr eaLnBrk="0" hangingPunct="0"/>
            <a:r>
              <a:rPr lang="en-US" altLang="zh-TW" sz="1650" dirty="0">
                <a:latin typeface="微軟正黑體" panose="020B0604030504040204" pitchFamily="34" charset="-120"/>
                <a:ea typeface="微軟正黑體" panose="020B0604030504040204" pitchFamily="34" charset="-120"/>
              </a:rPr>
              <a:t>3. </a:t>
            </a:r>
            <a:r>
              <a:rPr lang="zh-TW" altLang="en-US" sz="1650" dirty="0">
                <a:latin typeface="微軟正黑體" panose="020B0604030504040204" pitchFamily="34" charset="-120"/>
                <a:ea typeface="微軟正黑體" panose="020B0604030504040204" pitchFamily="34" charset="-120"/>
              </a:rPr>
              <a:t>無特定採購單歸屬且當符合以下情境，使用</a:t>
            </a:r>
            <a:r>
              <a:rPr lang="en-US" altLang="zh-TW" sz="1650" dirty="0">
                <a:latin typeface="微軟正黑體" panose="020B0604030504040204" pitchFamily="34" charset="-120"/>
                <a:ea typeface="微軟正黑體" panose="020B0604030504040204" pitchFamily="34" charset="-120"/>
              </a:rPr>
              <a:t>ZFI003</a:t>
            </a:r>
            <a:r>
              <a:rPr lang="zh-TW" altLang="en-US" sz="1650" dirty="0">
                <a:latin typeface="微軟正黑體" panose="020B0604030504040204" pitchFamily="34" charset="-120"/>
                <a:ea typeface="微軟正黑體" panose="020B0604030504040204" pitchFamily="34" charset="-120"/>
              </a:rPr>
              <a:t>的</a:t>
            </a:r>
            <a:r>
              <a:rPr lang="en-US" altLang="zh-TW" sz="1650" dirty="0">
                <a:latin typeface="微軟正黑體" panose="020B0604030504040204" pitchFamily="34" charset="-120"/>
                <a:ea typeface="微軟正黑體" panose="020B0604030504040204" pitchFamily="34" charset="-120"/>
              </a:rPr>
              <a:t>BPM</a:t>
            </a:r>
            <a:r>
              <a:rPr lang="zh-TW" altLang="en-US" sz="1650" dirty="0">
                <a:latin typeface="微軟正黑體" panose="020B0604030504040204" pitchFamily="34" charset="-120"/>
                <a:ea typeface="微軟正黑體" panose="020B0604030504040204" pitchFamily="34" charset="-120"/>
              </a:rPr>
              <a:t>申請費用</a:t>
            </a:r>
            <a:endParaRPr lang="en-US" altLang="zh-TW" sz="1650" dirty="0">
              <a:latin typeface="微軟正黑體" panose="020B0604030504040204" pitchFamily="34" charset="-120"/>
              <a:ea typeface="微軟正黑體" panose="020B0604030504040204" pitchFamily="34" charset="-120"/>
            </a:endParaRPr>
          </a:p>
          <a:p>
            <a:pPr marL="257175" indent="-257175" eaLnBrk="0" hangingPunct="0">
              <a:buFont typeface="Arial" panose="020B0604020202020204" pitchFamily="34" charset="0"/>
              <a:buChar char="•"/>
            </a:pPr>
            <a:r>
              <a:rPr lang="zh-TW" altLang="en-US" sz="1650" dirty="0">
                <a:latin typeface="微軟正黑體" panose="020B0604030504040204" pitchFamily="34" charset="-120"/>
                <a:ea typeface="微軟正黑體" panose="020B0604030504040204" pitchFamily="34" charset="-120"/>
              </a:rPr>
              <a:t>找不到採購單來源的供應商扣補款費用申請</a:t>
            </a:r>
            <a:endParaRPr lang="en-US" altLang="zh-TW" sz="1650" dirty="0">
              <a:latin typeface="微軟正黑體" panose="020B0604030504040204" pitchFamily="34" charset="-120"/>
              <a:ea typeface="微軟正黑體" panose="020B0604030504040204" pitchFamily="34" charset="-120"/>
            </a:endParaRPr>
          </a:p>
          <a:p>
            <a:pPr marL="257175" indent="-257175" eaLnBrk="0" hangingPunct="0">
              <a:buFont typeface="Arial" panose="020B0604020202020204" pitchFamily="34" charset="0"/>
              <a:buChar char="•"/>
            </a:pPr>
            <a:r>
              <a:rPr lang="zh-TW" altLang="en-US" sz="1650" dirty="0">
                <a:latin typeface="微軟正黑體" panose="020B0604030504040204" pitchFamily="34" charset="-120"/>
                <a:ea typeface="微軟正黑體" panose="020B0604030504040204" pitchFamily="34" charset="-120"/>
              </a:rPr>
              <a:t>折讓原因為來料不良且需扣款時：</a:t>
            </a:r>
            <a:r>
              <a:rPr lang="zh-TW" altLang="en-US" sz="1650" dirty="0">
                <a:solidFill>
                  <a:srgbClr val="FF0000"/>
                </a:solidFill>
                <a:highlight>
                  <a:srgbClr val="FFFF00"/>
                </a:highlight>
                <a:latin typeface="微軟正黑體" panose="020B0604030504040204" pitchFamily="34" charset="-120"/>
                <a:ea typeface="微軟正黑體" panose="020B0604030504040204" pitchFamily="34" charset="-120"/>
              </a:rPr>
              <a:t>商品有瑕疵、毀損，供應商原料不良索賠扣</a:t>
            </a:r>
            <a:r>
              <a:rPr lang="en-US" altLang="zh-TW" sz="1650"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650" dirty="0">
                <a:solidFill>
                  <a:srgbClr val="FF0000"/>
                </a:solidFill>
                <a:highlight>
                  <a:srgbClr val="FFFF00"/>
                </a:highlight>
                <a:latin typeface="微軟正黑體" panose="020B0604030504040204" pitchFamily="34" charset="-120"/>
                <a:ea typeface="微軟正黑體" panose="020B0604030504040204" pitchFamily="34" charset="-120"/>
              </a:rPr>
              <a:t>補</a:t>
            </a:r>
            <a:r>
              <a:rPr lang="en-US" altLang="zh-TW" sz="1650" dirty="0">
                <a:solidFill>
                  <a:srgbClr val="FF0000"/>
                </a:solidFill>
                <a:highlight>
                  <a:srgbClr val="FFFF00"/>
                </a:highlight>
                <a:latin typeface="微軟正黑體" panose="020B0604030504040204" pitchFamily="34" charset="-120"/>
                <a:ea typeface="微軟正黑體" panose="020B0604030504040204" pitchFamily="34" charset="-120"/>
              </a:rPr>
              <a:t>)</a:t>
            </a:r>
            <a:r>
              <a:rPr lang="zh-TW" altLang="en-US" sz="1650" dirty="0">
                <a:solidFill>
                  <a:srgbClr val="FF0000"/>
                </a:solidFill>
                <a:highlight>
                  <a:srgbClr val="FFFF00"/>
                </a:highlight>
                <a:latin typeface="微軟正黑體" panose="020B0604030504040204" pitchFamily="34" charset="-120"/>
                <a:ea typeface="微軟正黑體" panose="020B0604030504040204" pitchFamily="34" charset="-120"/>
              </a:rPr>
              <a:t>款</a:t>
            </a:r>
            <a:r>
              <a:rPr lang="zh-TW" altLang="en-US" sz="1650" dirty="0">
                <a:latin typeface="微軟正黑體" panose="020B0604030504040204" pitchFamily="34" charset="-120"/>
                <a:ea typeface="微軟正黑體" panose="020B0604030504040204" pitchFamily="34" charset="-120"/>
              </a:rPr>
              <a:t>。</a:t>
            </a:r>
            <a:endParaRPr lang="en-US" altLang="zh-TW" sz="1650" dirty="0">
              <a:latin typeface="微軟正黑體" panose="020B0604030504040204" pitchFamily="34" charset="-120"/>
              <a:ea typeface="微軟正黑體" panose="020B0604030504040204" pitchFamily="34" charset="-120"/>
            </a:endParaRPr>
          </a:p>
          <a:p>
            <a:pPr eaLnBrk="0" hangingPunct="0"/>
            <a:endParaRPr lang="en-US" altLang="zh-TW" sz="1650" dirty="0">
              <a:latin typeface="微軟正黑體" panose="020B0604030504040204" pitchFamily="34" charset="-120"/>
              <a:ea typeface="微軟正黑體" panose="020B0604030504040204" pitchFamily="34" charset="-120"/>
            </a:endParaRPr>
          </a:p>
          <a:p>
            <a:pPr eaLnBrk="0" hangingPunct="0"/>
            <a:r>
              <a:rPr lang="en-US" altLang="zh-TW" sz="1650" dirty="0">
                <a:latin typeface="微軟正黑體" panose="020B0604030504040204" pitchFamily="34" charset="-120"/>
                <a:ea typeface="微軟正黑體" panose="020B0604030504040204" pitchFamily="34" charset="-120"/>
              </a:rPr>
              <a:t>4.</a:t>
            </a:r>
            <a:r>
              <a:rPr lang="zh-TW" altLang="en-US" sz="1650" dirty="0">
                <a:latin typeface="微軟正黑體" panose="020B0604030504040204" pitchFamily="34" charset="-120"/>
                <a:ea typeface="微軟正黑體" panose="020B0604030504040204" pitchFamily="34" charset="-120"/>
              </a:rPr>
              <a:t> 採購單位需找到可歸屬的特定採購單，將扣款調整至成本中，判定折讓原因，如：</a:t>
            </a:r>
            <a:r>
              <a:rPr lang="zh-TW" altLang="en-US" sz="1650" dirty="0">
                <a:highlight>
                  <a:srgbClr val="FFFF00"/>
                </a:highlight>
                <a:latin typeface="微軟正黑體" panose="020B0604030504040204" pitchFamily="34" charset="-120"/>
                <a:ea typeface="微軟正黑體" panose="020B0604030504040204" pitchFamily="34" charset="-120"/>
              </a:rPr>
              <a:t>關稅、運費、付款條件扣款合併折讓單</a:t>
            </a:r>
            <a:r>
              <a:rPr lang="zh-TW" altLang="en-US" sz="1650" dirty="0">
                <a:latin typeface="微軟正黑體" panose="020B0604030504040204" pitchFamily="34" charset="-120"/>
                <a:ea typeface="微軟正黑體" panose="020B0604030504040204" pitchFamily="34" charset="-120"/>
              </a:rPr>
              <a:t>等需含在材料成本，</a:t>
            </a:r>
            <a:r>
              <a:rPr lang="en-US" altLang="zh-TW" sz="1650" dirty="0">
                <a:latin typeface="微軟正黑體" panose="020B0604030504040204" pitchFamily="34" charset="-120"/>
                <a:ea typeface="微軟正黑體" panose="020B0604030504040204" pitchFamily="34" charset="-120"/>
              </a:rPr>
              <a:t>MIR7 </a:t>
            </a:r>
            <a:r>
              <a:rPr lang="zh-TW" altLang="en-US" sz="1650" dirty="0">
                <a:latin typeface="微軟正黑體" panose="020B0604030504040204" pitchFamily="34" charset="-120"/>
                <a:ea typeface="微軟正黑體" panose="020B0604030504040204" pitchFamily="34" charset="-120"/>
              </a:rPr>
              <a:t>發票驗證時，扣款金額輸入未計劃交貨成本。以下情境需逐一採購單項次調整前差異金額</a:t>
            </a:r>
            <a:endParaRPr lang="en-US" altLang="zh-TW" sz="1650" dirty="0">
              <a:latin typeface="微軟正黑體" panose="020B0604030504040204" pitchFamily="34" charset="-120"/>
              <a:ea typeface="微軟正黑體" panose="020B0604030504040204" pitchFamily="34" charset="-120"/>
            </a:endParaRPr>
          </a:p>
          <a:p>
            <a:pPr marL="257175" indent="-257175" eaLnBrk="0" hangingPunct="0">
              <a:buFont typeface="Arial" panose="020B0604020202020204" pitchFamily="34" charset="0"/>
              <a:buChar char="•"/>
            </a:pPr>
            <a:r>
              <a:rPr lang="zh-TW" altLang="en-US" sz="1650" dirty="0">
                <a:latin typeface="微軟正黑體" panose="020B0604030504040204" pitchFamily="34" charset="-120"/>
                <a:ea typeface="微軟正黑體" panose="020B0604030504040204" pitchFamily="34" charset="-120"/>
              </a:rPr>
              <a:t>採購價格調整的扣補款</a:t>
            </a:r>
            <a:endParaRPr lang="en-US" altLang="zh-TW" sz="1650" dirty="0">
              <a:latin typeface="微軟正黑體" panose="020B0604030504040204" pitchFamily="34" charset="-120"/>
              <a:ea typeface="微軟正黑體" panose="020B0604030504040204" pitchFamily="34" charset="-120"/>
            </a:endParaRPr>
          </a:p>
          <a:p>
            <a:pPr eaLnBrk="0" hangingPunct="0"/>
            <a:endParaRPr lang="en-US" altLang="zh-TW" sz="1650" dirty="0">
              <a:latin typeface="微軟正黑體" panose="020B0604030504040204" pitchFamily="34" charset="-120"/>
              <a:ea typeface="微軟正黑體" panose="020B0604030504040204" pitchFamily="34" charset="-120"/>
            </a:endParaRPr>
          </a:p>
          <a:p>
            <a:pPr eaLnBrk="0" hangingPunct="0"/>
            <a:r>
              <a:rPr lang="en-US" altLang="zh-TW" sz="1650" dirty="0">
                <a:latin typeface="微軟正黑體" panose="020B0604030504040204" pitchFamily="34" charset="-120"/>
                <a:ea typeface="微軟正黑體" panose="020B0604030504040204" pitchFamily="34" charset="-120"/>
              </a:rPr>
              <a:t>5.</a:t>
            </a:r>
            <a:r>
              <a:rPr lang="zh-TW" altLang="en-US" sz="1650" dirty="0">
                <a:latin typeface="微軟正黑體" panose="020B0604030504040204" pitchFamily="34" charset="-120"/>
                <a:ea typeface="微軟正黑體" panose="020B0604030504040204" pitchFamily="34" charset="-120"/>
              </a:rPr>
              <a:t> </a:t>
            </a:r>
            <a:r>
              <a:rPr lang="en-US" altLang="zh-TW" sz="1650" dirty="0">
                <a:latin typeface="微軟正黑體" panose="020B0604030504040204" pitchFamily="34" charset="-120"/>
                <a:ea typeface="微軟正黑體" panose="020B0604030504040204" pitchFamily="34" charset="-120"/>
              </a:rPr>
              <a:t>ZMM065</a:t>
            </a:r>
            <a:r>
              <a:rPr lang="zh-TW" altLang="en-US" sz="1650" dirty="0">
                <a:latin typeface="微軟正黑體" panose="020B0604030504040204" pitchFamily="34" charset="-120"/>
                <a:ea typeface="微軟正黑體" panose="020B0604030504040204" pitchFamily="34" charset="-120"/>
              </a:rPr>
              <a:t>自動計算付款條件扣款比例，在財務發票驗證過帳後，會自動產生</a:t>
            </a:r>
            <a:r>
              <a:rPr lang="en-US" altLang="zh-TW" sz="1650" dirty="0">
                <a:latin typeface="微軟正黑體" panose="020B0604030504040204" pitchFamily="34" charset="-120"/>
                <a:ea typeface="微軟正黑體" panose="020B0604030504040204" pitchFamily="34" charset="-120"/>
              </a:rPr>
              <a:t>MIR7</a:t>
            </a:r>
            <a:r>
              <a:rPr lang="zh-TW" altLang="en-US" sz="1650" dirty="0">
                <a:latin typeface="微軟正黑體" panose="020B0604030504040204" pitchFamily="34" charset="-120"/>
                <a:ea typeface="微軟正黑體" panose="020B0604030504040204" pitchFamily="34" charset="-120"/>
              </a:rPr>
              <a:t>發票驗證暫存</a:t>
            </a:r>
            <a:r>
              <a:rPr lang="en-US" altLang="zh-TW" sz="1650" dirty="0">
                <a:highlight>
                  <a:srgbClr val="FFFF00"/>
                </a:highlight>
                <a:latin typeface="微軟正黑體" panose="020B0604030504040204" pitchFamily="34" charset="-120"/>
                <a:ea typeface="微軟正黑體" panose="020B0604030504040204" pitchFamily="34" charset="-120"/>
              </a:rPr>
              <a:t>(</a:t>
            </a:r>
            <a:r>
              <a:rPr lang="zh-TW" altLang="en-US" sz="1650" dirty="0">
                <a:highlight>
                  <a:srgbClr val="FFFF00"/>
                </a:highlight>
                <a:latin typeface="微軟正黑體" panose="020B0604030504040204" pitchFamily="34" charset="-120"/>
                <a:ea typeface="微軟正黑體" panose="020B0604030504040204" pitchFamily="34" charset="-120"/>
              </a:rPr>
              <a:t>須調整客製</a:t>
            </a:r>
            <a:r>
              <a:rPr lang="en-US" altLang="zh-TW" sz="1650" dirty="0">
                <a:highlight>
                  <a:srgbClr val="FFFF00"/>
                </a:highlight>
                <a:latin typeface="微軟正黑體" panose="020B0604030504040204" pitchFamily="34" charset="-120"/>
                <a:ea typeface="微軟正黑體" panose="020B0604030504040204" pitchFamily="34" charset="-120"/>
              </a:rPr>
              <a:t>)</a:t>
            </a:r>
            <a:endParaRPr lang="en-US" altLang="zh-TW" sz="1650" strike="sngStrike" dirty="0">
              <a:highlight>
                <a:srgbClr val="FFFF00"/>
              </a:highlight>
              <a:latin typeface="微軟正黑體" panose="020B0604030504040204" pitchFamily="34" charset="-120"/>
              <a:ea typeface="微軟正黑體" panose="020B0604030504040204" pitchFamily="34" charset="-120"/>
            </a:endParaRPr>
          </a:p>
          <a:p>
            <a:pPr eaLnBrk="0" hangingPunct="0"/>
            <a:endParaRPr lang="en-US" altLang="zh-TW" sz="1650" dirty="0">
              <a:highlight>
                <a:srgbClr val="FFFF00"/>
              </a:highlight>
              <a:latin typeface="微軟正黑體" panose="020B0604030504040204" pitchFamily="34" charset="-120"/>
              <a:ea typeface="微軟正黑體" panose="020B0604030504040204" pitchFamily="34" charset="-120"/>
            </a:endParaRPr>
          </a:p>
          <a:p>
            <a:pPr eaLnBrk="0" hangingPunct="0"/>
            <a:endParaRPr lang="en-US" altLang="zh-TW" sz="1650" dirty="0">
              <a:latin typeface="微軟正黑體" panose="020B0604030504040204" pitchFamily="34" charset="-120"/>
              <a:ea typeface="微軟正黑體" panose="020B0604030504040204" pitchFamily="34" charset="-120"/>
            </a:endParaRPr>
          </a:p>
        </p:txBody>
      </p:sp>
      <p:sp>
        <p:nvSpPr>
          <p:cNvPr id="34" name="TextBox 54">
            <a:extLst>
              <a:ext uri="{FF2B5EF4-FFF2-40B4-BE49-F238E27FC236}">
                <a16:creationId xmlns:a16="http://schemas.microsoft.com/office/drawing/2014/main" id="{3944049F-57D5-3AD1-E034-9C4EA9B9B8AA}"/>
              </a:ext>
            </a:extLst>
          </p:cNvPr>
          <p:cNvSpPr txBox="1"/>
          <p:nvPr/>
        </p:nvSpPr>
        <p:spPr>
          <a:xfrm>
            <a:off x="5572553" y="5598855"/>
            <a:ext cx="1711871" cy="507831"/>
          </a:xfrm>
          <a:prstGeom prst="rect">
            <a:avLst/>
          </a:prstGeom>
          <a:noFill/>
        </p:spPr>
        <p:txBody>
          <a:bodyPr wrap="square" lIns="0" tIns="0" rIns="0" bIns="0" rtlCol="0">
            <a:spAutoFit/>
          </a:bodyPr>
          <a:lstStyle/>
          <a:p>
            <a:pPr algn="ctr">
              <a:lnSpc>
                <a:spcPct val="100000"/>
              </a:lnSpc>
              <a:buSzPct val="100000"/>
            </a:pPr>
            <a:r>
              <a:rPr lang="en-US" altLang="zh-TW" sz="1650">
                <a:latin typeface="微軟正黑體" panose="020B0604030504040204" pitchFamily="34" charset="-120"/>
                <a:ea typeface="微軟正黑體" panose="020B0604030504040204" pitchFamily="34" charset="-120"/>
              </a:rPr>
              <a:t>YES</a:t>
            </a:r>
          </a:p>
          <a:p>
            <a:pPr algn="ctr">
              <a:buSzPct val="100000"/>
            </a:pPr>
            <a:r>
              <a:rPr lang="zh-TW" altLang="en-US" sz="1650">
                <a:latin typeface="微軟正黑體" panose="020B0604030504040204" pitchFamily="34" charset="-120"/>
                <a:ea typeface="微軟正黑體" panose="020B0604030504040204" pitchFamily="34" charset="-120"/>
              </a:rPr>
              <a:t>調整成本</a:t>
            </a:r>
            <a:endParaRPr lang="en-US" altLang="zh-TW" sz="1650">
              <a:latin typeface="微軟正黑體" panose="020B0604030504040204" pitchFamily="34" charset="-120"/>
              <a:ea typeface="微軟正黑體" panose="020B0604030504040204" pitchFamily="34" charset="-120"/>
            </a:endParaRPr>
          </a:p>
        </p:txBody>
      </p:sp>
      <p:sp>
        <p:nvSpPr>
          <p:cNvPr id="36" name="TextBox 54">
            <a:extLst>
              <a:ext uri="{FF2B5EF4-FFF2-40B4-BE49-F238E27FC236}">
                <a16:creationId xmlns:a16="http://schemas.microsoft.com/office/drawing/2014/main" id="{1361FC41-C4AB-E53C-3CC3-4B450A625908}"/>
              </a:ext>
            </a:extLst>
          </p:cNvPr>
          <p:cNvSpPr txBox="1"/>
          <p:nvPr/>
        </p:nvSpPr>
        <p:spPr>
          <a:xfrm>
            <a:off x="5745770" y="2238442"/>
            <a:ext cx="1538654" cy="507831"/>
          </a:xfrm>
          <a:prstGeom prst="rect">
            <a:avLst/>
          </a:prstGeom>
          <a:noFill/>
        </p:spPr>
        <p:txBody>
          <a:bodyPr wrap="square" lIns="0" tIns="0" rIns="0" bIns="0" rtlCol="0">
            <a:spAutoFit/>
          </a:bodyPr>
          <a:lstStyle/>
          <a:p>
            <a:pPr algn="ctr">
              <a:lnSpc>
                <a:spcPct val="100000"/>
              </a:lnSpc>
              <a:buSzPct val="100000"/>
            </a:pPr>
            <a:r>
              <a:rPr lang="en-US" altLang="zh-TW" sz="1650">
                <a:latin typeface="微軟正黑體" panose="020B0604030504040204" pitchFamily="34" charset="-120"/>
                <a:ea typeface="微軟正黑體" panose="020B0604030504040204" pitchFamily="34" charset="-120"/>
              </a:rPr>
              <a:t>NO</a:t>
            </a:r>
          </a:p>
          <a:p>
            <a:pPr algn="ctr">
              <a:lnSpc>
                <a:spcPct val="100000"/>
              </a:lnSpc>
              <a:buSzPct val="100000"/>
            </a:pPr>
            <a:r>
              <a:rPr lang="zh-TW" altLang="en-US" sz="1650">
                <a:latin typeface="微軟正黑體" panose="020B0604030504040204" pitchFamily="34" charset="-120"/>
                <a:ea typeface="微軟正黑體" panose="020B0604030504040204" pitchFamily="34" charset="-120"/>
              </a:rPr>
              <a:t>費用化</a:t>
            </a:r>
            <a:endParaRPr lang="en-GB" sz="1650">
              <a:latin typeface="微軟正黑體" panose="020B0604030504040204" pitchFamily="34" charset="-120"/>
              <a:ea typeface="微軟正黑體" panose="020B0604030504040204" pitchFamily="34" charset="-120"/>
            </a:endParaRPr>
          </a:p>
        </p:txBody>
      </p:sp>
      <p:cxnSp>
        <p:nvCxnSpPr>
          <p:cNvPr id="227" name="接點: 肘形 226">
            <a:extLst>
              <a:ext uri="{FF2B5EF4-FFF2-40B4-BE49-F238E27FC236}">
                <a16:creationId xmlns:a16="http://schemas.microsoft.com/office/drawing/2014/main" id="{66BB0B93-B6C6-F99C-2BBA-5ECB791C086D}"/>
              </a:ext>
            </a:extLst>
          </p:cNvPr>
          <p:cNvCxnSpPr>
            <a:cxnSpLocks/>
            <a:stCxn id="5" idx="3"/>
            <a:endCxn id="37" idx="2"/>
          </p:cNvCxnSpPr>
          <p:nvPr/>
        </p:nvCxnSpPr>
        <p:spPr>
          <a:xfrm flipV="1">
            <a:off x="10672377" y="5989454"/>
            <a:ext cx="2629988" cy="2894850"/>
          </a:xfrm>
          <a:prstGeom prst="bentConnector2">
            <a:avLst/>
          </a:prstGeom>
          <a:noFill/>
          <a:ln w="12700" cap="flat" cmpd="sng" algn="ctr">
            <a:solidFill>
              <a:srgbClr val="000000"/>
            </a:solidFill>
            <a:prstDash val="solid"/>
            <a:tailEnd type="triangle"/>
          </a:ln>
          <a:effectLst/>
        </p:spPr>
      </p:cxnSp>
      <p:cxnSp>
        <p:nvCxnSpPr>
          <p:cNvPr id="236" name="接點: 肘形 235">
            <a:extLst>
              <a:ext uri="{FF2B5EF4-FFF2-40B4-BE49-F238E27FC236}">
                <a16:creationId xmlns:a16="http://schemas.microsoft.com/office/drawing/2014/main" id="{DF50A34D-B6B4-2CFD-FE13-8F684CC441DE}"/>
              </a:ext>
            </a:extLst>
          </p:cNvPr>
          <p:cNvCxnSpPr>
            <a:cxnSpLocks/>
            <a:stCxn id="8" idx="3"/>
            <a:endCxn id="9" idx="1"/>
          </p:cNvCxnSpPr>
          <p:nvPr/>
        </p:nvCxnSpPr>
        <p:spPr>
          <a:xfrm>
            <a:off x="9123834" y="2884084"/>
            <a:ext cx="3279615" cy="0"/>
          </a:xfrm>
          <a:prstGeom prst="straightConnector1">
            <a:avLst/>
          </a:prstGeom>
          <a:noFill/>
          <a:ln w="12700" cap="flat" cmpd="sng" algn="ctr">
            <a:solidFill>
              <a:srgbClr val="000000"/>
            </a:solidFill>
            <a:prstDash val="solid"/>
            <a:tailEnd type="triangle"/>
          </a:ln>
          <a:effectLst/>
        </p:spPr>
      </p:cxnSp>
      <p:cxnSp>
        <p:nvCxnSpPr>
          <p:cNvPr id="23" name="Straight Arrow Connector 43">
            <a:extLst>
              <a:ext uri="{FF2B5EF4-FFF2-40B4-BE49-F238E27FC236}">
                <a16:creationId xmlns:a16="http://schemas.microsoft.com/office/drawing/2014/main" id="{393BF7E9-206B-FB1A-A79C-B7B62F6E33F4}"/>
              </a:ext>
            </a:extLst>
          </p:cNvPr>
          <p:cNvCxnSpPr>
            <a:cxnSpLocks/>
            <a:stCxn id="41" idx="3"/>
            <a:endCxn id="37" idx="1"/>
          </p:cNvCxnSpPr>
          <p:nvPr/>
        </p:nvCxnSpPr>
        <p:spPr>
          <a:xfrm>
            <a:off x="11675722" y="5484554"/>
            <a:ext cx="727727" cy="0"/>
          </a:xfrm>
          <a:prstGeom prst="straightConnector1">
            <a:avLst/>
          </a:prstGeom>
          <a:noFill/>
          <a:ln w="12700" cap="flat" cmpd="sng" algn="ctr">
            <a:solidFill>
              <a:srgbClr val="000000"/>
            </a:solidFill>
            <a:prstDash val="solid"/>
            <a:tailEnd type="triangle"/>
          </a:ln>
          <a:effectLst/>
        </p:spPr>
      </p:cxnSp>
      <p:graphicFrame>
        <p:nvGraphicFramePr>
          <p:cNvPr id="37" name="表格 30">
            <a:extLst>
              <a:ext uri="{FF2B5EF4-FFF2-40B4-BE49-F238E27FC236}">
                <a16:creationId xmlns:a16="http://schemas.microsoft.com/office/drawing/2014/main" id="{9E48DD61-C267-7DB1-DEA6-F425071C67DC}"/>
              </a:ext>
            </a:extLst>
          </p:cNvPr>
          <p:cNvGraphicFramePr>
            <a:graphicFrameLocks noGrp="1"/>
          </p:cNvGraphicFramePr>
          <p:nvPr/>
        </p:nvGraphicFramePr>
        <p:xfrm>
          <a:off x="12403449" y="4979654"/>
          <a:ext cx="1797832" cy="10098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algn="ctr"/>
                      <a:r>
                        <a:rPr lang="en-US" altLang="zh-TW" sz="1500" b="1">
                          <a:latin typeface="微軟正黑體" panose="020B0604030504040204" pitchFamily="34" charset="-120"/>
                          <a:ea typeface="微軟正黑體" panose="020B0604030504040204" pitchFamily="34" charset="-120"/>
                        </a:rPr>
                        <a:t>MIRO</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3125084632"/>
                  </a:ext>
                </a:extLst>
              </a:tr>
              <a:tr h="336600">
                <a:tc gridSpan="2">
                  <a:txBody>
                    <a:bodyPr/>
                    <a:lstStyle/>
                    <a:p>
                      <a:pPr algn="ctr"/>
                      <a:r>
                        <a:rPr lang="zh-TW" altLang="en-US" sz="1500">
                          <a:latin typeface="微軟正黑體" panose="020B0604030504040204" pitchFamily="34" charset="-120"/>
                          <a:ea typeface="微軟正黑體" panose="020B0604030504040204" pitchFamily="34" charset="-120"/>
                        </a:rPr>
                        <a:t>發票驗證過帳</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1006350340"/>
                  </a:ext>
                </a:extLst>
              </a:tr>
              <a:tr h="336600">
                <a:tc>
                  <a:txBody>
                    <a:bodyPr/>
                    <a:lstStyle/>
                    <a:p>
                      <a:pPr algn="ctr"/>
                      <a:r>
                        <a:rPr lang="en-US" sz="1500">
                          <a:latin typeface="微軟正黑體" panose="020B0604030504040204" pitchFamily="34" charset="-120"/>
                          <a:ea typeface="微軟正黑體" panose="020B0604030504040204" pitchFamily="34" charset="-120"/>
                        </a:rPr>
                        <a:t>SAP</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手動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sp>
        <p:nvSpPr>
          <p:cNvPr id="256" name="Oval 233">
            <a:extLst>
              <a:ext uri="{FF2B5EF4-FFF2-40B4-BE49-F238E27FC236}">
                <a16:creationId xmlns:a16="http://schemas.microsoft.com/office/drawing/2014/main" id="{D90028DF-54D0-20C2-7167-B1C0F648F6C0}"/>
              </a:ext>
            </a:extLst>
          </p:cNvPr>
          <p:cNvSpPr/>
          <p:nvPr/>
        </p:nvSpPr>
        <p:spPr>
          <a:xfrm>
            <a:off x="7019477" y="4548996"/>
            <a:ext cx="411480" cy="40854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zh-TW" sz="1500" dirty="0">
                <a:solidFill>
                  <a:schemeClr val="tx1"/>
                </a:solidFill>
                <a:latin typeface="微軟正黑體" panose="020B0604030504040204" pitchFamily="34" charset="-120"/>
                <a:ea typeface="微軟正黑體" panose="020B0604030504040204" pitchFamily="34" charset="-120"/>
              </a:rPr>
              <a:t>4</a:t>
            </a:r>
            <a:endParaRPr lang="zh-TW" altLang="en-US" sz="1500" dirty="0">
              <a:solidFill>
                <a:schemeClr val="tx1"/>
              </a:solidFill>
              <a:latin typeface="微軟正黑體" panose="020B0604030504040204" pitchFamily="34" charset="-120"/>
              <a:ea typeface="微軟正黑體" panose="020B0604030504040204" pitchFamily="34" charset="-120"/>
            </a:endParaRPr>
          </a:p>
        </p:txBody>
      </p:sp>
      <p:cxnSp>
        <p:nvCxnSpPr>
          <p:cNvPr id="14" name="Straight Arrow Connector 43">
            <a:extLst>
              <a:ext uri="{FF2B5EF4-FFF2-40B4-BE49-F238E27FC236}">
                <a16:creationId xmlns:a16="http://schemas.microsoft.com/office/drawing/2014/main" id="{94A6A0EA-9219-81EF-4873-0F8C775F423F}"/>
              </a:ext>
            </a:extLst>
          </p:cNvPr>
          <p:cNvCxnSpPr>
            <a:cxnSpLocks/>
            <a:stCxn id="33" idx="3"/>
            <a:endCxn id="41" idx="1"/>
          </p:cNvCxnSpPr>
          <p:nvPr/>
        </p:nvCxnSpPr>
        <p:spPr>
          <a:xfrm>
            <a:off x="9071917" y="5483285"/>
            <a:ext cx="805973" cy="1269"/>
          </a:xfrm>
          <a:prstGeom prst="straightConnector1">
            <a:avLst/>
          </a:prstGeom>
          <a:noFill/>
          <a:ln w="12700" cap="flat" cmpd="sng" algn="ctr">
            <a:solidFill>
              <a:srgbClr val="000000"/>
            </a:solidFill>
            <a:prstDash val="solid"/>
            <a:tailEnd type="triangle"/>
          </a:ln>
          <a:effectLst/>
        </p:spPr>
      </p:cxnSp>
      <p:sp>
        <p:nvSpPr>
          <p:cNvPr id="19" name="流程圖: 決策 50">
            <a:extLst>
              <a:ext uri="{FF2B5EF4-FFF2-40B4-BE49-F238E27FC236}">
                <a16:creationId xmlns:a16="http://schemas.microsoft.com/office/drawing/2014/main" id="{CAD21F0D-1188-C726-5C25-1302374481C8}"/>
              </a:ext>
            </a:extLst>
          </p:cNvPr>
          <p:cNvSpPr/>
          <p:nvPr/>
        </p:nvSpPr>
        <p:spPr bwMode="auto">
          <a:xfrm>
            <a:off x="3564000" y="3437789"/>
            <a:ext cx="1841400" cy="117794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是否能歸屬到</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zh-TW" altLang="en-US" sz="1500" dirty="0">
                <a:latin typeface="微軟正黑體" panose="020B0604030504040204" pitchFamily="34" charset="-120"/>
                <a:ea typeface="微軟正黑體" panose="020B0604030504040204" pitchFamily="34" charset="-120"/>
              </a:rPr>
              <a:t>採購來源</a:t>
            </a:r>
            <a:r>
              <a:rPr lang="en-US" altLang="zh-TW" sz="1500" dirty="0">
                <a:latin typeface="微軟正黑體" panose="020B0604030504040204" pitchFamily="34" charset="-120"/>
                <a:ea typeface="微軟正黑體" panose="020B0604030504040204" pitchFamily="34" charset="-120"/>
              </a:rPr>
              <a:t>?</a:t>
            </a:r>
          </a:p>
          <a:p>
            <a:pPr algn="ctr" eaLnBrk="0" hangingPunct="0"/>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找得到採購單</a:t>
            </a:r>
            <a:r>
              <a:rPr lang="en-US" altLang="zh-TW" sz="1500" dirty="0">
                <a:latin typeface="微軟正黑體" panose="020B0604030504040204" pitchFamily="34" charset="-120"/>
                <a:ea typeface="微軟正黑體" panose="020B0604030504040204" pitchFamily="34" charset="-120"/>
              </a:rPr>
              <a:t>)</a:t>
            </a:r>
            <a:endParaRPr lang="zh-TW" altLang="en-US" sz="1500" dirty="0">
              <a:latin typeface="微軟正黑體" panose="020B0604030504040204" pitchFamily="34" charset="-120"/>
              <a:ea typeface="微軟正黑體" panose="020B0604030504040204" pitchFamily="34" charset="-120"/>
            </a:endParaRPr>
          </a:p>
        </p:txBody>
      </p:sp>
      <p:cxnSp>
        <p:nvCxnSpPr>
          <p:cNvPr id="212" name="Straight Arrow Connector 43">
            <a:extLst>
              <a:ext uri="{FF2B5EF4-FFF2-40B4-BE49-F238E27FC236}">
                <a16:creationId xmlns:a16="http://schemas.microsoft.com/office/drawing/2014/main" id="{4B340844-85F9-5C0E-884B-B217A6B79F70}"/>
              </a:ext>
            </a:extLst>
          </p:cNvPr>
          <p:cNvCxnSpPr>
            <a:cxnSpLocks/>
            <a:stCxn id="38" idx="3"/>
            <a:endCxn id="41" idx="2"/>
          </p:cNvCxnSpPr>
          <p:nvPr/>
        </p:nvCxnSpPr>
        <p:spPr>
          <a:xfrm flipV="1">
            <a:off x="5361832" y="6103754"/>
            <a:ext cx="5414974" cy="1204385"/>
          </a:xfrm>
          <a:prstGeom prst="bentConnector2">
            <a:avLst/>
          </a:prstGeom>
          <a:noFill/>
          <a:ln w="12700" cap="flat" cmpd="sng" algn="ctr">
            <a:solidFill>
              <a:srgbClr val="000000"/>
            </a:solidFill>
            <a:prstDash val="solid"/>
            <a:tailEnd type="triangle"/>
          </a:ln>
          <a:effectLst/>
        </p:spPr>
      </p:cxnSp>
      <p:sp>
        <p:nvSpPr>
          <p:cNvPr id="13" name="Oval 233">
            <a:extLst>
              <a:ext uri="{FF2B5EF4-FFF2-40B4-BE49-F238E27FC236}">
                <a16:creationId xmlns:a16="http://schemas.microsoft.com/office/drawing/2014/main" id="{669560E3-BE77-61C5-777F-9DF5CF5A8FB7}"/>
              </a:ext>
            </a:extLst>
          </p:cNvPr>
          <p:cNvSpPr/>
          <p:nvPr/>
        </p:nvSpPr>
        <p:spPr>
          <a:xfrm>
            <a:off x="3931140" y="3233518"/>
            <a:ext cx="411480" cy="40854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zh-TW" sz="1500" dirty="0">
                <a:solidFill>
                  <a:schemeClr val="tx1"/>
                </a:solidFill>
                <a:latin typeface="微軟正黑體" panose="020B0604030504040204" pitchFamily="34" charset="-120"/>
                <a:ea typeface="微軟正黑體" panose="020B0604030504040204" pitchFamily="34" charset="-120"/>
              </a:rPr>
              <a:t>2</a:t>
            </a:r>
            <a:endParaRPr lang="zh-TW" altLang="en-US" sz="1500" dirty="0">
              <a:solidFill>
                <a:schemeClr val="tx1"/>
              </a:solidFill>
              <a:latin typeface="微軟正黑體" panose="020B0604030504040204" pitchFamily="34" charset="-120"/>
              <a:ea typeface="微軟正黑體" panose="020B0604030504040204" pitchFamily="34" charset="-120"/>
            </a:endParaRPr>
          </a:p>
        </p:txBody>
      </p:sp>
      <p:graphicFrame>
        <p:nvGraphicFramePr>
          <p:cNvPr id="8" name="表格 30">
            <a:extLst>
              <a:ext uri="{FF2B5EF4-FFF2-40B4-BE49-F238E27FC236}">
                <a16:creationId xmlns:a16="http://schemas.microsoft.com/office/drawing/2014/main" id="{668408CE-9B69-C80C-E3EF-5B069E36FF98}"/>
              </a:ext>
            </a:extLst>
          </p:cNvPr>
          <p:cNvGraphicFramePr>
            <a:graphicFrameLocks noGrp="1"/>
          </p:cNvGraphicFramePr>
          <p:nvPr/>
        </p:nvGraphicFramePr>
        <p:xfrm>
          <a:off x="7326002" y="2379184"/>
          <a:ext cx="1797832" cy="10098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a:latin typeface="微軟正黑體" panose="020B0604030504040204" pitchFamily="34" charset="-120"/>
                          <a:ea typeface="微軟正黑體" panose="020B0604030504040204" pitchFamily="34" charset="-120"/>
                        </a:rPr>
                        <a:t>BPM_SAPFI003</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3125084632"/>
                  </a:ext>
                </a:extLst>
              </a:tr>
              <a:tr h="336600">
                <a:tc gridSpan="2">
                  <a:txBody>
                    <a:bodyPr/>
                    <a:lstStyle/>
                    <a:p>
                      <a:pPr algn="ctr"/>
                      <a:r>
                        <a:rPr lang="zh-TW" altLang="en-US" sz="1500" dirty="0">
                          <a:latin typeface="微軟正黑體" panose="020B0604030504040204" pitchFamily="34" charset="-120"/>
                          <a:ea typeface="微軟正黑體" panose="020B0604030504040204" pitchFamily="34" charset="-120"/>
                        </a:rPr>
                        <a:t>費用請款申請單</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1006350340"/>
                  </a:ext>
                </a:extLst>
              </a:tr>
              <a:tr h="336600">
                <a:tc>
                  <a:txBody>
                    <a:bodyPr/>
                    <a:lstStyle/>
                    <a:p>
                      <a:pPr algn="ctr"/>
                      <a:r>
                        <a:rPr lang="en-US" sz="1500">
                          <a:latin typeface="微軟正黑體" panose="020B0604030504040204" pitchFamily="34" charset="-120"/>
                          <a:ea typeface="微軟正黑體" panose="020B0604030504040204" pitchFamily="34" charset="-120"/>
                        </a:rPr>
                        <a:t>BPM</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graphicFrame>
        <p:nvGraphicFramePr>
          <p:cNvPr id="9" name="表格 30">
            <a:extLst>
              <a:ext uri="{FF2B5EF4-FFF2-40B4-BE49-F238E27FC236}">
                <a16:creationId xmlns:a16="http://schemas.microsoft.com/office/drawing/2014/main" id="{8A12CDA7-0595-E743-A585-E25146E49030}"/>
              </a:ext>
            </a:extLst>
          </p:cNvPr>
          <p:cNvGraphicFramePr>
            <a:graphicFrameLocks noGrp="1"/>
          </p:cNvGraphicFramePr>
          <p:nvPr/>
        </p:nvGraphicFramePr>
        <p:xfrm>
          <a:off x="12403449" y="2379184"/>
          <a:ext cx="1797832" cy="10098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500" b="1">
                          <a:latin typeface="微軟正黑體" panose="020B0604030504040204" pitchFamily="34" charset="-120"/>
                          <a:ea typeface="微軟正黑體" panose="020B0604030504040204" pitchFamily="34" charset="-120"/>
                        </a:rPr>
                        <a:t>ZFI003</a:t>
                      </a:r>
                      <a:endParaRPr lang="en-GB" altLang="zh-TW"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3125084632"/>
                  </a:ext>
                </a:extLst>
              </a:tr>
              <a:tr h="336600">
                <a:tc gridSpan="2">
                  <a:txBody>
                    <a:bodyPr/>
                    <a:lstStyle/>
                    <a:p>
                      <a:pPr algn="ctr"/>
                      <a:r>
                        <a:rPr lang="en-US" altLang="zh-TW" sz="1500">
                          <a:latin typeface="微軟正黑體" panose="020B0604030504040204" pitchFamily="34" charset="-120"/>
                          <a:ea typeface="微軟正黑體" panose="020B0604030504040204" pitchFamily="34" charset="-120"/>
                        </a:rPr>
                        <a:t>BPM</a:t>
                      </a:r>
                      <a:r>
                        <a:rPr lang="zh-TW" altLang="en-US" sz="1500">
                          <a:latin typeface="微軟正黑體" panose="020B0604030504040204" pitchFamily="34" charset="-120"/>
                          <a:ea typeface="微軟正黑體" panose="020B0604030504040204" pitchFamily="34" charset="-120"/>
                        </a:rPr>
                        <a:t>費用付款申請</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1006350340"/>
                  </a:ext>
                </a:extLst>
              </a:tr>
              <a:tr h="336600">
                <a:tc>
                  <a:txBody>
                    <a:bodyPr/>
                    <a:lstStyle/>
                    <a:p>
                      <a:pPr algn="ctr"/>
                      <a:r>
                        <a:rPr lang="en-US" sz="1500">
                          <a:latin typeface="微軟正黑體" panose="020B0604030504040204" pitchFamily="34" charset="-120"/>
                          <a:ea typeface="微軟正黑體" panose="020B0604030504040204" pitchFamily="34" charset="-120"/>
                        </a:rPr>
                        <a:t>SAP</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手動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sp>
        <p:nvSpPr>
          <p:cNvPr id="253" name="Oval 233">
            <a:extLst>
              <a:ext uri="{FF2B5EF4-FFF2-40B4-BE49-F238E27FC236}">
                <a16:creationId xmlns:a16="http://schemas.microsoft.com/office/drawing/2014/main" id="{A751F0BB-39C9-2538-0D78-D15BA1D15676}"/>
              </a:ext>
            </a:extLst>
          </p:cNvPr>
          <p:cNvSpPr/>
          <p:nvPr/>
        </p:nvSpPr>
        <p:spPr>
          <a:xfrm>
            <a:off x="7078683" y="2123416"/>
            <a:ext cx="411480" cy="40854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zh-TW" sz="1500" dirty="0">
                <a:solidFill>
                  <a:schemeClr val="tx1"/>
                </a:solidFill>
                <a:latin typeface="微軟正黑體" panose="020B0604030504040204" pitchFamily="34" charset="-120"/>
                <a:ea typeface="微軟正黑體" panose="020B0604030504040204" pitchFamily="34" charset="-120"/>
              </a:rPr>
              <a:t>3</a:t>
            </a:r>
            <a:endParaRPr lang="zh-TW" altLang="en-US" sz="1500" dirty="0">
              <a:solidFill>
                <a:schemeClr val="tx1"/>
              </a:solidFill>
              <a:latin typeface="微軟正黑體" panose="020B0604030504040204" pitchFamily="34" charset="-120"/>
              <a:ea typeface="微軟正黑體" panose="020B0604030504040204" pitchFamily="34" charset="-120"/>
            </a:endParaRPr>
          </a:p>
        </p:txBody>
      </p:sp>
      <p:graphicFrame>
        <p:nvGraphicFramePr>
          <p:cNvPr id="5" name="表格 30">
            <a:extLst>
              <a:ext uri="{FF2B5EF4-FFF2-40B4-BE49-F238E27FC236}">
                <a16:creationId xmlns:a16="http://schemas.microsoft.com/office/drawing/2014/main" id="{34CC6CC7-CBCC-2D0E-5F2B-A8C1714B53EF}"/>
              </a:ext>
            </a:extLst>
          </p:cNvPr>
          <p:cNvGraphicFramePr>
            <a:graphicFrameLocks noGrp="1"/>
          </p:cNvGraphicFramePr>
          <p:nvPr/>
        </p:nvGraphicFramePr>
        <p:xfrm>
          <a:off x="8874545" y="8379404"/>
          <a:ext cx="1797832" cy="10098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algn="ctr"/>
                      <a:r>
                        <a:rPr lang="en-US" altLang="zh-TW" sz="1500" b="1">
                          <a:latin typeface="微軟正黑體" panose="020B0604030504040204" pitchFamily="34" charset="-120"/>
                          <a:ea typeface="微軟正黑體" panose="020B0604030504040204" pitchFamily="34" charset="-120"/>
                        </a:rPr>
                        <a:t>MIR7</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3125084632"/>
                  </a:ext>
                </a:extLst>
              </a:tr>
              <a:tr h="336600">
                <a:tc gridSpan="2">
                  <a:txBody>
                    <a:bodyPr/>
                    <a:lstStyle/>
                    <a:p>
                      <a:pPr algn="ctr"/>
                      <a:r>
                        <a:rPr lang="zh-TW" altLang="en-US" sz="1500">
                          <a:highlight>
                            <a:srgbClr val="00FF00"/>
                          </a:highlight>
                          <a:latin typeface="微軟正黑體" panose="020B0604030504040204" pitchFamily="34" charset="-120"/>
                          <a:ea typeface="微軟正黑體" panose="020B0604030504040204" pitchFamily="34" charset="-120"/>
                        </a:rPr>
                        <a:t>後續貸項</a:t>
                      </a:r>
                      <a:endParaRPr lang="en-GB" sz="1500">
                        <a:solidFill>
                          <a:srgbClr val="FF0000"/>
                        </a:solidFill>
                        <a:highlight>
                          <a:srgbClr val="00FF00"/>
                        </a:highlight>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1006350340"/>
                  </a:ext>
                </a:extLst>
              </a:tr>
              <a:tr h="336600">
                <a:tc>
                  <a:txBody>
                    <a:bodyPr/>
                    <a:lstStyle/>
                    <a:p>
                      <a:pPr algn="ctr"/>
                      <a:r>
                        <a:rPr lang="en-US" sz="1500">
                          <a:latin typeface="微軟正黑體" panose="020B0604030504040204" pitchFamily="34" charset="-120"/>
                          <a:ea typeface="微軟正黑體" panose="020B0604030504040204" pitchFamily="34" charset="-120"/>
                        </a:rPr>
                        <a:t>SAP</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highlight>
                            <a:srgbClr val="00FF00"/>
                          </a:highlight>
                        </a:rPr>
                        <a:t>自動</a:t>
                      </a:r>
                      <a:endParaRPr lang="en-GB" sz="1500">
                        <a:highlight>
                          <a:srgbClr val="00FF00"/>
                        </a:highlight>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sp>
        <p:nvSpPr>
          <p:cNvPr id="10" name="Oval 233">
            <a:extLst>
              <a:ext uri="{FF2B5EF4-FFF2-40B4-BE49-F238E27FC236}">
                <a16:creationId xmlns:a16="http://schemas.microsoft.com/office/drawing/2014/main" id="{3854E2AA-2D6B-34A8-352F-D241C73674CB}"/>
              </a:ext>
            </a:extLst>
          </p:cNvPr>
          <p:cNvSpPr/>
          <p:nvPr/>
        </p:nvSpPr>
        <p:spPr>
          <a:xfrm>
            <a:off x="8621096" y="8163274"/>
            <a:ext cx="411480" cy="40854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zh-TW" sz="1500" dirty="0">
                <a:solidFill>
                  <a:schemeClr val="tx1"/>
                </a:solidFill>
                <a:latin typeface="微軟正黑體" panose="020B0604030504040204" pitchFamily="34" charset="-120"/>
                <a:ea typeface="微軟正黑體" panose="020B0604030504040204" pitchFamily="34" charset="-120"/>
              </a:rPr>
              <a:t>5</a:t>
            </a:r>
            <a:endParaRPr lang="zh-TW" altLang="en-US" sz="1500" dirty="0">
              <a:solidFill>
                <a:schemeClr val="tx1"/>
              </a:solidFill>
              <a:latin typeface="微軟正黑體" panose="020B0604030504040204" pitchFamily="34" charset="-120"/>
              <a:ea typeface="微軟正黑體" panose="020B0604030504040204" pitchFamily="34" charset="-120"/>
            </a:endParaRPr>
          </a:p>
        </p:txBody>
      </p:sp>
      <p:sp>
        <p:nvSpPr>
          <p:cNvPr id="11" name="流程圖: 預設處理作業 21">
            <a:extLst>
              <a:ext uri="{FF2B5EF4-FFF2-40B4-BE49-F238E27FC236}">
                <a16:creationId xmlns:a16="http://schemas.microsoft.com/office/drawing/2014/main" id="{54481D21-89E7-5D7D-6EC0-078FA23BF2EA}"/>
              </a:ext>
            </a:extLst>
          </p:cNvPr>
          <p:cNvSpPr/>
          <p:nvPr/>
        </p:nvSpPr>
        <p:spPr bwMode="auto">
          <a:xfrm>
            <a:off x="496259" y="8265104"/>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a:latin typeface="微軟正黑體" panose="020B0604030504040204" pitchFamily="34" charset="-120"/>
                <a:ea typeface="微軟正黑體" panose="020B0604030504040204" pitchFamily="34" charset="-120"/>
              </a:rPr>
              <a:t>FI-AP-0020 </a:t>
            </a:r>
          </a:p>
          <a:p>
            <a:pPr algn="ctr" eaLnBrk="0" hangingPunct="0"/>
            <a:r>
              <a:rPr lang="zh-TW" altLang="en-US" sz="1500">
                <a:latin typeface="微軟正黑體" panose="020B0604030504040204" pitchFamily="34" charset="-120"/>
                <a:ea typeface="微軟正黑體" panose="020B0604030504040204" pitchFamily="34" charset="-120"/>
              </a:rPr>
              <a:t>採購相關之應付款</a:t>
            </a:r>
            <a:endParaRPr lang="en-US" altLang="zh-TW" sz="1500">
              <a:latin typeface="微軟正黑體" panose="020B0604030504040204" pitchFamily="34" charset="-120"/>
              <a:ea typeface="微軟正黑體" panose="020B0604030504040204" pitchFamily="34" charset="-120"/>
            </a:endParaRPr>
          </a:p>
          <a:p>
            <a:pPr algn="ctr" eaLnBrk="0" hangingPunct="0"/>
            <a:r>
              <a:rPr lang="zh-TW" altLang="en-US" sz="1500">
                <a:latin typeface="微軟正黑體" panose="020B0604030504040204" pitchFamily="34" charset="-120"/>
                <a:ea typeface="微軟正黑體" panose="020B0604030504040204" pitchFamily="34" charset="-120"/>
              </a:rPr>
              <a:t>過帳作業流程</a:t>
            </a:r>
            <a:endParaRPr lang="en-US" altLang="zh-TW" sz="1500">
              <a:latin typeface="微軟正黑體" panose="020B0604030504040204" pitchFamily="34" charset="-120"/>
              <a:ea typeface="微軟正黑體" panose="020B0604030504040204" pitchFamily="34" charset="-120"/>
            </a:endParaRPr>
          </a:p>
          <a:p>
            <a:pPr algn="ctr" eaLnBrk="0" hangingPunct="0"/>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不含開發調料</a:t>
            </a:r>
            <a:r>
              <a:rPr lang="en-US" altLang="zh-TW" sz="1500">
                <a:latin typeface="微軟正黑體" panose="020B0604030504040204" pitchFamily="34" charset="-120"/>
                <a:ea typeface="微軟正黑體" panose="020B0604030504040204" pitchFamily="34" charset="-120"/>
              </a:rPr>
              <a:t>)</a:t>
            </a:r>
          </a:p>
        </p:txBody>
      </p:sp>
      <p:cxnSp>
        <p:nvCxnSpPr>
          <p:cNvPr id="12" name="Straight Arrow Connector 43">
            <a:extLst>
              <a:ext uri="{FF2B5EF4-FFF2-40B4-BE49-F238E27FC236}">
                <a16:creationId xmlns:a16="http://schemas.microsoft.com/office/drawing/2014/main" id="{2047DA05-A046-8A4A-1032-9BFB1C6168F2}"/>
              </a:ext>
            </a:extLst>
          </p:cNvPr>
          <p:cNvCxnSpPr>
            <a:cxnSpLocks/>
            <a:stCxn id="11" idx="3"/>
            <a:endCxn id="5" idx="1"/>
          </p:cNvCxnSpPr>
          <p:nvPr/>
        </p:nvCxnSpPr>
        <p:spPr>
          <a:xfrm>
            <a:off x="2309371" y="8884304"/>
            <a:ext cx="6565174" cy="0"/>
          </a:xfrm>
          <a:prstGeom prst="straightConnector1">
            <a:avLst/>
          </a:prstGeom>
          <a:noFill/>
          <a:ln w="12700" cap="flat" cmpd="sng" algn="ctr">
            <a:solidFill>
              <a:srgbClr val="000000"/>
            </a:solidFill>
            <a:prstDash val="solid"/>
            <a:tailEnd type="triangle"/>
          </a:ln>
          <a:effectLst/>
        </p:spPr>
      </p:cxnSp>
      <p:sp>
        <p:nvSpPr>
          <p:cNvPr id="15" name="TextBox 54">
            <a:extLst>
              <a:ext uri="{FF2B5EF4-FFF2-40B4-BE49-F238E27FC236}">
                <a16:creationId xmlns:a16="http://schemas.microsoft.com/office/drawing/2014/main" id="{0BAB11FA-B0AD-74E9-B8E0-E7FD622C177E}"/>
              </a:ext>
            </a:extLst>
          </p:cNvPr>
          <p:cNvSpPr txBox="1"/>
          <p:nvPr/>
        </p:nvSpPr>
        <p:spPr>
          <a:xfrm>
            <a:off x="4460536" y="8335903"/>
            <a:ext cx="2222147" cy="507831"/>
          </a:xfrm>
          <a:prstGeom prst="rect">
            <a:avLst/>
          </a:prstGeom>
          <a:noFill/>
        </p:spPr>
        <p:txBody>
          <a:bodyPr wrap="square" lIns="0" tIns="0" rIns="0" bIns="0" rtlCol="0">
            <a:spAutoFit/>
          </a:bodyPr>
          <a:lstStyle/>
          <a:p>
            <a:pPr algn="ctr">
              <a:lnSpc>
                <a:spcPct val="100000"/>
              </a:lnSpc>
              <a:buSzPct val="100000"/>
            </a:pPr>
            <a:r>
              <a:rPr lang="zh-TW" altLang="en-US" sz="1650">
                <a:latin typeface="微軟正黑體" panose="020B0604030504040204" pitchFamily="34" charset="-120"/>
                <a:ea typeface="微軟正黑體" panose="020B0604030504040204" pitchFamily="34" charset="-120"/>
              </a:rPr>
              <a:t>付款條件扣款</a:t>
            </a:r>
            <a:r>
              <a:rPr lang="en-US" altLang="zh-TW" sz="1650">
                <a:latin typeface="微軟正黑體" panose="020B0604030504040204" pitchFamily="34" charset="-120"/>
                <a:ea typeface="微軟正黑體" panose="020B0604030504040204" pitchFamily="34" charset="-120"/>
              </a:rPr>
              <a:t>(</a:t>
            </a:r>
            <a:r>
              <a:rPr lang="zh-TW" altLang="en-US" sz="1650">
                <a:latin typeface="微軟正黑體" panose="020B0604030504040204" pitchFamily="34" charset="-120"/>
                <a:ea typeface="微軟正黑體" panose="020B0604030504040204" pitchFamily="34" charset="-120"/>
              </a:rPr>
              <a:t>非合併</a:t>
            </a:r>
            <a:r>
              <a:rPr lang="en-US" altLang="zh-TW" sz="1650">
                <a:latin typeface="微軟正黑體" panose="020B0604030504040204" pitchFamily="34" charset="-120"/>
                <a:ea typeface="微軟正黑體" panose="020B0604030504040204" pitchFamily="34" charset="-120"/>
              </a:rPr>
              <a:t>)</a:t>
            </a:r>
            <a:r>
              <a:rPr lang="zh-TW" altLang="en-US" sz="1650">
                <a:latin typeface="微軟正黑體" panose="020B0604030504040204" pitchFamily="34" charset="-120"/>
                <a:ea typeface="微軟正黑體" panose="020B0604030504040204" pitchFamily="34" charset="-120"/>
              </a:rPr>
              <a:t>且有開立折讓憑證</a:t>
            </a:r>
            <a:endParaRPr lang="en-GB" sz="1650">
              <a:latin typeface="微軟正黑體" panose="020B0604030504040204" pitchFamily="34" charset="-120"/>
              <a:ea typeface="微軟正黑體" panose="020B0604030504040204" pitchFamily="34" charset="-120"/>
            </a:endParaRPr>
          </a:p>
        </p:txBody>
      </p:sp>
      <p:sp>
        <p:nvSpPr>
          <p:cNvPr id="21" name="文字方塊 20">
            <a:extLst>
              <a:ext uri="{FF2B5EF4-FFF2-40B4-BE49-F238E27FC236}">
                <a16:creationId xmlns:a16="http://schemas.microsoft.com/office/drawing/2014/main" id="{3D12F6A2-31A4-A4A5-6183-73DB3637BD57}"/>
              </a:ext>
            </a:extLst>
          </p:cNvPr>
          <p:cNvSpPr txBox="1"/>
          <p:nvPr/>
        </p:nvSpPr>
        <p:spPr>
          <a:xfrm>
            <a:off x="11423493" y="865254"/>
            <a:ext cx="3017519" cy="346249"/>
          </a:xfrm>
          <a:prstGeom prst="rect">
            <a:avLst/>
          </a:prstGeom>
          <a:noFill/>
        </p:spPr>
        <p:txBody>
          <a:bodyPr wrap="square" rtlCol="0">
            <a:spAutoFit/>
          </a:bodyPr>
          <a:lstStyle/>
          <a:p>
            <a:r>
              <a:rPr lang="en-US" altLang="zh-TW" sz="1650" dirty="0">
                <a:highlight>
                  <a:srgbClr val="FFFF00"/>
                </a:highlight>
                <a:latin typeface="微軟正黑體" panose="020B0604030504040204" pitchFamily="34" charset="-120"/>
                <a:ea typeface="微軟正黑體" panose="020B0604030504040204" pitchFamily="34" charset="-120"/>
              </a:rPr>
              <a:t>0930_</a:t>
            </a:r>
            <a:r>
              <a:rPr lang="zh-TW" altLang="en-US" sz="1650" dirty="0">
                <a:highlight>
                  <a:srgbClr val="FFFF00"/>
                </a:highlight>
                <a:latin typeface="微軟正黑體" panose="020B0604030504040204" pitchFamily="34" charset="-120"/>
                <a:ea typeface="微軟正黑體" panose="020B0604030504040204" pitchFamily="34" charset="-120"/>
              </a:rPr>
              <a:t>會後顧問簡化的流程圖</a:t>
            </a:r>
          </a:p>
        </p:txBody>
      </p:sp>
      <p:sp>
        <p:nvSpPr>
          <p:cNvPr id="2" name="Oval 233">
            <a:extLst>
              <a:ext uri="{FF2B5EF4-FFF2-40B4-BE49-F238E27FC236}">
                <a16:creationId xmlns:a16="http://schemas.microsoft.com/office/drawing/2014/main" id="{4D4A8B94-F115-9351-6F6D-046796FAEF74}"/>
              </a:ext>
            </a:extLst>
          </p:cNvPr>
          <p:cNvSpPr/>
          <p:nvPr/>
        </p:nvSpPr>
        <p:spPr>
          <a:xfrm>
            <a:off x="378896" y="2794209"/>
            <a:ext cx="411480" cy="40854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zh-TW" sz="1500">
                <a:solidFill>
                  <a:schemeClr val="tx1"/>
                </a:solidFill>
                <a:latin typeface="微軟正黑體" panose="020B0604030504040204" pitchFamily="34" charset="-120"/>
                <a:ea typeface="微軟正黑體" panose="020B0604030504040204" pitchFamily="34" charset="-120"/>
              </a:rPr>
              <a:t>1</a:t>
            </a:r>
            <a:endParaRPr lang="zh-TW" altLang="en-US" sz="1500">
              <a:solidFill>
                <a:schemeClr val="tx1"/>
              </a:solidFill>
              <a:latin typeface="微軟正黑體" panose="020B0604030504040204" pitchFamily="34" charset="-120"/>
              <a:ea typeface="微軟正黑體" panose="020B0604030504040204" pitchFamily="34" charset="-120"/>
            </a:endParaRPr>
          </a:p>
        </p:txBody>
      </p:sp>
      <p:cxnSp>
        <p:nvCxnSpPr>
          <p:cNvPr id="3" name="Straight Connector 284">
            <a:extLst>
              <a:ext uri="{FF2B5EF4-FFF2-40B4-BE49-F238E27FC236}">
                <a16:creationId xmlns:a16="http://schemas.microsoft.com/office/drawing/2014/main" id="{F5D33B6B-44C7-3E5A-A63D-305B009122B9}"/>
              </a:ext>
            </a:extLst>
          </p:cNvPr>
          <p:cNvCxnSpPr>
            <a:cxnSpLocks/>
          </p:cNvCxnSpPr>
          <p:nvPr/>
        </p:nvCxnSpPr>
        <p:spPr>
          <a:xfrm>
            <a:off x="14318985" y="1320185"/>
            <a:ext cx="0" cy="88072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284">
            <a:extLst>
              <a:ext uri="{FF2B5EF4-FFF2-40B4-BE49-F238E27FC236}">
                <a16:creationId xmlns:a16="http://schemas.microsoft.com/office/drawing/2014/main" id="{EAE90318-E4E9-00F6-5C5D-99E701530CDB}"/>
              </a:ext>
            </a:extLst>
          </p:cNvPr>
          <p:cNvCxnSpPr>
            <a:cxnSpLocks/>
          </p:cNvCxnSpPr>
          <p:nvPr/>
        </p:nvCxnSpPr>
        <p:spPr>
          <a:xfrm>
            <a:off x="11999577" y="1330624"/>
            <a:ext cx="0" cy="88072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284">
            <a:extLst>
              <a:ext uri="{FF2B5EF4-FFF2-40B4-BE49-F238E27FC236}">
                <a16:creationId xmlns:a16="http://schemas.microsoft.com/office/drawing/2014/main" id="{B84FC0AA-6F16-0662-4EF6-89F103FD0AE8}"/>
              </a:ext>
            </a:extLst>
          </p:cNvPr>
          <p:cNvCxnSpPr>
            <a:cxnSpLocks/>
          </p:cNvCxnSpPr>
          <p:nvPr/>
        </p:nvCxnSpPr>
        <p:spPr>
          <a:xfrm flipV="1">
            <a:off x="117496" y="1703540"/>
            <a:ext cx="18028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2E003D7F-600A-E3E0-C74D-901B22C0D6BE}"/>
              </a:ext>
            </a:extLst>
          </p:cNvPr>
          <p:cNvSpPr txBox="1"/>
          <p:nvPr/>
        </p:nvSpPr>
        <p:spPr>
          <a:xfrm>
            <a:off x="4510144" y="1374701"/>
            <a:ext cx="3286926"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採購單位</a:t>
            </a:r>
          </a:p>
        </p:txBody>
      </p:sp>
      <p:sp>
        <p:nvSpPr>
          <p:cNvPr id="22" name="文字方塊 17">
            <a:extLst>
              <a:ext uri="{FF2B5EF4-FFF2-40B4-BE49-F238E27FC236}">
                <a16:creationId xmlns:a16="http://schemas.microsoft.com/office/drawing/2014/main" id="{E4B03D5C-DE04-ECF4-EE0E-1A57330F778F}"/>
              </a:ext>
            </a:extLst>
          </p:cNvPr>
          <p:cNvSpPr txBox="1"/>
          <p:nvPr/>
        </p:nvSpPr>
        <p:spPr>
          <a:xfrm>
            <a:off x="11993993" y="1374701"/>
            <a:ext cx="2314327"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財務單位</a:t>
            </a:r>
          </a:p>
        </p:txBody>
      </p:sp>
      <p:sp>
        <p:nvSpPr>
          <p:cNvPr id="24" name="文字方塊 17">
            <a:extLst>
              <a:ext uri="{FF2B5EF4-FFF2-40B4-BE49-F238E27FC236}">
                <a16:creationId xmlns:a16="http://schemas.microsoft.com/office/drawing/2014/main" id="{4756A3E6-2461-AE8F-8E15-88D3F478C659}"/>
              </a:ext>
            </a:extLst>
          </p:cNvPr>
          <p:cNvSpPr txBox="1"/>
          <p:nvPr/>
        </p:nvSpPr>
        <p:spPr>
          <a:xfrm>
            <a:off x="14751807" y="1374701"/>
            <a:ext cx="2884839" cy="346249"/>
          </a:xfrm>
          <a:prstGeom prst="rect">
            <a:avLst/>
          </a:prstGeom>
          <a:noFill/>
        </p:spPr>
        <p:txBody>
          <a:bodyPr wrap="square" rtlCol="0">
            <a:spAutoFit/>
          </a:bodyPr>
          <a:lstStyle/>
          <a:p>
            <a:pPr algn="ctr"/>
            <a:r>
              <a:rPr lang="en-US" altLang="zh-TW" sz="1650" b="1" dirty="0">
                <a:latin typeface="微軟正黑體" panose="020B0604030504040204" pitchFamily="34" charset="-120"/>
                <a:ea typeface="微軟正黑體" panose="020B0604030504040204" pitchFamily="34" charset="-120"/>
              </a:rPr>
              <a:t>Process Activities</a:t>
            </a:r>
            <a:endParaRPr lang="zh-TW" altLang="en-US" sz="1650"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548342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92FB1A-6223-8B64-2AF2-1D0E94A30C3E}"/>
              </a:ext>
            </a:extLst>
          </p:cNvPr>
          <p:cNvSpPr>
            <a:spLocks noGrp="1"/>
          </p:cNvSpPr>
          <p:nvPr>
            <p:ph type="title"/>
          </p:nvPr>
        </p:nvSpPr>
        <p:spPr/>
        <p:txBody>
          <a:bodyPr/>
          <a:lstStyle/>
          <a:p>
            <a:r>
              <a:rPr lang="zh-TW" altLang="en-US" dirty="0"/>
              <a:t>付款條件扣款（全額發票）</a:t>
            </a:r>
          </a:p>
        </p:txBody>
      </p:sp>
      <p:grpSp>
        <p:nvGrpSpPr>
          <p:cNvPr id="3" name="群組 2">
            <a:extLst>
              <a:ext uri="{FF2B5EF4-FFF2-40B4-BE49-F238E27FC236}">
                <a16:creationId xmlns:a16="http://schemas.microsoft.com/office/drawing/2014/main" id="{90085D95-FB0E-AA15-59F9-A92AFEEF7C79}"/>
              </a:ext>
            </a:extLst>
          </p:cNvPr>
          <p:cNvGrpSpPr/>
          <p:nvPr/>
        </p:nvGrpSpPr>
        <p:grpSpPr>
          <a:xfrm>
            <a:off x="15880385" y="181504"/>
            <a:ext cx="2244656" cy="2244657"/>
            <a:chOff x="3396760" y="2048850"/>
            <a:chExt cx="1440000" cy="1512000"/>
          </a:xfrm>
          <a:effectLst>
            <a:outerShdw blurRad="50800" dist="38100" dir="5400000" algn="t" rotWithShape="0">
              <a:prstClr val="black">
                <a:alpha val="40000"/>
              </a:prstClr>
            </a:outerShdw>
          </a:effectLst>
        </p:grpSpPr>
        <p:sp>
          <p:nvSpPr>
            <p:cNvPr id="4" name="Freeform 36">
              <a:extLst>
                <a:ext uri="{FF2B5EF4-FFF2-40B4-BE49-F238E27FC236}">
                  <a16:creationId xmlns:a16="http://schemas.microsoft.com/office/drawing/2014/main" id="{5C033362-9BE3-C8CD-5E89-2F7ECF3F9DB9}"/>
                </a:ext>
              </a:extLst>
            </p:cNvPr>
            <p:cNvSpPr>
              <a:spLocks/>
            </p:cNvSpPr>
            <p:nvPr/>
          </p:nvSpPr>
          <p:spPr bwMode="auto">
            <a:xfrm>
              <a:off x="3396760" y="2048850"/>
              <a:ext cx="1440000" cy="1512000"/>
            </a:xfrm>
            <a:custGeom>
              <a:avLst/>
              <a:gdLst>
                <a:gd name="T0" fmla="*/ 0 w 743"/>
                <a:gd name="T1" fmla="*/ 642 h 642"/>
                <a:gd name="T2" fmla="*/ 0 w 743"/>
                <a:gd name="T3" fmla="*/ 0 h 642"/>
                <a:gd name="T4" fmla="*/ 598 w 743"/>
                <a:gd name="T5" fmla="*/ 0 h 642"/>
                <a:gd name="T6" fmla="*/ 743 w 743"/>
                <a:gd name="T7" fmla="*/ 125 h 642"/>
                <a:gd name="T8" fmla="*/ 743 w 743"/>
                <a:gd name="T9" fmla="*/ 642 h 642"/>
                <a:gd name="T10" fmla="*/ 0 w 743"/>
                <a:gd name="T11" fmla="*/ 642 h 642"/>
                <a:gd name="T12" fmla="*/ 0 60000 65536"/>
                <a:gd name="T13" fmla="*/ 0 60000 65536"/>
                <a:gd name="T14" fmla="*/ 0 60000 65536"/>
                <a:gd name="T15" fmla="*/ 0 60000 65536"/>
                <a:gd name="T16" fmla="*/ 0 60000 65536"/>
                <a:gd name="T17" fmla="*/ 0 60000 65536"/>
                <a:gd name="T18" fmla="*/ 0 w 743"/>
                <a:gd name="T19" fmla="*/ 0 h 642"/>
                <a:gd name="T20" fmla="*/ 743 w 743"/>
                <a:gd name="T21" fmla="*/ 642 h 642"/>
              </a:gdLst>
              <a:ahLst/>
              <a:cxnLst>
                <a:cxn ang="T12">
                  <a:pos x="T0" y="T1"/>
                </a:cxn>
                <a:cxn ang="T13">
                  <a:pos x="T2" y="T3"/>
                </a:cxn>
                <a:cxn ang="T14">
                  <a:pos x="T4" y="T5"/>
                </a:cxn>
                <a:cxn ang="T15">
                  <a:pos x="T6" y="T7"/>
                </a:cxn>
                <a:cxn ang="T16">
                  <a:pos x="T8" y="T9"/>
                </a:cxn>
                <a:cxn ang="T17">
                  <a:pos x="T10" y="T11"/>
                </a:cxn>
              </a:cxnLst>
              <a:rect l="T18" t="T19" r="T20" b="T21"/>
              <a:pathLst>
                <a:path w="743" h="642">
                  <a:moveTo>
                    <a:pt x="0" y="642"/>
                  </a:moveTo>
                  <a:lnTo>
                    <a:pt x="0" y="0"/>
                  </a:lnTo>
                  <a:lnTo>
                    <a:pt x="598" y="0"/>
                  </a:lnTo>
                  <a:lnTo>
                    <a:pt x="743" y="125"/>
                  </a:lnTo>
                  <a:lnTo>
                    <a:pt x="743" y="642"/>
                  </a:lnTo>
                  <a:lnTo>
                    <a:pt x="0" y="642"/>
                  </a:lnTo>
                  <a:close/>
                </a:path>
              </a:pathLst>
            </a:custGeom>
            <a:solidFill>
              <a:srgbClr val="E7E7E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r>
                <a:rPr lang="zh-TW" altLang="en-US" sz="2400" b="1" u="sng" dirty="0">
                  <a:latin typeface="Arial" panose="020B0604020202020204" pitchFamily="34" charset="0"/>
                  <a:ea typeface="微軟正黑體" panose="020B0604030504040204" pitchFamily="34" charset="-120"/>
                </a:rPr>
                <a:t>採購單</a:t>
              </a:r>
              <a:endParaRPr lang="en-US" altLang="zh-TW" sz="2400" u="sng" dirty="0">
                <a:latin typeface="Arial" panose="020B0604020202020204" pitchFamily="34" charset="0"/>
                <a:ea typeface="微軟正黑體" panose="020B0604030504040204" pitchFamily="34" charset="-120"/>
              </a:endParaRPr>
            </a:p>
            <a:p>
              <a:pPr>
                <a:spcBef>
                  <a:spcPts val="1200"/>
                </a:spcBef>
                <a:spcAft>
                  <a:spcPts val="1200"/>
                </a:spcAft>
              </a:pPr>
              <a:r>
                <a:rPr lang="en-US" altLang="zh-TW" sz="2400" dirty="0">
                  <a:latin typeface="Arial" panose="020B0604020202020204" pitchFamily="34" charset="0"/>
                  <a:ea typeface="微軟正黑體" panose="020B0604030504040204" pitchFamily="34" charset="-120"/>
                </a:rPr>
                <a:t>100 pcs </a:t>
              </a:r>
            </a:p>
            <a:p>
              <a:r>
                <a:rPr lang="en-US" altLang="zh-TW" sz="2400" dirty="0">
                  <a:latin typeface="Arial" panose="020B0604020202020204" pitchFamily="34" charset="0"/>
                  <a:ea typeface="微軟正黑體" panose="020B0604030504040204" pitchFamily="34" charset="-120"/>
                </a:rPr>
                <a:t>PB00  $10/pcs</a:t>
              </a:r>
            </a:p>
            <a:p>
              <a:r>
                <a:rPr lang="en-US" altLang="zh-TW" sz="2400" dirty="0">
                  <a:latin typeface="Arial" panose="020B0604020202020204" pitchFamily="34" charset="0"/>
                  <a:ea typeface="微軟正黑體" panose="020B0604030504040204" pitchFamily="34" charset="-120"/>
                </a:rPr>
                <a:t>RL0X  -10%</a:t>
              </a:r>
            </a:p>
          </p:txBody>
        </p:sp>
        <p:sp>
          <p:nvSpPr>
            <p:cNvPr id="5" name="Freeform 37">
              <a:extLst>
                <a:ext uri="{FF2B5EF4-FFF2-40B4-BE49-F238E27FC236}">
                  <a16:creationId xmlns:a16="http://schemas.microsoft.com/office/drawing/2014/main" id="{8509D130-0631-6F14-FCAF-C6C1DC275E4F}"/>
                </a:ext>
              </a:extLst>
            </p:cNvPr>
            <p:cNvSpPr>
              <a:spLocks/>
            </p:cNvSpPr>
            <p:nvPr/>
          </p:nvSpPr>
          <p:spPr bwMode="auto">
            <a:xfrm>
              <a:off x="4555737" y="2048850"/>
              <a:ext cx="281023" cy="315421"/>
            </a:xfrm>
            <a:custGeom>
              <a:avLst/>
              <a:gdLst>
                <a:gd name="T0" fmla="*/ 0 w 145"/>
                <a:gd name="T1" fmla="*/ 0 h 125"/>
                <a:gd name="T2" fmla="*/ 39 w 145"/>
                <a:gd name="T3" fmla="*/ 121 h 125"/>
                <a:gd name="T4" fmla="*/ 45 w 145"/>
                <a:gd name="T5" fmla="*/ 115 h 125"/>
                <a:gd name="T6" fmla="*/ 54 w 145"/>
                <a:gd name="T7" fmla="*/ 110 h 125"/>
                <a:gd name="T8" fmla="*/ 64 w 145"/>
                <a:gd name="T9" fmla="*/ 108 h 125"/>
                <a:gd name="T10" fmla="*/ 77 w 145"/>
                <a:gd name="T11" fmla="*/ 108 h 125"/>
                <a:gd name="T12" fmla="*/ 91 w 145"/>
                <a:gd name="T13" fmla="*/ 109 h 125"/>
                <a:gd name="T14" fmla="*/ 108 w 145"/>
                <a:gd name="T15" fmla="*/ 113 h 125"/>
                <a:gd name="T16" fmla="*/ 126 w 145"/>
                <a:gd name="T17" fmla="*/ 117 h 125"/>
                <a:gd name="T18" fmla="*/ 145 w 145"/>
                <a:gd name="T19" fmla="*/ 125 h 125"/>
                <a:gd name="T20" fmla="*/ 0 w 145"/>
                <a:gd name="T21" fmla="*/ 0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5"/>
                <a:gd name="T34" fmla="*/ 0 h 125"/>
                <a:gd name="T35" fmla="*/ 145 w 145"/>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5" h="125">
                  <a:moveTo>
                    <a:pt x="0" y="0"/>
                  </a:moveTo>
                  <a:lnTo>
                    <a:pt x="39" y="121"/>
                  </a:lnTo>
                  <a:lnTo>
                    <a:pt x="45" y="115"/>
                  </a:lnTo>
                  <a:lnTo>
                    <a:pt x="54" y="110"/>
                  </a:lnTo>
                  <a:lnTo>
                    <a:pt x="64" y="108"/>
                  </a:lnTo>
                  <a:lnTo>
                    <a:pt x="77" y="108"/>
                  </a:lnTo>
                  <a:lnTo>
                    <a:pt x="91" y="109"/>
                  </a:lnTo>
                  <a:lnTo>
                    <a:pt x="108" y="113"/>
                  </a:lnTo>
                  <a:lnTo>
                    <a:pt x="126" y="117"/>
                  </a:lnTo>
                  <a:lnTo>
                    <a:pt x="145" y="125"/>
                  </a:lnTo>
                  <a:lnTo>
                    <a:pt x="0" y="0"/>
                  </a:lnTo>
                  <a:close/>
                </a:path>
              </a:pathLst>
            </a:custGeom>
            <a:solidFill>
              <a:srgbClr val="C4C4C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TW" altLang="en-US">
                <a:latin typeface="Arial" panose="020B0604020202020204" pitchFamily="34" charset="0"/>
                <a:ea typeface="微軟正黑體" panose="020B0604030504040204" pitchFamily="34" charset="-120"/>
              </a:endParaRPr>
            </a:p>
          </p:txBody>
        </p:sp>
        <p:sp>
          <p:nvSpPr>
            <p:cNvPr id="6" name="Freeform 38">
              <a:extLst>
                <a:ext uri="{FF2B5EF4-FFF2-40B4-BE49-F238E27FC236}">
                  <a16:creationId xmlns:a16="http://schemas.microsoft.com/office/drawing/2014/main" id="{B733ACD7-1D66-7720-A3A1-6B52020C5F15}"/>
                </a:ext>
              </a:extLst>
            </p:cNvPr>
            <p:cNvSpPr>
              <a:spLocks/>
            </p:cNvSpPr>
            <p:nvPr/>
          </p:nvSpPr>
          <p:spPr bwMode="auto">
            <a:xfrm>
              <a:off x="3396760" y="2048850"/>
              <a:ext cx="1440000" cy="1512000"/>
            </a:xfrm>
            <a:custGeom>
              <a:avLst/>
              <a:gdLst>
                <a:gd name="T0" fmla="*/ 0 w 743"/>
                <a:gd name="T1" fmla="*/ 642 h 642"/>
                <a:gd name="T2" fmla="*/ 0 w 743"/>
                <a:gd name="T3" fmla="*/ 0 h 642"/>
                <a:gd name="T4" fmla="*/ 598 w 743"/>
                <a:gd name="T5" fmla="*/ 0 h 642"/>
                <a:gd name="T6" fmla="*/ 743 w 743"/>
                <a:gd name="T7" fmla="*/ 125 h 642"/>
                <a:gd name="T8" fmla="*/ 743 w 743"/>
                <a:gd name="T9" fmla="*/ 642 h 642"/>
                <a:gd name="T10" fmla="*/ 0 w 743"/>
                <a:gd name="T11" fmla="*/ 642 h 642"/>
                <a:gd name="T12" fmla="*/ 0 60000 65536"/>
                <a:gd name="T13" fmla="*/ 0 60000 65536"/>
                <a:gd name="T14" fmla="*/ 0 60000 65536"/>
                <a:gd name="T15" fmla="*/ 0 60000 65536"/>
                <a:gd name="T16" fmla="*/ 0 60000 65536"/>
                <a:gd name="T17" fmla="*/ 0 60000 65536"/>
                <a:gd name="T18" fmla="*/ 0 w 743"/>
                <a:gd name="T19" fmla="*/ 0 h 642"/>
                <a:gd name="T20" fmla="*/ 743 w 743"/>
                <a:gd name="T21" fmla="*/ 642 h 642"/>
              </a:gdLst>
              <a:ahLst/>
              <a:cxnLst>
                <a:cxn ang="T12">
                  <a:pos x="T0" y="T1"/>
                </a:cxn>
                <a:cxn ang="T13">
                  <a:pos x="T2" y="T3"/>
                </a:cxn>
                <a:cxn ang="T14">
                  <a:pos x="T4" y="T5"/>
                </a:cxn>
                <a:cxn ang="T15">
                  <a:pos x="T6" y="T7"/>
                </a:cxn>
                <a:cxn ang="T16">
                  <a:pos x="T8" y="T9"/>
                </a:cxn>
                <a:cxn ang="T17">
                  <a:pos x="T10" y="T11"/>
                </a:cxn>
              </a:cxnLst>
              <a:rect l="T18" t="T19" r="T20" b="T21"/>
              <a:pathLst>
                <a:path w="743" h="642">
                  <a:moveTo>
                    <a:pt x="0" y="642"/>
                  </a:moveTo>
                  <a:lnTo>
                    <a:pt x="0" y="0"/>
                  </a:lnTo>
                  <a:lnTo>
                    <a:pt x="598" y="0"/>
                  </a:lnTo>
                  <a:lnTo>
                    <a:pt x="743" y="125"/>
                  </a:lnTo>
                  <a:lnTo>
                    <a:pt x="743" y="642"/>
                  </a:lnTo>
                  <a:lnTo>
                    <a:pt x="0" y="642"/>
                  </a:lnTo>
                  <a:close/>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latin typeface="Arial" panose="020B0604020202020204" pitchFamily="34" charset="0"/>
                <a:ea typeface="微軟正黑體" panose="020B0604030504040204" pitchFamily="34" charset="-120"/>
              </a:endParaRPr>
            </a:p>
          </p:txBody>
        </p:sp>
        <p:sp>
          <p:nvSpPr>
            <p:cNvPr id="7" name="Freeform 39">
              <a:extLst>
                <a:ext uri="{FF2B5EF4-FFF2-40B4-BE49-F238E27FC236}">
                  <a16:creationId xmlns:a16="http://schemas.microsoft.com/office/drawing/2014/main" id="{85958BA6-C030-9C7D-B768-27981E9A36F4}"/>
                </a:ext>
              </a:extLst>
            </p:cNvPr>
            <p:cNvSpPr>
              <a:spLocks/>
            </p:cNvSpPr>
            <p:nvPr/>
          </p:nvSpPr>
          <p:spPr bwMode="auto">
            <a:xfrm>
              <a:off x="4555737" y="2048850"/>
              <a:ext cx="281023" cy="315421"/>
            </a:xfrm>
            <a:custGeom>
              <a:avLst/>
              <a:gdLst>
                <a:gd name="T0" fmla="*/ 0 w 145"/>
                <a:gd name="T1" fmla="*/ 0 h 125"/>
                <a:gd name="T2" fmla="*/ 39 w 145"/>
                <a:gd name="T3" fmla="*/ 121 h 125"/>
                <a:gd name="T4" fmla="*/ 45 w 145"/>
                <a:gd name="T5" fmla="*/ 115 h 125"/>
                <a:gd name="T6" fmla="*/ 54 w 145"/>
                <a:gd name="T7" fmla="*/ 110 h 125"/>
                <a:gd name="T8" fmla="*/ 64 w 145"/>
                <a:gd name="T9" fmla="*/ 108 h 125"/>
                <a:gd name="T10" fmla="*/ 77 w 145"/>
                <a:gd name="T11" fmla="*/ 108 h 125"/>
                <a:gd name="T12" fmla="*/ 91 w 145"/>
                <a:gd name="T13" fmla="*/ 109 h 125"/>
                <a:gd name="T14" fmla="*/ 108 w 145"/>
                <a:gd name="T15" fmla="*/ 113 h 125"/>
                <a:gd name="T16" fmla="*/ 126 w 145"/>
                <a:gd name="T17" fmla="*/ 117 h 125"/>
                <a:gd name="T18" fmla="*/ 145 w 145"/>
                <a:gd name="T19" fmla="*/ 125 h 1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5"/>
                <a:gd name="T31" fmla="*/ 0 h 125"/>
                <a:gd name="T32" fmla="*/ 145 w 145"/>
                <a:gd name="T33" fmla="*/ 125 h 1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5" h="125">
                  <a:moveTo>
                    <a:pt x="0" y="0"/>
                  </a:moveTo>
                  <a:lnTo>
                    <a:pt x="39" y="121"/>
                  </a:lnTo>
                  <a:lnTo>
                    <a:pt x="45" y="115"/>
                  </a:lnTo>
                  <a:lnTo>
                    <a:pt x="54" y="110"/>
                  </a:lnTo>
                  <a:lnTo>
                    <a:pt x="64" y="108"/>
                  </a:lnTo>
                  <a:lnTo>
                    <a:pt x="77" y="108"/>
                  </a:lnTo>
                  <a:lnTo>
                    <a:pt x="91" y="109"/>
                  </a:lnTo>
                  <a:lnTo>
                    <a:pt x="108" y="113"/>
                  </a:lnTo>
                  <a:lnTo>
                    <a:pt x="126" y="117"/>
                  </a:lnTo>
                  <a:lnTo>
                    <a:pt x="145" y="125"/>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TW" altLang="en-US">
                <a:latin typeface="Arial" panose="020B0604020202020204" pitchFamily="34" charset="0"/>
                <a:ea typeface="微軟正黑體" panose="020B0604030504040204" pitchFamily="34" charset="-120"/>
              </a:endParaRPr>
            </a:p>
          </p:txBody>
        </p:sp>
      </p:grpSp>
      <p:sp>
        <p:nvSpPr>
          <p:cNvPr id="19" name="矩形 167">
            <a:extLst>
              <a:ext uri="{FF2B5EF4-FFF2-40B4-BE49-F238E27FC236}">
                <a16:creationId xmlns:a16="http://schemas.microsoft.com/office/drawing/2014/main" id="{3EDD5F15-2815-5455-9D3E-410D433F0273}"/>
              </a:ext>
            </a:extLst>
          </p:cNvPr>
          <p:cNvSpPr/>
          <p:nvPr/>
        </p:nvSpPr>
        <p:spPr>
          <a:xfrm flipH="1">
            <a:off x="9111083" y="2902920"/>
            <a:ext cx="53444" cy="6413305"/>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p:style>
        <p:txBody>
          <a:bodyPr lIns="59991" tIns="29995" rIns="59991" bIns="29995" anchor="ctr">
            <a:noAutofit/>
          </a:bodyPr>
          <a:lstStyle/>
          <a:p>
            <a:pPr algn="ctr" defTabSz="914309"/>
            <a:endParaRPr lang="en-US" spc="-1">
              <a:solidFill>
                <a:srgbClr val="FFFFFF"/>
              </a:solidFill>
              <a:latin typeface="Trebuchet MS"/>
              <a:ea typeface="微軟正黑體"/>
            </a:endParaRPr>
          </a:p>
        </p:txBody>
      </p:sp>
      <p:grpSp>
        <p:nvGrpSpPr>
          <p:cNvPr id="20" name="群組 19">
            <a:extLst>
              <a:ext uri="{FF2B5EF4-FFF2-40B4-BE49-F238E27FC236}">
                <a16:creationId xmlns:a16="http://schemas.microsoft.com/office/drawing/2014/main" id="{370491FD-3825-D817-4220-494085942B09}"/>
              </a:ext>
            </a:extLst>
          </p:cNvPr>
          <p:cNvGrpSpPr/>
          <p:nvPr/>
        </p:nvGrpSpPr>
        <p:grpSpPr>
          <a:xfrm>
            <a:off x="4482928" y="2808000"/>
            <a:ext cx="4920193" cy="6399244"/>
            <a:chOff x="3039428" y="2037507"/>
            <a:chExt cx="3314240" cy="4310528"/>
          </a:xfrm>
        </p:grpSpPr>
        <p:sp>
          <p:nvSpPr>
            <p:cNvPr id="21" name="矩形: 圓角 20">
              <a:extLst>
                <a:ext uri="{FF2B5EF4-FFF2-40B4-BE49-F238E27FC236}">
                  <a16:creationId xmlns:a16="http://schemas.microsoft.com/office/drawing/2014/main" id="{AE58575E-0AFB-6482-BC0B-4AF27047A67B}"/>
                </a:ext>
              </a:extLst>
            </p:cNvPr>
            <p:cNvSpPr/>
            <p:nvPr/>
          </p:nvSpPr>
          <p:spPr>
            <a:xfrm>
              <a:off x="3039428" y="2685507"/>
              <a:ext cx="1697471" cy="412243"/>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latin typeface="Arial" panose="020B0604020202020204" pitchFamily="34" charset="0"/>
                  <a:ea typeface="微軟正黑體" panose="020B0604030504040204" pitchFamily="34" charset="-120"/>
                </a:rPr>
                <a:t>發票驗證暫存</a:t>
              </a:r>
            </a:p>
          </p:txBody>
        </p:sp>
        <p:sp>
          <p:nvSpPr>
            <p:cNvPr id="22" name="矩形: 圓角 21">
              <a:extLst>
                <a:ext uri="{FF2B5EF4-FFF2-40B4-BE49-F238E27FC236}">
                  <a16:creationId xmlns:a16="http://schemas.microsoft.com/office/drawing/2014/main" id="{58E952D7-90DF-D3DE-45BA-E1714E351F8F}"/>
                </a:ext>
              </a:extLst>
            </p:cNvPr>
            <p:cNvSpPr/>
            <p:nvPr/>
          </p:nvSpPr>
          <p:spPr>
            <a:xfrm>
              <a:off x="3039428" y="3333507"/>
              <a:ext cx="1697471" cy="412243"/>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a:solidFill>
                    <a:schemeClr val="tx1"/>
                  </a:solidFill>
                  <a:latin typeface="Arial" panose="020B0604020202020204" pitchFamily="34" charset="0"/>
                  <a:ea typeface="微軟正黑體" panose="020B0604030504040204" pitchFamily="34" charset="-120"/>
                </a:rPr>
                <a:t>ZMM065</a:t>
              </a:r>
              <a:endParaRPr lang="zh-TW" altLang="en-US" sz="2400" b="1">
                <a:solidFill>
                  <a:schemeClr val="tx1"/>
                </a:solidFill>
                <a:latin typeface="Arial" panose="020B0604020202020204" pitchFamily="34" charset="0"/>
                <a:ea typeface="微軟正黑體" panose="020B0604030504040204" pitchFamily="34" charset="-120"/>
              </a:endParaRPr>
            </a:p>
          </p:txBody>
        </p:sp>
        <p:sp>
          <p:nvSpPr>
            <p:cNvPr id="23" name="矩形: 圓角 22">
              <a:extLst>
                <a:ext uri="{FF2B5EF4-FFF2-40B4-BE49-F238E27FC236}">
                  <a16:creationId xmlns:a16="http://schemas.microsoft.com/office/drawing/2014/main" id="{599431E4-FAD7-4D3B-9656-C001438B66F3}"/>
                </a:ext>
              </a:extLst>
            </p:cNvPr>
            <p:cNvSpPr/>
            <p:nvPr/>
          </p:nvSpPr>
          <p:spPr>
            <a:xfrm>
              <a:off x="3039428" y="2037507"/>
              <a:ext cx="1697471" cy="412243"/>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latin typeface="Arial" panose="020B0604020202020204" pitchFamily="34" charset="0"/>
                  <a:ea typeface="微軟正黑體" panose="020B0604030504040204" pitchFamily="34" charset="-120"/>
                </a:rPr>
                <a:t>採購單付款條件</a:t>
              </a:r>
            </a:p>
          </p:txBody>
        </p:sp>
        <p:sp>
          <p:nvSpPr>
            <p:cNvPr id="24" name="矩形: 圓角 23">
              <a:extLst>
                <a:ext uri="{FF2B5EF4-FFF2-40B4-BE49-F238E27FC236}">
                  <a16:creationId xmlns:a16="http://schemas.microsoft.com/office/drawing/2014/main" id="{89B67F4C-A51D-A599-480F-94BC1D6FF6C9}"/>
                </a:ext>
              </a:extLst>
            </p:cNvPr>
            <p:cNvSpPr/>
            <p:nvPr/>
          </p:nvSpPr>
          <p:spPr>
            <a:xfrm>
              <a:off x="3039428" y="3981507"/>
              <a:ext cx="1697471" cy="412243"/>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a:solidFill>
                    <a:schemeClr val="tx1"/>
                  </a:solidFill>
                  <a:latin typeface="Arial" panose="020B0604020202020204" pitchFamily="34" charset="0"/>
                  <a:ea typeface="微軟正黑體" panose="020B0604030504040204" pitchFamily="34" charset="-120"/>
                </a:rPr>
                <a:t>BPM </a:t>
              </a:r>
              <a:r>
                <a:rPr lang="zh-TW" altLang="en-US" sz="2400" b="1">
                  <a:solidFill>
                    <a:schemeClr val="tx1"/>
                  </a:solidFill>
                  <a:latin typeface="Arial" panose="020B0604020202020204" pitchFamily="34" charset="0"/>
                  <a:ea typeface="微軟正黑體" panose="020B0604030504040204" pitchFamily="34" charset="-120"/>
                </a:rPr>
                <a:t>簽核</a:t>
              </a:r>
            </a:p>
          </p:txBody>
        </p:sp>
        <p:sp>
          <p:nvSpPr>
            <p:cNvPr id="25" name="矩形: 圓角 24">
              <a:extLst>
                <a:ext uri="{FF2B5EF4-FFF2-40B4-BE49-F238E27FC236}">
                  <a16:creationId xmlns:a16="http://schemas.microsoft.com/office/drawing/2014/main" id="{10080554-3E70-2480-2CF1-65AA10457102}"/>
                </a:ext>
              </a:extLst>
            </p:cNvPr>
            <p:cNvSpPr/>
            <p:nvPr/>
          </p:nvSpPr>
          <p:spPr>
            <a:xfrm>
              <a:off x="3039428" y="4629507"/>
              <a:ext cx="1697471" cy="412243"/>
            </a:xfrm>
            <a:prstGeom prst="roundRect">
              <a:avLst>
                <a:gd name="adj" fmla="val 8334"/>
              </a:avLst>
            </a:prstGeom>
            <a:solidFill>
              <a:srgbClr val="BACB8F"/>
            </a:solidFill>
            <a:ln w="28575">
              <a:noFill/>
            </a:ln>
            <a:effectLst>
              <a:outerShdw blurRad="25400" dist="12700" dir="2700000" algn="tl" rotWithShape="0">
                <a:prstClr val="black">
                  <a:alpha val="40000"/>
                </a:prstClr>
              </a:outerShdw>
            </a:effectLst>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spcFirstLastPara="0" vert="horz" wrap="square" lIns="73134" tIns="57894" rIns="73134" bIns="57894" numCol="1" spcCol="1270" anchor="ctr" anchorCtr="0">
              <a:noAutofit/>
            </a:bodyPr>
            <a:lstStyle/>
            <a:p>
              <a:pPr algn="ctr" defTabSz="1066800">
                <a:lnSpc>
                  <a:spcPct val="90000"/>
                </a:lnSpc>
                <a:spcBef>
                  <a:spcPct val="0"/>
                </a:spcBef>
              </a:pPr>
              <a:r>
                <a:rPr lang="zh-TW" altLang="en-US" sz="2400" b="1" dirty="0">
                  <a:solidFill>
                    <a:schemeClr val="tx1"/>
                  </a:solidFill>
                  <a:latin typeface="Arial" panose="020B0604020202020204" pitchFamily="34" charset="0"/>
                  <a:ea typeface="微軟正黑體" panose="020B0604030504040204" pitchFamily="34" charset="-120"/>
                </a:rPr>
                <a:t>財務過帳 </a:t>
              </a:r>
              <a:r>
                <a:rPr lang="en-US" altLang="zh-TW" sz="2400" b="1" dirty="0">
                  <a:solidFill>
                    <a:schemeClr val="tx1"/>
                  </a:solidFill>
                  <a:latin typeface="Arial" panose="020B0604020202020204" pitchFamily="34" charset="0"/>
                  <a:ea typeface="微軟正黑體" panose="020B0604030504040204" pitchFamily="34" charset="-120"/>
                </a:rPr>
                <a:t>(MIRO)</a:t>
              </a:r>
              <a:endParaRPr lang="zh-TW" altLang="en-US" sz="2400" b="1" dirty="0">
                <a:solidFill>
                  <a:schemeClr val="tx1"/>
                </a:solidFill>
                <a:latin typeface="Arial" panose="020B0604020202020204" pitchFamily="34" charset="0"/>
                <a:ea typeface="微軟正黑體" panose="020B0604030504040204" pitchFamily="34" charset="-120"/>
              </a:endParaRPr>
            </a:p>
          </p:txBody>
        </p:sp>
        <p:sp>
          <p:nvSpPr>
            <p:cNvPr id="26" name="矩形: 圓角 25">
              <a:extLst>
                <a:ext uri="{FF2B5EF4-FFF2-40B4-BE49-F238E27FC236}">
                  <a16:creationId xmlns:a16="http://schemas.microsoft.com/office/drawing/2014/main" id="{3196E222-B81B-79EB-1AB8-6168F5B0A96F}"/>
                </a:ext>
              </a:extLst>
            </p:cNvPr>
            <p:cNvSpPr/>
            <p:nvPr/>
          </p:nvSpPr>
          <p:spPr>
            <a:xfrm>
              <a:off x="3039428" y="5277507"/>
              <a:ext cx="1697471" cy="412243"/>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a:solidFill>
                    <a:schemeClr val="tx1"/>
                  </a:solidFill>
                  <a:latin typeface="Arial" panose="020B0604020202020204" pitchFamily="34" charset="0"/>
                  <a:ea typeface="微軟正黑體" panose="020B0604030504040204" pitchFamily="34" charset="-120"/>
                </a:rPr>
                <a:t>後續貸項</a:t>
              </a:r>
            </a:p>
          </p:txBody>
        </p:sp>
        <p:cxnSp>
          <p:nvCxnSpPr>
            <p:cNvPr id="27" name="直線單箭頭接點 26">
              <a:extLst>
                <a:ext uri="{FF2B5EF4-FFF2-40B4-BE49-F238E27FC236}">
                  <a16:creationId xmlns:a16="http://schemas.microsoft.com/office/drawing/2014/main" id="{AAB21CE7-4C4B-51F7-0816-9E1012FF9215}"/>
                </a:ext>
              </a:extLst>
            </p:cNvPr>
            <p:cNvCxnSpPr>
              <a:stCxn id="23" idx="2"/>
              <a:endCxn id="21" idx="0"/>
            </p:cNvCxnSpPr>
            <p:nvPr/>
          </p:nvCxnSpPr>
          <p:spPr>
            <a:xfrm>
              <a:off x="3888163" y="2449750"/>
              <a:ext cx="0" cy="235757"/>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id="{DFF98666-232D-CC47-5686-CA9E7D305508}"/>
                </a:ext>
              </a:extLst>
            </p:cNvPr>
            <p:cNvCxnSpPr>
              <a:cxnSpLocks/>
              <a:stCxn id="21" idx="2"/>
              <a:endCxn id="22" idx="0"/>
            </p:cNvCxnSpPr>
            <p:nvPr/>
          </p:nvCxnSpPr>
          <p:spPr>
            <a:xfrm>
              <a:off x="3888163" y="3097750"/>
              <a:ext cx="0" cy="235757"/>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a:extLst>
                <a:ext uri="{FF2B5EF4-FFF2-40B4-BE49-F238E27FC236}">
                  <a16:creationId xmlns:a16="http://schemas.microsoft.com/office/drawing/2014/main" id="{8A17D6AE-8DB4-089D-E0F7-3A319F51C8FD}"/>
                </a:ext>
              </a:extLst>
            </p:cNvPr>
            <p:cNvCxnSpPr>
              <a:cxnSpLocks/>
              <a:stCxn id="22" idx="2"/>
              <a:endCxn id="24" idx="0"/>
            </p:cNvCxnSpPr>
            <p:nvPr/>
          </p:nvCxnSpPr>
          <p:spPr>
            <a:xfrm>
              <a:off x="3888163" y="3745750"/>
              <a:ext cx="0" cy="235757"/>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9FD08281-EBE7-4E19-6BFF-4076E52BA5AE}"/>
                </a:ext>
              </a:extLst>
            </p:cNvPr>
            <p:cNvCxnSpPr>
              <a:cxnSpLocks/>
              <a:stCxn id="24" idx="2"/>
              <a:endCxn id="25" idx="0"/>
            </p:cNvCxnSpPr>
            <p:nvPr/>
          </p:nvCxnSpPr>
          <p:spPr>
            <a:xfrm>
              <a:off x="3888163" y="4393750"/>
              <a:ext cx="0" cy="235756"/>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81478C7D-47D3-B764-D978-C2E56E26B183}"/>
                </a:ext>
              </a:extLst>
            </p:cNvPr>
            <p:cNvCxnSpPr>
              <a:cxnSpLocks/>
              <a:stCxn id="25" idx="2"/>
              <a:endCxn id="26" idx="0"/>
            </p:cNvCxnSpPr>
            <p:nvPr/>
          </p:nvCxnSpPr>
          <p:spPr>
            <a:xfrm>
              <a:off x="3888163" y="5041750"/>
              <a:ext cx="0" cy="235757"/>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圓角 31">
              <a:extLst>
                <a:ext uri="{FF2B5EF4-FFF2-40B4-BE49-F238E27FC236}">
                  <a16:creationId xmlns:a16="http://schemas.microsoft.com/office/drawing/2014/main" id="{6352F206-7AA3-3C4C-F8F1-8DEE02004C77}"/>
                </a:ext>
              </a:extLst>
            </p:cNvPr>
            <p:cNvSpPr/>
            <p:nvPr/>
          </p:nvSpPr>
          <p:spPr>
            <a:xfrm>
              <a:off x="3039428" y="5935792"/>
              <a:ext cx="1697471" cy="412243"/>
            </a:xfrm>
            <a:prstGeom prst="roundRect">
              <a:avLst>
                <a:gd name="adj" fmla="val 8334"/>
              </a:avLst>
            </a:prstGeom>
            <a:solidFill>
              <a:srgbClr val="BACB8F"/>
            </a:solidFill>
            <a:ln w="28575">
              <a:noFill/>
            </a:ln>
            <a:effectLst>
              <a:outerShdw blurRad="25400" dist="12700" dir="2700000" algn="tl" rotWithShape="0">
                <a:prstClr val="black">
                  <a:alpha val="40000"/>
                </a:prstClr>
              </a:outerShdw>
            </a:effectLst>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spcFirstLastPara="0" vert="horz" wrap="square" lIns="73134" tIns="57894" rIns="73134" bIns="57894" numCol="1" spcCol="1270" anchor="ctr" anchorCtr="0">
              <a:noAutofit/>
            </a:bodyPr>
            <a:lstStyle/>
            <a:p>
              <a:pPr algn="ctr" defTabSz="1066800">
                <a:lnSpc>
                  <a:spcPct val="90000"/>
                </a:lnSpc>
                <a:spcBef>
                  <a:spcPct val="0"/>
                </a:spcBef>
              </a:pPr>
              <a:r>
                <a:rPr lang="zh-TW" altLang="en-US" sz="2400" b="1">
                  <a:solidFill>
                    <a:schemeClr val="tx1"/>
                  </a:solidFill>
                  <a:latin typeface="Arial" panose="020B0604020202020204" pitchFamily="34" charset="0"/>
                  <a:ea typeface="微軟正黑體" panose="020B0604030504040204" pitchFamily="34" charset="-120"/>
                </a:rPr>
                <a:t>財務過帳 </a:t>
              </a:r>
              <a:r>
                <a:rPr lang="en-US" altLang="zh-TW" sz="2400" b="1">
                  <a:solidFill>
                    <a:schemeClr val="tx1"/>
                  </a:solidFill>
                  <a:latin typeface="Arial" panose="020B0604020202020204" pitchFamily="34" charset="0"/>
                  <a:ea typeface="微軟正黑體" panose="020B0604030504040204" pitchFamily="34" charset="-120"/>
                </a:rPr>
                <a:t>(MIRO)</a:t>
              </a:r>
              <a:endParaRPr lang="zh-TW" altLang="en-US" sz="2400" b="1">
                <a:solidFill>
                  <a:schemeClr val="tx1"/>
                </a:solidFill>
                <a:latin typeface="Arial" panose="020B0604020202020204" pitchFamily="34" charset="0"/>
                <a:ea typeface="微軟正黑體" panose="020B0604030504040204" pitchFamily="34" charset="-120"/>
              </a:endParaRPr>
            </a:p>
          </p:txBody>
        </p:sp>
        <p:cxnSp>
          <p:nvCxnSpPr>
            <p:cNvPr id="33" name="直線單箭頭接點 32">
              <a:extLst>
                <a:ext uri="{FF2B5EF4-FFF2-40B4-BE49-F238E27FC236}">
                  <a16:creationId xmlns:a16="http://schemas.microsoft.com/office/drawing/2014/main" id="{AE91FD57-19F4-C00A-5B41-819DF27D158F}"/>
                </a:ext>
              </a:extLst>
            </p:cNvPr>
            <p:cNvCxnSpPr>
              <a:cxnSpLocks/>
              <a:stCxn id="26" idx="2"/>
              <a:endCxn id="32" idx="0"/>
            </p:cNvCxnSpPr>
            <p:nvPr/>
          </p:nvCxnSpPr>
          <p:spPr>
            <a:xfrm>
              <a:off x="3888163" y="5689750"/>
              <a:ext cx="0" cy="246042"/>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文字方塊 33">
              <a:extLst>
                <a:ext uri="{FF2B5EF4-FFF2-40B4-BE49-F238E27FC236}">
                  <a16:creationId xmlns:a16="http://schemas.microsoft.com/office/drawing/2014/main" id="{8915CA95-6529-ED6B-B02E-D2BC5A6CF660}"/>
                </a:ext>
              </a:extLst>
            </p:cNvPr>
            <p:cNvSpPr txBox="1"/>
            <p:nvPr/>
          </p:nvSpPr>
          <p:spPr>
            <a:xfrm>
              <a:off x="3853543" y="5030897"/>
              <a:ext cx="1119217" cy="307777"/>
            </a:xfrm>
            <a:prstGeom prst="rect">
              <a:avLst/>
            </a:prstGeom>
            <a:noFill/>
          </p:spPr>
          <p:txBody>
            <a:bodyPr wrap="none" rtlCol="0">
              <a:spAutoFit/>
            </a:bodyPr>
            <a:lstStyle/>
            <a:p>
              <a:r>
                <a:rPr lang="en-US" altLang="zh-TW" b="1" dirty="0">
                  <a:solidFill>
                    <a:srgbClr val="C00000"/>
                  </a:solidFill>
                </a:rPr>
                <a:t>Auto (</a:t>
              </a:r>
              <a:r>
                <a:rPr lang="zh-TW" altLang="en-US" b="1" dirty="0">
                  <a:solidFill>
                    <a:srgbClr val="C00000"/>
                  </a:solidFill>
                </a:rPr>
                <a:t>客製</a:t>
              </a:r>
              <a:r>
                <a:rPr lang="en-US" altLang="zh-TW" b="1" dirty="0">
                  <a:solidFill>
                    <a:srgbClr val="C00000"/>
                  </a:solidFill>
                </a:rPr>
                <a:t>)</a:t>
              </a:r>
              <a:endParaRPr lang="zh-TW" altLang="en-US" b="1" dirty="0">
                <a:solidFill>
                  <a:srgbClr val="C00000"/>
                </a:solidFill>
              </a:endParaRPr>
            </a:p>
          </p:txBody>
        </p:sp>
        <p:sp>
          <p:nvSpPr>
            <p:cNvPr id="35" name="語音泡泡: 圓角矩形 449">
              <a:extLst>
                <a:ext uri="{FF2B5EF4-FFF2-40B4-BE49-F238E27FC236}">
                  <a16:creationId xmlns:a16="http://schemas.microsoft.com/office/drawing/2014/main" id="{0526A107-A463-8795-C718-30FC893DABDD}"/>
                </a:ext>
              </a:extLst>
            </p:cNvPr>
            <p:cNvSpPr/>
            <p:nvPr/>
          </p:nvSpPr>
          <p:spPr>
            <a:xfrm>
              <a:off x="4801694" y="5437400"/>
              <a:ext cx="1551974" cy="720000"/>
            </a:xfrm>
            <a:prstGeom prst="wedgeRoundRectCallout">
              <a:avLst>
                <a:gd name="adj1" fmla="val -60689"/>
                <a:gd name="adj2" fmla="val -37071"/>
                <a:gd name="adj3" fmla="val 16667"/>
              </a:avLst>
            </a:prstGeom>
            <a:solidFill>
              <a:schemeClr val="accent4">
                <a:lumMod val="20000"/>
                <a:lumOff val="80000"/>
              </a:schemeClr>
            </a:solidFill>
            <a:ln w="19050">
              <a:solidFill>
                <a:srgbClr val="ED7D31"/>
              </a:solidFill>
            </a:ln>
          </p:spPr>
          <p:style>
            <a:lnRef idx="2">
              <a:schemeClr val="accent1">
                <a:shade val="15000"/>
              </a:schemeClr>
            </a:lnRef>
            <a:fillRef idx="1">
              <a:schemeClr val="accent1"/>
            </a:fillRef>
            <a:effectRef idx="0">
              <a:schemeClr val="accent1"/>
            </a:effectRef>
            <a:fontRef idx="minor"/>
          </p:style>
          <p:txBody>
            <a:bodyPr lIns="59991" tIns="29995" rIns="59991" bIns="29995" anchor="ctr">
              <a:noAutofit/>
            </a:bodyPr>
            <a:lstStyle/>
            <a:p>
              <a:pPr marL="216000" indent="-216000" defTabSz="609539">
                <a:buClr>
                  <a:srgbClr val="000000"/>
                </a:buClr>
                <a:buFont typeface="Wingdings" charset="2"/>
                <a:buChar char=""/>
              </a:pPr>
              <a:r>
                <a:rPr lang="zh-TW" altLang="en-US" spc="-1" dirty="0">
                  <a:solidFill>
                    <a:srgbClr val="000000"/>
                  </a:solidFill>
                  <a:latin typeface="Arial" panose="020B0604020202020204" pitchFamily="34" charset="0"/>
                  <a:ea typeface="微軟正黑體" panose="020B0604030504040204" pitchFamily="34" charset="-120"/>
                </a:rPr>
                <a:t>自動計算付款條件扣款比例，產生發票驗證暫存</a:t>
              </a:r>
              <a:endParaRPr lang="en-US" spc="-1" dirty="0">
                <a:solidFill>
                  <a:srgbClr val="000000"/>
                </a:solidFill>
                <a:latin typeface="Arial" panose="020B0604020202020204" pitchFamily="34" charset="0"/>
                <a:ea typeface="微軟正黑體" panose="020B0604030504040204" pitchFamily="34" charset="-120"/>
              </a:endParaRPr>
            </a:p>
          </p:txBody>
        </p:sp>
      </p:grpSp>
      <p:grpSp>
        <p:nvGrpSpPr>
          <p:cNvPr id="37" name="群組 36">
            <a:extLst>
              <a:ext uri="{FF2B5EF4-FFF2-40B4-BE49-F238E27FC236}">
                <a16:creationId xmlns:a16="http://schemas.microsoft.com/office/drawing/2014/main" id="{82ABD2D4-E3FC-652C-95FE-B052861E05A7}"/>
              </a:ext>
            </a:extLst>
          </p:cNvPr>
          <p:cNvGrpSpPr/>
          <p:nvPr/>
        </p:nvGrpSpPr>
        <p:grpSpPr>
          <a:xfrm>
            <a:off x="288000" y="9307420"/>
            <a:ext cx="1428661" cy="369332"/>
            <a:chOff x="216000" y="6227991"/>
            <a:chExt cx="962347" cy="248782"/>
          </a:xfrm>
        </p:grpSpPr>
        <p:sp>
          <p:nvSpPr>
            <p:cNvPr id="38" name="矩形: 圓角 37">
              <a:extLst>
                <a:ext uri="{FF2B5EF4-FFF2-40B4-BE49-F238E27FC236}">
                  <a16:creationId xmlns:a16="http://schemas.microsoft.com/office/drawing/2014/main" id="{683E6ED6-F121-A912-9752-37EAAE631CF3}"/>
                </a:ext>
              </a:extLst>
            </p:cNvPr>
            <p:cNvSpPr/>
            <p:nvPr/>
          </p:nvSpPr>
          <p:spPr>
            <a:xfrm>
              <a:off x="216000" y="6244382"/>
              <a:ext cx="216000" cy="216000"/>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200">
                <a:solidFill>
                  <a:schemeClr val="tx1"/>
                </a:solidFill>
                <a:latin typeface="Arial" panose="020B0604020202020204" pitchFamily="34" charset="0"/>
                <a:ea typeface="微軟正黑體" panose="020B0604030504040204" pitchFamily="34" charset="-120"/>
              </a:endParaRPr>
            </a:p>
          </p:txBody>
        </p:sp>
        <p:sp>
          <p:nvSpPr>
            <p:cNvPr id="39" name="文字方塊 38">
              <a:extLst>
                <a:ext uri="{FF2B5EF4-FFF2-40B4-BE49-F238E27FC236}">
                  <a16:creationId xmlns:a16="http://schemas.microsoft.com/office/drawing/2014/main" id="{6F51D319-E4DC-3C99-2A3C-8CAB1C480F5E}"/>
                </a:ext>
              </a:extLst>
            </p:cNvPr>
            <p:cNvSpPr txBox="1"/>
            <p:nvPr/>
          </p:nvSpPr>
          <p:spPr>
            <a:xfrm>
              <a:off x="432000" y="6227991"/>
              <a:ext cx="746347" cy="248782"/>
            </a:xfrm>
            <a:prstGeom prst="rect">
              <a:avLst/>
            </a:prstGeom>
            <a:noFill/>
          </p:spPr>
          <p:txBody>
            <a:bodyPr wrap="none" rtlCol="0">
              <a:spAutoFit/>
            </a:bodyPr>
            <a:lstStyle/>
            <a:p>
              <a:r>
                <a:rPr lang="zh-TW" altLang="en-US" dirty="0"/>
                <a:t>需求單位</a:t>
              </a:r>
            </a:p>
          </p:txBody>
        </p:sp>
      </p:grpSp>
      <p:grpSp>
        <p:nvGrpSpPr>
          <p:cNvPr id="40" name="群組 39">
            <a:extLst>
              <a:ext uri="{FF2B5EF4-FFF2-40B4-BE49-F238E27FC236}">
                <a16:creationId xmlns:a16="http://schemas.microsoft.com/office/drawing/2014/main" id="{2FB20109-933D-B4DE-1432-98D6E95C59B6}"/>
              </a:ext>
            </a:extLst>
          </p:cNvPr>
          <p:cNvGrpSpPr/>
          <p:nvPr/>
        </p:nvGrpSpPr>
        <p:grpSpPr>
          <a:xfrm>
            <a:off x="288000" y="9738000"/>
            <a:ext cx="966996" cy="369332"/>
            <a:chOff x="216000" y="6227990"/>
            <a:chExt cx="651368" cy="248782"/>
          </a:xfrm>
        </p:grpSpPr>
        <p:sp>
          <p:nvSpPr>
            <p:cNvPr id="41" name="矩形: 圓角 40">
              <a:extLst>
                <a:ext uri="{FF2B5EF4-FFF2-40B4-BE49-F238E27FC236}">
                  <a16:creationId xmlns:a16="http://schemas.microsoft.com/office/drawing/2014/main" id="{F1DAB7D2-CCA1-90BE-10D2-04AC5B2CC527}"/>
                </a:ext>
              </a:extLst>
            </p:cNvPr>
            <p:cNvSpPr/>
            <p:nvPr/>
          </p:nvSpPr>
          <p:spPr>
            <a:xfrm>
              <a:off x="216000" y="6244381"/>
              <a:ext cx="216000" cy="216000"/>
            </a:xfrm>
            <a:prstGeom prst="roundRect">
              <a:avLst>
                <a:gd name="adj" fmla="val 8334"/>
              </a:avLst>
            </a:prstGeom>
            <a:solidFill>
              <a:srgbClr val="BACB8F"/>
            </a:solidFill>
            <a:ln w="28575">
              <a:noFill/>
            </a:ln>
            <a:effectLst>
              <a:outerShdw blurRad="25400" dist="12700" dir="2700000" algn="tl" rotWithShape="0">
                <a:prstClr val="black">
                  <a:alpha val="40000"/>
                </a:prstClr>
              </a:outerShdw>
            </a:effectLst>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spcFirstLastPara="0" vert="horz" wrap="square" lIns="73134" tIns="57894" rIns="73134" bIns="57894" numCol="1" spcCol="1270" anchor="ctr" anchorCtr="0">
              <a:noAutofit/>
            </a:bodyPr>
            <a:lstStyle/>
            <a:p>
              <a:pPr algn="ctr" defTabSz="1066800">
                <a:lnSpc>
                  <a:spcPct val="90000"/>
                </a:lnSpc>
                <a:spcBef>
                  <a:spcPct val="0"/>
                </a:spcBef>
              </a:pPr>
              <a:endParaRPr lang="zh-TW" altLang="en-US" sz="1600" b="1">
                <a:solidFill>
                  <a:schemeClr val="tx1"/>
                </a:solidFill>
                <a:latin typeface="Arial" panose="020B0604020202020204" pitchFamily="34" charset="0"/>
                <a:ea typeface="微軟正黑體" panose="020B0604030504040204" pitchFamily="34" charset="-120"/>
              </a:endParaRPr>
            </a:p>
          </p:txBody>
        </p:sp>
        <p:sp>
          <p:nvSpPr>
            <p:cNvPr id="42" name="文字方塊 41">
              <a:extLst>
                <a:ext uri="{FF2B5EF4-FFF2-40B4-BE49-F238E27FC236}">
                  <a16:creationId xmlns:a16="http://schemas.microsoft.com/office/drawing/2014/main" id="{672C95E1-DBDC-0FD6-46AE-E2779B7047CC}"/>
                </a:ext>
              </a:extLst>
            </p:cNvPr>
            <p:cNvSpPr txBox="1"/>
            <p:nvPr/>
          </p:nvSpPr>
          <p:spPr>
            <a:xfrm>
              <a:off x="432000" y="6227990"/>
              <a:ext cx="435368" cy="248782"/>
            </a:xfrm>
            <a:prstGeom prst="rect">
              <a:avLst/>
            </a:prstGeom>
            <a:noFill/>
          </p:spPr>
          <p:txBody>
            <a:bodyPr wrap="none" rtlCol="0">
              <a:spAutoFit/>
            </a:bodyPr>
            <a:lstStyle/>
            <a:p>
              <a:r>
                <a:rPr lang="zh-TW" altLang="en-US" dirty="0"/>
                <a:t>財務</a:t>
              </a:r>
            </a:p>
          </p:txBody>
        </p:sp>
      </p:grpSp>
      <p:sp>
        <p:nvSpPr>
          <p:cNvPr id="47" name="矩形: 圓角 46">
            <a:extLst>
              <a:ext uri="{FF2B5EF4-FFF2-40B4-BE49-F238E27FC236}">
                <a16:creationId xmlns:a16="http://schemas.microsoft.com/office/drawing/2014/main" id="{C7F0A068-07BA-1038-048E-5A3A698CC184}"/>
              </a:ext>
            </a:extLst>
          </p:cNvPr>
          <p:cNvSpPr/>
          <p:nvPr/>
        </p:nvSpPr>
        <p:spPr>
          <a:xfrm>
            <a:off x="1576355" y="1800000"/>
            <a:ext cx="2511877" cy="641331"/>
          </a:xfrm>
          <a:prstGeom prst="roundRect">
            <a:avLst>
              <a:gd name="adj" fmla="val 50000"/>
            </a:avLst>
          </a:prstGeom>
          <a:solidFill>
            <a:srgbClr val="97662B"/>
          </a:solidFill>
          <a:ln w="28575">
            <a:solidFill>
              <a:srgbClr val="97662B"/>
            </a:solidFill>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lIns="90000" tIns="46800" rIns="90000" bIns="46800" rtlCol="0" anchor="ctr" anchorCtr="0"/>
          <a:lstStyle/>
          <a:p>
            <a:pPr algn="ctr">
              <a:spcBef>
                <a:spcPts val="900"/>
              </a:spcBef>
              <a:buClr>
                <a:srgbClr val="A1A1A1"/>
              </a:buClr>
            </a:pPr>
            <a:r>
              <a:rPr lang="zh-TW" altLang="en-US" sz="2800" b="1">
                <a:solidFill>
                  <a:schemeClr val="bg1"/>
                </a:solidFill>
                <a:latin typeface="Arial" panose="020B0604020202020204" pitchFamily="34" charset="0"/>
                <a:ea typeface="微軟正黑體" panose="020B0604030504040204" pitchFamily="34" charset="-120"/>
              </a:rPr>
              <a:t>現況</a:t>
            </a:r>
            <a:r>
              <a:rPr lang="en-US" altLang="zh-TW" sz="2800" b="1">
                <a:solidFill>
                  <a:schemeClr val="bg1"/>
                </a:solidFill>
                <a:latin typeface="Arial" panose="020B0604020202020204" pitchFamily="34" charset="0"/>
                <a:ea typeface="微軟正黑體" panose="020B0604030504040204" pitchFamily="34" charset="-120"/>
              </a:rPr>
              <a:t>-</a:t>
            </a:r>
            <a:r>
              <a:rPr lang="zh-TW" altLang="en-US" sz="2800" b="1">
                <a:solidFill>
                  <a:schemeClr val="bg1"/>
                </a:solidFill>
                <a:latin typeface="Arial" panose="020B0604020202020204" pitchFamily="34" charset="0"/>
                <a:ea typeface="微軟正黑體" panose="020B0604030504040204" pitchFamily="34" charset="-120"/>
              </a:rPr>
              <a:t>無合併</a:t>
            </a:r>
            <a:endParaRPr lang="en-US" altLang="zh-TW" sz="2800" b="1">
              <a:solidFill>
                <a:schemeClr val="bg1"/>
              </a:solidFill>
              <a:latin typeface="Arial" panose="020B0604020202020204" pitchFamily="34" charset="0"/>
              <a:ea typeface="微軟正黑體" panose="020B0604030504040204" pitchFamily="34" charset="-120"/>
            </a:endParaRPr>
          </a:p>
        </p:txBody>
      </p:sp>
      <p:sp>
        <p:nvSpPr>
          <p:cNvPr id="48" name="矩形: 圓角 47">
            <a:extLst>
              <a:ext uri="{FF2B5EF4-FFF2-40B4-BE49-F238E27FC236}">
                <a16:creationId xmlns:a16="http://schemas.microsoft.com/office/drawing/2014/main" id="{BFCBFE23-883E-8E3F-C420-F6E3909386EB}"/>
              </a:ext>
            </a:extLst>
          </p:cNvPr>
          <p:cNvSpPr/>
          <p:nvPr/>
        </p:nvSpPr>
        <p:spPr>
          <a:xfrm>
            <a:off x="10084618" y="1800000"/>
            <a:ext cx="2357110" cy="641331"/>
          </a:xfrm>
          <a:prstGeom prst="roundRect">
            <a:avLst>
              <a:gd name="adj" fmla="val 50000"/>
            </a:avLst>
          </a:prstGeom>
          <a:solidFill>
            <a:srgbClr val="97662B"/>
          </a:solidFill>
          <a:ln w="28575">
            <a:solidFill>
              <a:srgbClr val="97662B"/>
            </a:solidFill>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lIns="90000" tIns="46800" rIns="90000" bIns="46800" rtlCol="0" anchor="ctr" anchorCtr="0"/>
          <a:lstStyle/>
          <a:p>
            <a:pPr algn="ctr">
              <a:spcBef>
                <a:spcPts val="900"/>
              </a:spcBef>
              <a:buClr>
                <a:srgbClr val="A1A1A1"/>
              </a:buClr>
            </a:pPr>
            <a:r>
              <a:rPr lang="zh-TW" altLang="en-US" sz="2800" b="1" dirty="0">
                <a:solidFill>
                  <a:schemeClr val="bg1"/>
                </a:solidFill>
                <a:latin typeface="Arial" panose="020B0604020202020204" pitchFamily="34" charset="0"/>
                <a:ea typeface="微軟正黑體" panose="020B0604030504040204" pitchFamily="34" charset="-120"/>
              </a:rPr>
              <a:t>現況</a:t>
            </a:r>
            <a:r>
              <a:rPr lang="en-US" altLang="zh-TW" sz="2800" b="1" dirty="0">
                <a:solidFill>
                  <a:schemeClr val="bg1"/>
                </a:solidFill>
                <a:latin typeface="Arial" panose="020B0604020202020204" pitchFamily="34" charset="0"/>
                <a:ea typeface="微軟正黑體" panose="020B0604030504040204" pitchFamily="34" charset="-120"/>
              </a:rPr>
              <a:t>-</a:t>
            </a:r>
            <a:r>
              <a:rPr lang="zh-TW" altLang="en-US" sz="2800" b="1" dirty="0">
                <a:solidFill>
                  <a:schemeClr val="bg1"/>
                </a:solidFill>
                <a:latin typeface="Arial" panose="020B0604020202020204" pitchFamily="34" charset="0"/>
                <a:ea typeface="微軟正黑體" panose="020B0604030504040204" pitchFamily="34" charset="-120"/>
              </a:rPr>
              <a:t>合併</a:t>
            </a:r>
            <a:endParaRPr lang="en-US" altLang="zh-TW" sz="2800" b="1" dirty="0">
              <a:solidFill>
                <a:schemeClr val="bg1"/>
              </a:solidFill>
              <a:latin typeface="Arial" panose="020B0604020202020204" pitchFamily="34" charset="0"/>
              <a:ea typeface="微軟正黑體" panose="020B0604030504040204" pitchFamily="34" charset="-120"/>
            </a:endParaRPr>
          </a:p>
        </p:txBody>
      </p:sp>
      <p:sp>
        <p:nvSpPr>
          <p:cNvPr id="49" name="矩形: 圓角 48">
            <a:extLst>
              <a:ext uri="{FF2B5EF4-FFF2-40B4-BE49-F238E27FC236}">
                <a16:creationId xmlns:a16="http://schemas.microsoft.com/office/drawing/2014/main" id="{9B438C2C-338B-7605-5018-50326DA26E2D}"/>
              </a:ext>
            </a:extLst>
          </p:cNvPr>
          <p:cNvSpPr/>
          <p:nvPr/>
        </p:nvSpPr>
        <p:spPr>
          <a:xfrm>
            <a:off x="4483289" y="1800000"/>
            <a:ext cx="3384000" cy="641331"/>
          </a:xfrm>
          <a:prstGeom prst="roundRect">
            <a:avLst>
              <a:gd name="adj" fmla="val 50000"/>
            </a:avLst>
          </a:prstGeom>
          <a:solidFill>
            <a:srgbClr val="97662B"/>
          </a:solidFill>
          <a:ln w="28575">
            <a:solidFill>
              <a:srgbClr val="97662B"/>
            </a:solidFill>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lIns="90000" tIns="46800" rIns="90000" bIns="46800" rtlCol="0" anchor="ctr" anchorCtr="0"/>
          <a:lstStyle/>
          <a:p>
            <a:pPr algn="ctr">
              <a:spcBef>
                <a:spcPts val="900"/>
              </a:spcBef>
              <a:buClr>
                <a:srgbClr val="A1A1A1"/>
              </a:buClr>
            </a:pPr>
            <a:r>
              <a:rPr lang="zh-TW" altLang="en-US" sz="2800" b="1" dirty="0">
                <a:solidFill>
                  <a:schemeClr val="bg1"/>
                </a:solidFill>
                <a:latin typeface="Arial" panose="020B0604020202020204" pitchFamily="34" charset="0"/>
                <a:ea typeface="微軟正黑體" panose="020B0604030504040204" pitchFamily="34" charset="-120"/>
              </a:rPr>
              <a:t>未來</a:t>
            </a:r>
            <a:r>
              <a:rPr lang="en-US" altLang="zh-TW" sz="2800" b="1" dirty="0">
                <a:solidFill>
                  <a:schemeClr val="bg1"/>
                </a:solidFill>
                <a:latin typeface="Arial" panose="020B0604020202020204" pitchFamily="34" charset="0"/>
                <a:ea typeface="微軟正黑體" panose="020B0604030504040204" pitchFamily="34" charset="-120"/>
              </a:rPr>
              <a:t>-</a:t>
            </a:r>
            <a:r>
              <a:rPr lang="zh-TW" altLang="en-US" sz="2800" b="1" dirty="0">
                <a:solidFill>
                  <a:schemeClr val="bg1"/>
                </a:solidFill>
                <a:latin typeface="Arial" panose="020B0604020202020204" pitchFamily="34" charset="0"/>
                <a:ea typeface="微軟正黑體" panose="020B0604030504040204" pitchFamily="34" charset="-120"/>
              </a:rPr>
              <a:t>無合併扣款單</a:t>
            </a:r>
            <a:endParaRPr lang="en-US" altLang="zh-TW" sz="2800" b="1" dirty="0">
              <a:solidFill>
                <a:schemeClr val="bg1"/>
              </a:solidFill>
              <a:latin typeface="Arial" panose="020B0604020202020204" pitchFamily="34" charset="0"/>
              <a:ea typeface="微軟正黑體" panose="020B0604030504040204" pitchFamily="34" charset="-120"/>
            </a:endParaRPr>
          </a:p>
        </p:txBody>
      </p:sp>
      <p:sp>
        <p:nvSpPr>
          <p:cNvPr id="50" name="矩形: 圓角 49">
            <a:extLst>
              <a:ext uri="{FF2B5EF4-FFF2-40B4-BE49-F238E27FC236}">
                <a16:creationId xmlns:a16="http://schemas.microsoft.com/office/drawing/2014/main" id="{B9A1F1FA-E769-A865-AE37-A0C739360D7D}"/>
              </a:ext>
            </a:extLst>
          </p:cNvPr>
          <p:cNvSpPr/>
          <p:nvPr/>
        </p:nvSpPr>
        <p:spPr>
          <a:xfrm>
            <a:off x="12780000" y="1800000"/>
            <a:ext cx="3024000" cy="641331"/>
          </a:xfrm>
          <a:prstGeom prst="roundRect">
            <a:avLst>
              <a:gd name="adj" fmla="val 50000"/>
            </a:avLst>
          </a:prstGeom>
          <a:solidFill>
            <a:srgbClr val="97662B"/>
          </a:solidFill>
          <a:ln w="28575">
            <a:solidFill>
              <a:srgbClr val="97662B"/>
            </a:solidFill>
          </a:ln>
          <a:effectLst>
            <a:outerShdw blurRad="50800" dist="38100" dir="2700000" algn="tl"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lIns="90000" tIns="46800" rIns="90000" bIns="46800" rtlCol="0" anchor="ctr" anchorCtr="0"/>
          <a:lstStyle/>
          <a:p>
            <a:pPr algn="ctr">
              <a:spcBef>
                <a:spcPts val="900"/>
              </a:spcBef>
              <a:buClr>
                <a:srgbClr val="A1A1A1"/>
              </a:buClr>
            </a:pPr>
            <a:r>
              <a:rPr lang="zh-TW" altLang="en-US" sz="2800" b="1" dirty="0">
                <a:solidFill>
                  <a:schemeClr val="bg1"/>
                </a:solidFill>
                <a:latin typeface="Arial" panose="020B0604020202020204" pitchFamily="34" charset="0"/>
                <a:ea typeface="微軟正黑體" panose="020B0604030504040204" pitchFamily="34" charset="-120"/>
              </a:rPr>
              <a:t>未來</a:t>
            </a:r>
            <a:r>
              <a:rPr lang="en-US" altLang="zh-TW" sz="2800" b="1" dirty="0">
                <a:solidFill>
                  <a:schemeClr val="bg1"/>
                </a:solidFill>
                <a:latin typeface="Arial" panose="020B0604020202020204" pitchFamily="34" charset="0"/>
                <a:ea typeface="微軟正黑體" panose="020B0604030504040204" pitchFamily="34" charset="-120"/>
              </a:rPr>
              <a:t>-</a:t>
            </a:r>
            <a:r>
              <a:rPr lang="zh-TW" altLang="en-US" sz="2800" b="1" dirty="0">
                <a:solidFill>
                  <a:schemeClr val="bg1"/>
                </a:solidFill>
                <a:latin typeface="Arial" panose="020B0604020202020204" pitchFamily="34" charset="0"/>
                <a:ea typeface="微軟正黑體" panose="020B0604030504040204" pitchFamily="34" charset="-120"/>
              </a:rPr>
              <a:t>合併扣款單</a:t>
            </a:r>
            <a:endParaRPr lang="en-US" altLang="zh-TW" sz="2800" b="1" dirty="0">
              <a:solidFill>
                <a:schemeClr val="bg1"/>
              </a:solidFill>
              <a:latin typeface="Arial" panose="020B0604020202020204" pitchFamily="34" charset="0"/>
              <a:ea typeface="微軟正黑體" panose="020B0604030504040204" pitchFamily="34" charset="-120"/>
            </a:endParaRPr>
          </a:p>
        </p:txBody>
      </p:sp>
      <p:sp>
        <p:nvSpPr>
          <p:cNvPr id="51" name="矩形 454">
            <a:extLst>
              <a:ext uri="{FF2B5EF4-FFF2-40B4-BE49-F238E27FC236}">
                <a16:creationId xmlns:a16="http://schemas.microsoft.com/office/drawing/2014/main" id="{0A5A2156-D550-3A2B-DA2B-DFF3A786C453}"/>
              </a:ext>
            </a:extLst>
          </p:cNvPr>
          <p:cNvSpPr/>
          <p:nvPr/>
        </p:nvSpPr>
        <p:spPr>
          <a:xfrm>
            <a:off x="1362474" y="1741561"/>
            <a:ext cx="3105755" cy="822717"/>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p:style>
        <p:txBody>
          <a:bodyPr lIns="59991" tIns="29995" rIns="59991" bIns="29995" anchor="ctr">
            <a:noAutofit/>
          </a:bodyPr>
          <a:lstStyle/>
          <a:p>
            <a:pPr algn="ctr" defTabSz="609539"/>
            <a:endParaRPr lang="en-US" sz="1200" spc="-1">
              <a:solidFill>
                <a:schemeClr val="lt1"/>
              </a:solidFill>
              <a:latin typeface="Trebuchet MS"/>
            </a:endParaRPr>
          </a:p>
        </p:txBody>
      </p:sp>
      <p:sp>
        <p:nvSpPr>
          <p:cNvPr id="52" name="矩形 454">
            <a:extLst>
              <a:ext uri="{FF2B5EF4-FFF2-40B4-BE49-F238E27FC236}">
                <a16:creationId xmlns:a16="http://schemas.microsoft.com/office/drawing/2014/main" id="{D1792007-E3DC-F5C7-35DA-C27F00498C89}"/>
              </a:ext>
            </a:extLst>
          </p:cNvPr>
          <p:cNvSpPr/>
          <p:nvPr/>
        </p:nvSpPr>
        <p:spPr>
          <a:xfrm>
            <a:off x="9868358" y="1722180"/>
            <a:ext cx="2797237" cy="822717"/>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p:style>
        <p:txBody>
          <a:bodyPr lIns="59991" tIns="29995" rIns="59991" bIns="29995" anchor="ctr">
            <a:noAutofit/>
          </a:bodyPr>
          <a:lstStyle/>
          <a:p>
            <a:pPr algn="ctr" defTabSz="609539"/>
            <a:endParaRPr lang="en-US" sz="1200" spc="-1">
              <a:solidFill>
                <a:schemeClr val="lt1"/>
              </a:solidFill>
              <a:latin typeface="Trebuchet MS"/>
            </a:endParaRPr>
          </a:p>
        </p:txBody>
      </p:sp>
      <p:grpSp>
        <p:nvGrpSpPr>
          <p:cNvPr id="53" name="群組 52">
            <a:extLst>
              <a:ext uri="{FF2B5EF4-FFF2-40B4-BE49-F238E27FC236}">
                <a16:creationId xmlns:a16="http://schemas.microsoft.com/office/drawing/2014/main" id="{699E4922-140D-8A59-C095-3F0390945CE5}"/>
              </a:ext>
            </a:extLst>
          </p:cNvPr>
          <p:cNvGrpSpPr/>
          <p:nvPr/>
        </p:nvGrpSpPr>
        <p:grpSpPr>
          <a:xfrm>
            <a:off x="1574036" y="2808000"/>
            <a:ext cx="2520002" cy="6268238"/>
            <a:chOff x="1079999" y="2037505"/>
            <a:chExt cx="1697472" cy="4222283"/>
          </a:xfrm>
        </p:grpSpPr>
        <p:sp>
          <p:nvSpPr>
            <p:cNvPr id="54" name="矩形: 圓角 53">
              <a:extLst>
                <a:ext uri="{FF2B5EF4-FFF2-40B4-BE49-F238E27FC236}">
                  <a16:creationId xmlns:a16="http://schemas.microsoft.com/office/drawing/2014/main" id="{3907F5F4-39D4-C5E0-495D-0CE76C375105}"/>
                </a:ext>
              </a:extLst>
            </p:cNvPr>
            <p:cNvSpPr/>
            <p:nvPr/>
          </p:nvSpPr>
          <p:spPr>
            <a:xfrm>
              <a:off x="1079999" y="2685507"/>
              <a:ext cx="1697471" cy="412243"/>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a:solidFill>
                    <a:schemeClr val="tx1"/>
                  </a:solidFill>
                  <a:latin typeface="Arial" panose="020B0604020202020204" pitchFamily="34" charset="0"/>
                  <a:ea typeface="微軟正黑體" panose="020B0604030504040204" pitchFamily="34" charset="-120"/>
                </a:rPr>
                <a:t>發票驗證暫存</a:t>
              </a:r>
            </a:p>
          </p:txBody>
        </p:sp>
        <p:sp>
          <p:nvSpPr>
            <p:cNvPr id="55" name="矩形: 圓角 54">
              <a:extLst>
                <a:ext uri="{FF2B5EF4-FFF2-40B4-BE49-F238E27FC236}">
                  <a16:creationId xmlns:a16="http://schemas.microsoft.com/office/drawing/2014/main" id="{C8DDBD2B-D6CC-9134-24A4-6C1F66DDA63C}"/>
                </a:ext>
              </a:extLst>
            </p:cNvPr>
            <p:cNvSpPr/>
            <p:nvPr/>
          </p:nvSpPr>
          <p:spPr>
            <a:xfrm>
              <a:off x="1079999" y="3333507"/>
              <a:ext cx="1697471" cy="412243"/>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a:solidFill>
                    <a:schemeClr val="tx1"/>
                  </a:solidFill>
                  <a:latin typeface="Arial" panose="020B0604020202020204" pitchFamily="34" charset="0"/>
                  <a:ea typeface="微軟正黑體" panose="020B0604030504040204" pitchFamily="34" charset="-120"/>
                </a:rPr>
                <a:t>ZMM065</a:t>
              </a:r>
              <a:endParaRPr lang="zh-TW" altLang="en-US" sz="2400" b="1">
                <a:solidFill>
                  <a:schemeClr val="tx1"/>
                </a:solidFill>
                <a:latin typeface="Arial" panose="020B0604020202020204" pitchFamily="34" charset="0"/>
                <a:ea typeface="微軟正黑體" panose="020B0604030504040204" pitchFamily="34" charset="-120"/>
              </a:endParaRPr>
            </a:p>
          </p:txBody>
        </p:sp>
        <p:sp>
          <p:nvSpPr>
            <p:cNvPr id="56" name="矩形: 圓角 55">
              <a:extLst>
                <a:ext uri="{FF2B5EF4-FFF2-40B4-BE49-F238E27FC236}">
                  <a16:creationId xmlns:a16="http://schemas.microsoft.com/office/drawing/2014/main" id="{50029F0B-5F05-0D1B-2516-D26BED2A44B8}"/>
                </a:ext>
              </a:extLst>
            </p:cNvPr>
            <p:cNvSpPr/>
            <p:nvPr/>
          </p:nvSpPr>
          <p:spPr>
            <a:xfrm>
              <a:off x="1079999" y="2037505"/>
              <a:ext cx="1697471" cy="412243"/>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latin typeface="Arial" panose="020B0604020202020204" pitchFamily="34" charset="0"/>
                  <a:ea typeface="微軟正黑體" panose="020B0604030504040204" pitchFamily="34" charset="-120"/>
                </a:rPr>
                <a:t>採購單付款條件</a:t>
              </a:r>
            </a:p>
          </p:txBody>
        </p:sp>
        <p:sp>
          <p:nvSpPr>
            <p:cNvPr id="57" name="矩形: 圓角 56">
              <a:extLst>
                <a:ext uri="{FF2B5EF4-FFF2-40B4-BE49-F238E27FC236}">
                  <a16:creationId xmlns:a16="http://schemas.microsoft.com/office/drawing/2014/main" id="{A8F627F9-0910-5A19-DFFC-435DA59EA40A}"/>
                </a:ext>
              </a:extLst>
            </p:cNvPr>
            <p:cNvSpPr/>
            <p:nvPr/>
          </p:nvSpPr>
          <p:spPr>
            <a:xfrm>
              <a:off x="1080000" y="3981507"/>
              <a:ext cx="1697471" cy="412243"/>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solidFill>
                  <a:latin typeface="Arial" panose="020B0604020202020204" pitchFamily="34" charset="0"/>
                  <a:ea typeface="微軟正黑體" panose="020B0604030504040204" pitchFamily="34" charset="-120"/>
                </a:rPr>
                <a:t>BPM </a:t>
              </a:r>
              <a:r>
                <a:rPr lang="zh-TW" altLang="en-US" sz="2400" b="1" dirty="0">
                  <a:solidFill>
                    <a:schemeClr val="tx1"/>
                  </a:solidFill>
                  <a:latin typeface="Arial" panose="020B0604020202020204" pitchFamily="34" charset="0"/>
                  <a:ea typeface="微軟正黑體" panose="020B0604030504040204" pitchFamily="34" charset="-120"/>
                </a:rPr>
                <a:t>簽核</a:t>
              </a:r>
            </a:p>
          </p:txBody>
        </p:sp>
        <p:sp>
          <p:nvSpPr>
            <p:cNvPr id="58" name="矩形: 圓角 57">
              <a:extLst>
                <a:ext uri="{FF2B5EF4-FFF2-40B4-BE49-F238E27FC236}">
                  <a16:creationId xmlns:a16="http://schemas.microsoft.com/office/drawing/2014/main" id="{E7F17890-AA51-3959-C2D3-22C9EAC74C5B}"/>
                </a:ext>
              </a:extLst>
            </p:cNvPr>
            <p:cNvSpPr/>
            <p:nvPr/>
          </p:nvSpPr>
          <p:spPr>
            <a:xfrm>
              <a:off x="1079999" y="4629507"/>
              <a:ext cx="1697471" cy="412243"/>
            </a:xfrm>
            <a:prstGeom prst="roundRect">
              <a:avLst>
                <a:gd name="adj" fmla="val 8334"/>
              </a:avLst>
            </a:prstGeom>
            <a:solidFill>
              <a:srgbClr val="BACB8F"/>
            </a:solidFill>
            <a:ln w="28575">
              <a:noFill/>
            </a:ln>
            <a:effectLst>
              <a:outerShdw blurRad="25400" dist="12700" dir="2700000" algn="tl" rotWithShape="0">
                <a:prstClr val="black">
                  <a:alpha val="40000"/>
                </a:prstClr>
              </a:outerShdw>
            </a:effectLst>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spcFirstLastPara="0" vert="horz" wrap="square" lIns="73134" tIns="57894" rIns="73134" bIns="57894" numCol="1" spcCol="1270" anchor="ctr" anchorCtr="0">
              <a:noAutofit/>
            </a:bodyPr>
            <a:lstStyle/>
            <a:p>
              <a:pPr algn="ctr" defTabSz="1066800">
                <a:lnSpc>
                  <a:spcPct val="90000"/>
                </a:lnSpc>
                <a:spcBef>
                  <a:spcPct val="0"/>
                </a:spcBef>
              </a:pPr>
              <a:r>
                <a:rPr lang="zh-TW" altLang="en-US" sz="2400" b="1" dirty="0">
                  <a:solidFill>
                    <a:schemeClr val="tx1"/>
                  </a:solidFill>
                  <a:latin typeface="Arial" panose="020B0604020202020204" pitchFamily="34" charset="0"/>
                  <a:ea typeface="微軟正黑體" panose="020B0604030504040204" pitchFamily="34" charset="-120"/>
                </a:rPr>
                <a:t>財務過帳 </a:t>
              </a:r>
              <a:r>
                <a:rPr lang="en-US" altLang="zh-TW" sz="2400" b="1" dirty="0">
                  <a:solidFill>
                    <a:schemeClr val="tx1"/>
                  </a:solidFill>
                  <a:latin typeface="Arial" panose="020B0604020202020204" pitchFamily="34" charset="0"/>
                  <a:ea typeface="微軟正黑體" panose="020B0604030504040204" pitchFamily="34" charset="-120"/>
                </a:rPr>
                <a:t>(MIRO)</a:t>
              </a:r>
              <a:endParaRPr lang="zh-TW" altLang="en-US" sz="2400" b="1" dirty="0">
                <a:solidFill>
                  <a:schemeClr val="tx1"/>
                </a:solidFill>
                <a:latin typeface="Arial" panose="020B0604020202020204" pitchFamily="34" charset="0"/>
                <a:ea typeface="微軟正黑體" panose="020B0604030504040204" pitchFamily="34" charset="-120"/>
              </a:endParaRPr>
            </a:p>
          </p:txBody>
        </p:sp>
        <p:sp>
          <p:nvSpPr>
            <p:cNvPr id="59" name="矩形: 圓角 58">
              <a:extLst>
                <a:ext uri="{FF2B5EF4-FFF2-40B4-BE49-F238E27FC236}">
                  <a16:creationId xmlns:a16="http://schemas.microsoft.com/office/drawing/2014/main" id="{384832FF-D5A3-9A65-28A5-A7A440673FE9}"/>
                </a:ext>
              </a:extLst>
            </p:cNvPr>
            <p:cNvSpPr/>
            <p:nvPr/>
          </p:nvSpPr>
          <p:spPr>
            <a:xfrm>
              <a:off x="1079999" y="5702047"/>
              <a:ext cx="1697471" cy="557741"/>
            </a:xfrm>
            <a:prstGeom prst="roundRect">
              <a:avLst>
                <a:gd name="adj" fmla="val 8334"/>
              </a:avLst>
            </a:prstGeom>
            <a:solidFill>
              <a:srgbClr val="BACB8F"/>
            </a:solidFill>
            <a:ln w="28575">
              <a:noFill/>
            </a:ln>
            <a:effectLst>
              <a:outerShdw blurRad="25400" dist="12700" dir="2700000" algn="tl" rotWithShape="0">
                <a:prstClr val="black">
                  <a:alpha val="40000"/>
                </a:prstClr>
              </a:outerShdw>
            </a:effectLst>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spcFirstLastPara="0" vert="horz" wrap="square" lIns="73134" tIns="57894" rIns="73134" bIns="57894" numCol="1" spcCol="1270" anchor="ctr" anchorCtr="0">
              <a:noAutofit/>
            </a:bodyPr>
            <a:lstStyle/>
            <a:p>
              <a:pPr algn="ctr" defTabSz="1066800">
                <a:lnSpc>
                  <a:spcPct val="90000"/>
                </a:lnSpc>
                <a:spcBef>
                  <a:spcPct val="0"/>
                </a:spcBef>
              </a:pPr>
              <a:r>
                <a:rPr lang="zh-TW" altLang="en-US" sz="2400" b="1" dirty="0">
                  <a:solidFill>
                    <a:schemeClr val="tx1"/>
                  </a:solidFill>
                  <a:latin typeface="Arial" panose="020B0604020202020204" pitchFamily="34" charset="0"/>
                  <a:ea typeface="微軟正黑體" panose="020B0604030504040204" pitchFamily="34" charset="-120"/>
                </a:rPr>
                <a:t>財務過帳</a:t>
              </a:r>
              <a:endParaRPr lang="en-US" altLang="zh-TW" sz="2400" b="1" dirty="0">
                <a:solidFill>
                  <a:schemeClr val="tx1"/>
                </a:solidFill>
                <a:latin typeface="Arial" panose="020B0604020202020204" pitchFamily="34" charset="0"/>
                <a:ea typeface="微軟正黑體" panose="020B0604030504040204" pitchFamily="34" charset="-120"/>
              </a:endParaRPr>
            </a:p>
            <a:p>
              <a:pPr algn="ctr" defTabSz="1066800">
                <a:lnSpc>
                  <a:spcPct val="90000"/>
                </a:lnSpc>
                <a:spcBef>
                  <a:spcPct val="0"/>
                </a:spcBef>
              </a:pPr>
              <a:r>
                <a:rPr lang="en-US" altLang="zh-TW" sz="2400" b="1" dirty="0">
                  <a:solidFill>
                    <a:schemeClr val="tx1"/>
                  </a:solidFill>
                  <a:latin typeface="Arial" panose="020B0604020202020204" pitchFamily="34" charset="0"/>
                  <a:ea typeface="微軟正黑體" panose="020B0604030504040204" pitchFamily="34" charset="-120"/>
                </a:rPr>
                <a:t>ZFI003</a:t>
              </a:r>
              <a:endParaRPr lang="zh-TW" altLang="en-US" sz="2400" b="1" dirty="0">
                <a:solidFill>
                  <a:schemeClr val="tx1"/>
                </a:solidFill>
                <a:latin typeface="Arial" panose="020B0604020202020204" pitchFamily="34" charset="0"/>
                <a:ea typeface="微軟正黑體" panose="020B0604030504040204" pitchFamily="34" charset="-120"/>
              </a:endParaRPr>
            </a:p>
          </p:txBody>
        </p:sp>
        <p:cxnSp>
          <p:nvCxnSpPr>
            <p:cNvPr id="60" name="直線單箭頭接點 59">
              <a:extLst>
                <a:ext uri="{FF2B5EF4-FFF2-40B4-BE49-F238E27FC236}">
                  <a16:creationId xmlns:a16="http://schemas.microsoft.com/office/drawing/2014/main" id="{B0ABC178-FA4C-418E-E075-7ABF035BD8F8}"/>
                </a:ext>
              </a:extLst>
            </p:cNvPr>
            <p:cNvCxnSpPr>
              <a:stCxn id="56" idx="2"/>
              <a:endCxn id="54" idx="0"/>
            </p:cNvCxnSpPr>
            <p:nvPr/>
          </p:nvCxnSpPr>
          <p:spPr>
            <a:xfrm>
              <a:off x="1928735" y="2449748"/>
              <a:ext cx="0" cy="235759"/>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a:extLst>
                <a:ext uri="{FF2B5EF4-FFF2-40B4-BE49-F238E27FC236}">
                  <a16:creationId xmlns:a16="http://schemas.microsoft.com/office/drawing/2014/main" id="{72D58B44-1A00-C5C7-9A6A-2DCAC2A65A16}"/>
                </a:ext>
              </a:extLst>
            </p:cNvPr>
            <p:cNvCxnSpPr>
              <a:cxnSpLocks/>
              <a:stCxn id="54" idx="2"/>
              <a:endCxn id="55" idx="0"/>
            </p:cNvCxnSpPr>
            <p:nvPr/>
          </p:nvCxnSpPr>
          <p:spPr>
            <a:xfrm>
              <a:off x="1928735" y="3097750"/>
              <a:ext cx="0" cy="235757"/>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61">
              <a:extLst>
                <a:ext uri="{FF2B5EF4-FFF2-40B4-BE49-F238E27FC236}">
                  <a16:creationId xmlns:a16="http://schemas.microsoft.com/office/drawing/2014/main" id="{4990D858-69F4-0408-75DE-B9C5DC5C4914}"/>
                </a:ext>
              </a:extLst>
            </p:cNvPr>
            <p:cNvCxnSpPr>
              <a:cxnSpLocks/>
              <a:stCxn id="55" idx="2"/>
              <a:endCxn id="57" idx="0"/>
            </p:cNvCxnSpPr>
            <p:nvPr/>
          </p:nvCxnSpPr>
          <p:spPr>
            <a:xfrm>
              <a:off x="1928735" y="3745750"/>
              <a:ext cx="1" cy="235757"/>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62">
              <a:extLst>
                <a:ext uri="{FF2B5EF4-FFF2-40B4-BE49-F238E27FC236}">
                  <a16:creationId xmlns:a16="http://schemas.microsoft.com/office/drawing/2014/main" id="{0826B3DD-71B5-1A17-657F-7F010F0152EA}"/>
                </a:ext>
              </a:extLst>
            </p:cNvPr>
            <p:cNvCxnSpPr>
              <a:cxnSpLocks/>
              <a:stCxn id="57" idx="2"/>
              <a:endCxn id="58" idx="0"/>
            </p:cNvCxnSpPr>
            <p:nvPr/>
          </p:nvCxnSpPr>
          <p:spPr>
            <a:xfrm flipH="1">
              <a:off x="1928735" y="4393750"/>
              <a:ext cx="1" cy="235757"/>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a:extLst>
                <a:ext uri="{FF2B5EF4-FFF2-40B4-BE49-F238E27FC236}">
                  <a16:creationId xmlns:a16="http://schemas.microsoft.com/office/drawing/2014/main" id="{CA1C7AD9-4C70-0BA7-75FB-C5DBCC5DD33B}"/>
                </a:ext>
              </a:extLst>
            </p:cNvPr>
            <p:cNvCxnSpPr>
              <a:cxnSpLocks/>
              <a:stCxn id="58" idx="2"/>
              <a:endCxn id="59" idx="0"/>
            </p:cNvCxnSpPr>
            <p:nvPr/>
          </p:nvCxnSpPr>
          <p:spPr>
            <a:xfrm>
              <a:off x="1928735" y="5041750"/>
              <a:ext cx="0" cy="660297"/>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6" name="群組 65">
            <a:extLst>
              <a:ext uri="{FF2B5EF4-FFF2-40B4-BE49-F238E27FC236}">
                <a16:creationId xmlns:a16="http://schemas.microsoft.com/office/drawing/2014/main" id="{0F071ED4-30F7-611E-CA91-0EEFE348123A}"/>
              </a:ext>
            </a:extLst>
          </p:cNvPr>
          <p:cNvGrpSpPr/>
          <p:nvPr/>
        </p:nvGrpSpPr>
        <p:grpSpPr>
          <a:xfrm>
            <a:off x="7732453" y="2808000"/>
            <a:ext cx="4845857" cy="6721177"/>
            <a:chOff x="5228304" y="1980000"/>
            <a:chExt cx="3264167" cy="4527382"/>
          </a:xfrm>
        </p:grpSpPr>
        <p:grpSp>
          <p:nvGrpSpPr>
            <p:cNvPr id="67" name="群組 66">
              <a:extLst>
                <a:ext uri="{FF2B5EF4-FFF2-40B4-BE49-F238E27FC236}">
                  <a16:creationId xmlns:a16="http://schemas.microsoft.com/office/drawing/2014/main" id="{CF2606F8-EC9D-53E4-0458-FA473FB866C1}"/>
                </a:ext>
              </a:extLst>
            </p:cNvPr>
            <p:cNvGrpSpPr/>
            <p:nvPr/>
          </p:nvGrpSpPr>
          <p:grpSpPr>
            <a:xfrm>
              <a:off x="5228304" y="1980000"/>
              <a:ext cx="3264167" cy="4527382"/>
              <a:chOff x="5228304" y="1980000"/>
              <a:chExt cx="3264167" cy="4527382"/>
            </a:xfrm>
          </p:grpSpPr>
          <p:sp>
            <p:nvSpPr>
              <p:cNvPr id="70" name="矩形: 圓角 69">
                <a:extLst>
                  <a:ext uri="{FF2B5EF4-FFF2-40B4-BE49-F238E27FC236}">
                    <a16:creationId xmlns:a16="http://schemas.microsoft.com/office/drawing/2014/main" id="{8303A2CE-6769-212F-E958-7464D8876424}"/>
                  </a:ext>
                </a:extLst>
              </p:cNvPr>
              <p:cNvSpPr/>
              <p:nvPr/>
            </p:nvSpPr>
            <p:spPr>
              <a:xfrm>
                <a:off x="6795000" y="2628000"/>
                <a:ext cx="1697471" cy="412243"/>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a:solidFill>
                      <a:schemeClr val="tx1"/>
                    </a:solidFill>
                    <a:latin typeface="Arial" panose="020B0604020202020204" pitchFamily="34" charset="0"/>
                    <a:ea typeface="微軟正黑體" panose="020B0604030504040204" pitchFamily="34" charset="-120"/>
                  </a:rPr>
                  <a:t>發票驗證暫存</a:t>
                </a:r>
              </a:p>
            </p:txBody>
          </p:sp>
          <p:sp>
            <p:nvSpPr>
              <p:cNvPr id="71" name="矩形: 圓角 70">
                <a:extLst>
                  <a:ext uri="{FF2B5EF4-FFF2-40B4-BE49-F238E27FC236}">
                    <a16:creationId xmlns:a16="http://schemas.microsoft.com/office/drawing/2014/main" id="{D5061EA8-C8BA-C831-D065-5E57B12B9502}"/>
                  </a:ext>
                </a:extLst>
              </p:cNvPr>
              <p:cNvSpPr/>
              <p:nvPr/>
            </p:nvSpPr>
            <p:spPr>
              <a:xfrm>
                <a:off x="6795000" y="3276000"/>
                <a:ext cx="1697471" cy="412243"/>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a:solidFill>
                      <a:schemeClr val="tx1"/>
                    </a:solidFill>
                    <a:latin typeface="Arial" panose="020B0604020202020204" pitchFamily="34" charset="0"/>
                    <a:ea typeface="微軟正黑體" panose="020B0604030504040204" pitchFamily="34" charset="-120"/>
                  </a:rPr>
                  <a:t>ZMM065</a:t>
                </a:r>
                <a:endParaRPr lang="zh-TW" altLang="en-US" sz="2400" b="1">
                  <a:solidFill>
                    <a:schemeClr val="tx1"/>
                  </a:solidFill>
                  <a:latin typeface="Arial" panose="020B0604020202020204" pitchFamily="34" charset="0"/>
                  <a:ea typeface="微軟正黑體" panose="020B0604030504040204" pitchFamily="34" charset="-120"/>
                </a:endParaRPr>
              </a:p>
            </p:txBody>
          </p:sp>
          <p:sp>
            <p:nvSpPr>
              <p:cNvPr id="72" name="矩形: 圓角 71">
                <a:extLst>
                  <a:ext uri="{FF2B5EF4-FFF2-40B4-BE49-F238E27FC236}">
                    <a16:creationId xmlns:a16="http://schemas.microsoft.com/office/drawing/2014/main" id="{43909E62-39B7-36DE-0A41-A93BF3172128}"/>
                  </a:ext>
                </a:extLst>
              </p:cNvPr>
              <p:cNvSpPr/>
              <p:nvPr/>
            </p:nvSpPr>
            <p:spPr>
              <a:xfrm>
                <a:off x="6795000" y="1980000"/>
                <a:ext cx="1697471" cy="412243"/>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latin typeface="Arial" panose="020B0604020202020204" pitchFamily="34" charset="0"/>
                    <a:ea typeface="微軟正黑體" panose="020B0604030504040204" pitchFamily="34" charset="-120"/>
                  </a:rPr>
                  <a:t>採購單付款條件</a:t>
                </a:r>
              </a:p>
            </p:txBody>
          </p:sp>
          <p:sp>
            <p:nvSpPr>
              <p:cNvPr id="73" name="矩形: 圓角 72">
                <a:extLst>
                  <a:ext uri="{FF2B5EF4-FFF2-40B4-BE49-F238E27FC236}">
                    <a16:creationId xmlns:a16="http://schemas.microsoft.com/office/drawing/2014/main" id="{D6CF035B-D79B-2976-7443-5A7C5437187A}"/>
                  </a:ext>
                </a:extLst>
              </p:cNvPr>
              <p:cNvSpPr/>
              <p:nvPr/>
            </p:nvSpPr>
            <p:spPr>
              <a:xfrm>
                <a:off x="6795000" y="3924000"/>
                <a:ext cx="1697471" cy="412243"/>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a:solidFill>
                      <a:schemeClr val="tx1"/>
                    </a:solidFill>
                    <a:latin typeface="Arial" panose="020B0604020202020204" pitchFamily="34" charset="0"/>
                    <a:ea typeface="微軟正黑體" panose="020B0604030504040204" pitchFamily="34" charset="-120"/>
                  </a:rPr>
                  <a:t>BPM </a:t>
                </a:r>
                <a:r>
                  <a:rPr lang="zh-TW" altLang="en-US" sz="2400" b="1">
                    <a:solidFill>
                      <a:schemeClr val="tx1"/>
                    </a:solidFill>
                    <a:latin typeface="Arial" panose="020B0604020202020204" pitchFamily="34" charset="0"/>
                    <a:ea typeface="微軟正黑體" panose="020B0604030504040204" pitchFamily="34" charset="-120"/>
                  </a:rPr>
                  <a:t>簽核</a:t>
                </a:r>
              </a:p>
            </p:txBody>
          </p:sp>
          <p:sp>
            <p:nvSpPr>
              <p:cNvPr id="74" name="矩形: 圓角 73">
                <a:extLst>
                  <a:ext uri="{FF2B5EF4-FFF2-40B4-BE49-F238E27FC236}">
                    <a16:creationId xmlns:a16="http://schemas.microsoft.com/office/drawing/2014/main" id="{F4672FD1-0AF7-D50D-9D49-36817F7B056A}"/>
                  </a:ext>
                </a:extLst>
              </p:cNvPr>
              <p:cNvSpPr/>
              <p:nvPr/>
            </p:nvSpPr>
            <p:spPr>
              <a:xfrm>
                <a:off x="6795000" y="4572000"/>
                <a:ext cx="1697471" cy="412243"/>
              </a:xfrm>
              <a:prstGeom prst="roundRect">
                <a:avLst>
                  <a:gd name="adj" fmla="val 8334"/>
                </a:avLst>
              </a:prstGeom>
              <a:solidFill>
                <a:srgbClr val="BACB8F"/>
              </a:solidFill>
              <a:ln w="28575">
                <a:noFill/>
              </a:ln>
              <a:effectLst>
                <a:outerShdw blurRad="25400" dist="12700" dir="2700000" algn="tl" rotWithShape="0">
                  <a:prstClr val="black">
                    <a:alpha val="40000"/>
                  </a:prstClr>
                </a:outerShdw>
              </a:effectLst>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spcFirstLastPara="0" vert="horz" wrap="square" lIns="73134" tIns="57894" rIns="73134" bIns="57894" numCol="1" spcCol="1270" anchor="ctr" anchorCtr="0">
                <a:noAutofit/>
              </a:bodyPr>
              <a:lstStyle/>
              <a:p>
                <a:pPr algn="ctr" defTabSz="1066800">
                  <a:lnSpc>
                    <a:spcPct val="90000"/>
                  </a:lnSpc>
                  <a:spcBef>
                    <a:spcPct val="0"/>
                  </a:spcBef>
                </a:pPr>
                <a:r>
                  <a:rPr lang="zh-TW" altLang="en-US" sz="2400" b="1">
                    <a:solidFill>
                      <a:schemeClr val="tx1"/>
                    </a:solidFill>
                    <a:latin typeface="Arial" panose="020B0604020202020204" pitchFamily="34" charset="0"/>
                    <a:ea typeface="微軟正黑體" panose="020B0604030504040204" pitchFamily="34" charset="-120"/>
                  </a:rPr>
                  <a:t>財務過帳 </a:t>
                </a:r>
                <a:r>
                  <a:rPr lang="en-US" altLang="zh-TW" sz="2400" b="1">
                    <a:solidFill>
                      <a:schemeClr val="tx1"/>
                    </a:solidFill>
                    <a:latin typeface="Arial" panose="020B0604020202020204" pitchFamily="34" charset="0"/>
                    <a:ea typeface="微軟正黑體" panose="020B0604030504040204" pitchFamily="34" charset="-120"/>
                  </a:rPr>
                  <a:t>(MIRO)</a:t>
                </a:r>
                <a:endParaRPr lang="zh-TW" altLang="en-US" sz="2400" b="1">
                  <a:solidFill>
                    <a:schemeClr val="tx1"/>
                  </a:solidFill>
                  <a:latin typeface="Arial" panose="020B0604020202020204" pitchFamily="34" charset="0"/>
                  <a:ea typeface="微軟正黑體" panose="020B0604030504040204" pitchFamily="34" charset="-120"/>
                </a:endParaRPr>
              </a:p>
            </p:txBody>
          </p:sp>
          <p:sp>
            <p:nvSpPr>
              <p:cNvPr id="75" name="矩形: 圓角 74">
                <a:extLst>
                  <a:ext uri="{FF2B5EF4-FFF2-40B4-BE49-F238E27FC236}">
                    <a16:creationId xmlns:a16="http://schemas.microsoft.com/office/drawing/2014/main" id="{A8EFA731-1A3F-6E82-A4B8-587334BA492A}"/>
                  </a:ext>
                </a:extLst>
              </p:cNvPr>
              <p:cNvSpPr/>
              <p:nvPr/>
            </p:nvSpPr>
            <p:spPr>
              <a:xfrm>
                <a:off x="6795000" y="5949642"/>
                <a:ext cx="1697471" cy="557740"/>
              </a:xfrm>
              <a:prstGeom prst="roundRect">
                <a:avLst>
                  <a:gd name="adj" fmla="val 8334"/>
                </a:avLst>
              </a:prstGeom>
              <a:solidFill>
                <a:srgbClr val="BACB8F"/>
              </a:solidFill>
              <a:ln w="28575">
                <a:noFill/>
              </a:ln>
              <a:effectLst>
                <a:outerShdw blurRad="25400" dist="12700" dir="2700000" algn="tl" rotWithShape="0">
                  <a:prstClr val="black">
                    <a:alpha val="40000"/>
                  </a:prstClr>
                </a:outerShdw>
              </a:effectLst>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spcFirstLastPara="0" vert="horz" wrap="square" lIns="73134" tIns="57894" rIns="73134" bIns="57894" numCol="1" spcCol="1270" anchor="ctr" anchorCtr="0">
                <a:noAutofit/>
              </a:bodyPr>
              <a:lstStyle/>
              <a:p>
                <a:pPr algn="ctr" defTabSz="1066800">
                  <a:lnSpc>
                    <a:spcPct val="90000"/>
                  </a:lnSpc>
                  <a:spcBef>
                    <a:spcPct val="0"/>
                  </a:spcBef>
                </a:pPr>
                <a:r>
                  <a:rPr lang="zh-TW" altLang="en-US" sz="2400" b="1" dirty="0">
                    <a:solidFill>
                      <a:schemeClr val="tx1"/>
                    </a:solidFill>
                    <a:latin typeface="Arial" panose="020B0604020202020204" pitchFamily="34" charset="0"/>
                    <a:ea typeface="微軟正黑體" panose="020B0604030504040204" pitchFamily="34" charset="-120"/>
                  </a:rPr>
                  <a:t>財務過帳</a:t>
                </a:r>
                <a:endParaRPr lang="en-US" altLang="zh-TW" sz="2400" b="1" dirty="0">
                  <a:solidFill>
                    <a:schemeClr val="tx1"/>
                  </a:solidFill>
                  <a:latin typeface="Arial" panose="020B0604020202020204" pitchFamily="34" charset="0"/>
                  <a:ea typeface="微軟正黑體" panose="020B0604030504040204" pitchFamily="34" charset="-120"/>
                </a:endParaRPr>
              </a:p>
              <a:p>
                <a:pPr algn="ctr" defTabSz="1066800">
                  <a:lnSpc>
                    <a:spcPct val="90000"/>
                  </a:lnSpc>
                  <a:spcBef>
                    <a:spcPct val="0"/>
                  </a:spcBef>
                </a:pPr>
                <a:r>
                  <a:rPr lang="en-US" altLang="zh-TW" sz="2400" b="1" dirty="0">
                    <a:solidFill>
                      <a:schemeClr val="tx1"/>
                    </a:solidFill>
                    <a:latin typeface="Arial" panose="020B0604020202020204" pitchFamily="34" charset="0"/>
                    <a:ea typeface="微軟正黑體" panose="020B0604030504040204" pitchFamily="34" charset="-120"/>
                  </a:rPr>
                  <a:t>ZFI003</a:t>
                </a:r>
                <a:endParaRPr lang="zh-TW" altLang="en-US" sz="2400" b="1" dirty="0">
                  <a:solidFill>
                    <a:schemeClr val="tx1"/>
                  </a:solidFill>
                  <a:latin typeface="Arial" panose="020B0604020202020204" pitchFamily="34" charset="0"/>
                  <a:ea typeface="微軟正黑體" panose="020B0604030504040204" pitchFamily="34" charset="-120"/>
                </a:endParaRPr>
              </a:p>
            </p:txBody>
          </p:sp>
          <p:cxnSp>
            <p:nvCxnSpPr>
              <p:cNvPr id="76" name="直線單箭頭接點 75">
                <a:extLst>
                  <a:ext uri="{FF2B5EF4-FFF2-40B4-BE49-F238E27FC236}">
                    <a16:creationId xmlns:a16="http://schemas.microsoft.com/office/drawing/2014/main" id="{D3EBBC5E-5CBE-547A-5BB1-64E7CD71694B}"/>
                  </a:ext>
                </a:extLst>
              </p:cNvPr>
              <p:cNvCxnSpPr>
                <a:stCxn id="72" idx="2"/>
                <a:endCxn id="70" idx="0"/>
              </p:cNvCxnSpPr>
              <p:nvPr/>
            </p:nvCxnSpPr>
            <p:spPr>
              <a:xfrm>
                <a:off x="7643736" y="2392243"/>
                <a:ext cx="0" cy="235757"/>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a:extLst>
                  <a:ext uri="{FF2B5EF4-FFF2-40B4-BE49-F238E27FC236}">
                    <a16:creationId xmlns:a16="http://schemas.microsoft.com/office/drawing/2014/main" id="{C03EB5AB-F09A-1500-DA41-4B1EF327FF06}"/>
                  </a:ext>
                </a:extLst>
              </p:cNvPr>
              <p:cNvCxnSpPr>
                <a:cxnSpLocks/>
                <a:stCxn id="70" idx="2"/>
                <a:endCxn id="71" idx="0"/>
              </p:cNvCxnSpPr>
              <p:nvPr/>
            </p:nvCxnSpPr>
            <p:spPr>
              <a:xfrm>
                <a:off x="7643736" y="3040243"/>
                <a:ext cx="0" cy="235757"/>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a:extLst>
                  <a:ext uri="{FF2B5EF4-FFF2-40B4-BE49-F238E27FC236}">
                    <a16:creationId xmlns:a16="http://schemas.microsoft.com/office/drawing/2014/main" id="{8D740C68-D855-D1D5-3C5F-23AE91F7E1DD}"/>
                  </a:ext>
                </a:extLst>
              </p:cNvPr>
              <p:cNvCxnSpPr>
                <a:cxnSpLocks/>
                <a:stCxn id="71" idx="2"/>
                <a:endCxn id="73" idx="0"/>
              </p:cNvCxnSpPr>
              <p:nvPr/>
            </p:nvCxnSpPr>
            <p:spPr>
              <a:xfrm>
                <a:off x="7643736" y="3688243"/>
                <a:ext cx="0" cy="235756"/>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78">
                <a:extLst>
                  <a:ext uri="{FF2B5EF4-FFF2-40B4-BE49-F238E27FC236}">
                    <a16:creationId xmlns:a16="http://schemas.microsoft.com/office/drawing/2014/main" id="{DAD57A12-F29E-0A6E-72F1-49E19755CE0D}"/>
                  </a:ext>
                </a:extLst>
              </p:cNvPr>
              <p:cNvCxnSpPr>
                <a:cxnSpLocks/>
                <a:stCxn id="73" idx="2"/>
                <a:endCxn id="74" idx="0"/>
              </p:cNvCxnSpPr>
              <p:nvPr/>
            </p:nvCxnSpPr>
            <p:spPr>
              <a:xfrm>
                <a:off x="7643736" y="4336243"/>
                <a:ext cx="0" cy="235757"/>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單箭頭接點 79">
                <a:extLst>
                  <a:ext uri="{FF2B5EF4-FFF2-40B4-BE49-F238E27FC236}">
                    <a16:creationId xmlns:a16="http://schemas.microsoft.com/office/drawing/2014/main" id="{49718B3D-CC08-B714-2A37-882319A81832}"/>
                  </a:ext>
                </a:extLst>
              </p:cNvPr>
              <p:cNvCxnSpPr>
                <a:cxnSpLocks/>
                <a:stCxn id="74" idx="2"/>
                <a:endCxn id="68" idx="0"/>
              </p:cNvCxnSpPr>
              <p:nvPr/>
            </p:nvCxnSpPr>
            <p:spPr>
              <a:xfrm>
                <a:off x="7643736" y="4984243"/>
                <a:ext cx="0" cy="235757"/>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語音泡泡: 圓角矩形 449">
                <a:extLst>
                  <a:ext uri="{FF2B5EF4-FFF2-40B4-BE49-F238E27FC236}">
                    <a16:creationId xmlns:a16="http://schemas.microsoft.com/office/drawing/2014/main" id="{252ACFB4-EEEF-846B-6FC3-F580CB6D310F}"/>
                  </a:ext>
                </a:extLst>
              </p:cNvPr>
              <p:cNvSpPr/>
              <p:nvPr/>
            </p:nvSpPr>
            <p:spPr>
              <a:xfrm>
                <a:off x="5257800" y="3378088"/>
                <a:ext cx="1527724" cy="396000"/>
              </a:xfrm>
              <a:prstGeom prst="wedgeRoundRectCallout">
                <a:avLst>
                  <a:gd name="adj1" fmla="val 56232"/>
                  <a:gd name="adj2" fmla="val 282"/>
                  <a:gd name="adj3" fmla="val 16667"/>
                </a:avLst>
              </a:prstGeom>
              <a:solidFill>
                <a:schemeClr val="accent4">
                  <a:lumMod val="20000"/>
                  <a:lumOff val="80000"/>
                </a:schemeClr>
              </a:solidFill>
              <a:ln w="19050">
                <a:solidFill>
                  <a:srgbClr val="ED7D31"/>
                </a:solidFill>
              </a:ln>
            </p:spPr>
            <p:style>
              <a:lnRef idx="2">
                <a:schemeClr val="accent1">
                  <a:shade val="15000"/>
                </a:schemeClr>
              </a:lnRef>
              <a:fillRef idx="1">
                <a:schemeClr val="accent1"/>
              </a:fillRef>
              <a:effectRef idx="0">
                <a:schemeClr val="accent1"/>
              </a:effectRef>
              <a:fontRef idx="minor"/>
            </p:style>
            <p:txBody>
              <a:bodyPr lIns="59991" tIns="29995" rIns="59991" bIns="29995" anchor="ctr">
                <a:noAutofit/>
              </a:bodyPr>
              <a:lstStyle/>
              <a:p>
                <a:pPr marL="216000" indent="-216000" defTabSz="609539">
                  <a:buClr>
                    <a:srgbClr val="000000"/>
                  </a:buClr>
                  <a:buFont typeface="Wingdings" charset="2"/>
                  <a:buChar char=""/>
                </a:pPr>
                <a:r>
                  <a:rPr lang="zh-TW" altLang="en-US" spc="-1" dirty="0">
                    <a:solidFill>
                      <a:srgbClr val="000000"/>
                    </a:solidFill>
                    <a:latin typeface="Arial" panose="020B0604020202020204" pitchFamily="34" charset="0"/>
                    <a:ea typeface="微軟正黑體" panose="020B0604030504040204" pitchFamily="34" charset="-120"/>
                  </a:rPr>
                  <a:t>手動刪除清空資訊</a:t>
                </a:r>
                <a:endParaRPr lang="en-US" spc="-1" dirty="0">
                  <a:solidFill>
                    <a:srgbClr val="000000"/>
                  </a:solidFill>
                  <a:latin typeface="Arial" panose="020B0604020202020204" pitchFamily="34" charset="0"/>
                  <a:ea typeface="微軟正黑體" panose="020B0604030504040204" pitchFamily="34" charset="-120"/>
                </a:endParaRPr>
              </a:p>
            </p:txBody>
          </p:sp>
          <p:sp>
            <p:nvSpPr>
              <p:cNvPr id="82" name="語音泡泡: 圓角矩形 449">
                <a:extLst>
                  <a:ext uri="{FF2B5EF4-FFF2-40B4-BE49-F238E27FC236}">
                    <a16:creationId xmlns:a16="http://schemas.microsoft.com/office/drawing/2014/main" id="{6AC9696E-D7DC-CA11-E5B9-EDA27C040A64}"/>
                  </a:ext>
                </a:extLst>
              </p:cNvPr>
              <p:cNvSpPr/>
              <p:nvPr/>
            </p:nvSpPr>
            <p:spPr>
              <a:xfrm>
                <a:off x="5228304" y="4643504"/>
                <a:ext cx="1527724" cy="540000"/>
              </a:xfrm>
              <a:prstGeom prst="wedgeRoundRectCallout">
                <a:avLst>
                  <a:gd name="adj1" fmla="val 53140"/>
                  <a:gd name="adj2" fmla="val 87972"/>
                  <a:gd name="adj3" fmla="val 16667"/>
                </a:avLst>
              </a:prstGeom>
              <a:solidFill>
                <a:schemeClr val="accent4">
                  <a:lumMod val="20000"/>
                  <a:lumOff val="80000"/>
                </a:schemeClr>
              </a:solidFill>
              <a:ln w="19050">
                <a:solidFill>
                  <a:srgbClr val="ED7D31"/>
                </a:solidFill>
              </a:ln>
            </p:spPr>
            <p:style>
              <a:lnRef idx="2">
                <a:schemeClr val="accent1">
                  <a:shade val="15000"/>
                </a:schemeClr>
              </a:lnRef>
              <a:fillRef idx="1">
                <a:schemeClr val="accent1"/>
              </a:fillRef>
              <a:effectRef idx="0">
                <a:schemeClr val="accent1"/>
              </a:effectRef>
              <a:fontRef idx="minor"/>
            </p:style>
            <p:txBody>
              <a:bodyPr lIns="59991" tIns="29995" rIns="59991" bIns="29995" anchor="ctr">
                <a:noAutofit/>
              </a:bodyPr>
              <a:lstStyle/>
              <a:p>
                <a:pPr marL="216000" indent="-216000" defTabSz="609539">
                  <a:buClr>
                    <a:srgbClr val="000000"/>
                  </a:buClr>
                  <a:buFont typeface="Wingdings" charset="2"/>
                  <a:buChar char=""/>
                </a:pPr>
                <a:r>
                  <a:rPr lang="zh-TW" altLang="en-US" spc="-1" dirty="0">
                    <a:solidFill>
                      <a:srgbClr val="000000"/>
                    </a:solidFill>
                    <a:latin typeface="Arial" panose="020B0604020202020204" pitchFamily="34" charset="0"/>
                    <a:ea typeface="微軟正黑體" panose="020B0604030504040204" pitchFamily="34" charset="-120"/>
                  </a:rPr>
                  <a:t>需求單位於</a:t>
                </a:r>
                <a:r>
                  <a:rPr lang="en-US" altLang="zh-TW" spc="-1" dirty="0">
                    <a:solidFill>
                      <a:srgbClr val="000000"/>
                    </a:solidFill>
                    <a:latin typeface="Arial" panose="020B0604020202020204" pitchFamily="34" charset="0"/>
                    <a:ea typeface="微軟正黑體" panose="020B0604030504040204" pitchFamily="34" charset="-120"/>
                  </a:rPr>
                  <a:t>BPM</a:t>
                </a:r>
                <a:r>
                  <a:rPr lang="zh-TW" altLang="en-US" spc="-1" dirty="0">
                    <a:solidFill>
                      <a:srgbClr val="000000"/>
                    </a:solidFill>
                    <a:latin typeface="Arial" panose="020B0604020202020204" pitchFamily="34" charset="0"/>
                    <a:ea typeface="微軟正黑體" panose="020B0604030504040204" pitchFamily="34" charset="-120"/>
                  </a:rPr>
                  <a:t>提出申請</a:t>
                </a:r>
                <a:endParaRPr lang="en-US" spc="-1" dirty="0">
                  <a:solidFill>
                    <a:srgbClr val="000000"/>
                  </a:solidFill>
                  <a:latin typeface="Arial" panose="020B0604020202020204" pitchFamily="34" charset="0"/>
                  <a:ea typeface="微軟正黑體" panose="020B0604030504040204" pitchFamily="34" charset="-120"/>
                </a:endParaRPr>
              </a:p>
            </p:txBody>
          </p:sp>
        </p:grpSp>
        <p:sp>
          <p:nvSpPr>
            <p:cNvPr id="68" name="矩形: 圓角 67">
              <a:extLst>
                <a:ext uri="{FF2B5EF4-FFF2-40B4-BE49-F238E27FC236}">
                  <a16:creationId xmlns:a16="http://schemas.microsoft.com/office/drawing/2014/main" id="{2D9FB167-7C4F-D11F-8E13-FEB0C7F39E00}"/>
                </a:ext>
              </a:extLst>
            </p:cNvPr>
            <p:cNvSpPr/>
            <p:nvPr/>
          </p:nvSpPr>
          <p:spPr>
            <a:xfrm>
              <a:off x="6795000" y="5220000"/>
              <a:ext cx="1697471" cy="412243"/>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dirty="0">
                  <a:solidFill>
                    <a:schemeClr val="tx1"/>
                  </a:solidFill>
                  <a:latin typeface="Arial" panose="020B0604020202020204" pitchFamily="34" charset="0"/>
                  <a:ea typeface="微軟正黑體" panose="020B0604030504040204" pitchFamily="34" charset="-120"/>
                </a:rPr>
                <a:t>BPM</a:t>
              </a:r>
              <a:r>
                <a:rPr lang="zh-TW" altLang="en-US" sz="2400" b="1" dirty="0">
                  <a:solidFill>
                    <a:schemeClr val="tx1"/>
                  </a:solidFill>
                  <a:latin typeface="Arial" panose="020B0604020202020204" pitchFamily="34" charset="0"/>
                  <a:ea typeface="微軟正黑體" panose="020B0604030504040204" pitchFamily="34" charset="-120"/>
                </a:rPr>
                <a:t>申請扣款</a:t>
              </a:r>
            </a:p>
          </p:txBody>
        </p:sp>
        <p:cxnSp>
          <p:nvCxnSpPr>
            <p:cNvPr id="69" name="直線單箭頭接點 68">
              <a:extLst>
                <a:ext uri="{FF2B5EF4-FFF2-40B4-BE49-F238E27FC236}">
                  <a16:creationId xmlns:a16="http://schemas.microsoft.com/office/drawing/2014/main" id="{DB76BD44-6307-76C1-5D6F-D8D9EBF3CA67}"/>
                </a:ext>
              </a:extLst>
            </p:cNvPr>
            <p:cNvCxnSpPr>
              <a:cxnSpLocks/>
              <a:stCxn id="68" idx="2"/>
              <a:endCxn id="75" idx="0"/>
            </p:cNvCxnSpPr>
            <p:nvPr/>
          </p:nvCxnSpPr>
          <p:spPr>
            <a:xfrm>
              <a:off x="7643736" y="5632243"/>
              <a:ext cx="0" cy="317399"/>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83" name="矩形 454">
            <a:extLst>
              <a:ext uri="{FF2B5EF4-FFF2-40B4-BE49-F238E27FC236}">
                <a16:creationId xmlns:a16="http://schemas.microsoft.com/office/drawing/2014/main" id="{1FEFB3C4-3DC8-0106-15DA-35590F1D511F}"/>
              </a:ext>
            </a:extLst>
          </p:cNvPr>
          <p:cNvSpPr/>
          <p:nvPr/>
        </p:nvSpPr>
        <p:spPr>
          <a:xfrm>
            <a:off x="1365337" y="2759512"/>
            <a:ext cx="2890640" cy="6459644"/>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p:style>
        <p:txBody>
          <a:bodyPr lIns="59991" tIns="29995" rIns="59991" bIns="29995" anchor="ctr">
            <a:noAutofit/>
          </a:bodyPr>
          <a:lstStyle/>
          <a:p>
            <a:pPr algn="ctr" defTabSz="609539"/>
            <a:endParaRPr lang="en-US" sz="1200" spc="-1">
              <a:solidFill>
                <a:schemeClr val="lt1"/>
              </a:solidFill>
              <a:latin typeface="Trebuchet MS"/>
            </a:endParaRPr>
          </a:p>
        </p:txBody>
      </p:sp>
      <p:sp>
        <p:nvSpPr>
          <p:cNvPr id="84" name="矩形 454">
            <a:extLst>
              <a:ext uri="{FF2B5EF4-FFF2-40B4-BE49-F238E27FC236}">
                <a16:creationId xmlns:a16="http://schemas.microsoft.com/office/drawing/2014/main" id="{6743AC65-D5E4-EDCE-09A6-115D4E79A5C1}"/>
              </a:ext>
            </a:extLst>
          </p:cNvPr>
          <p:cNvSpPr/>
          <p:nvPr/>
        </p:nvSpPr>
        <p:spPr>
          <a:xfrm>
            <a:off x="7756263" y="4860678"/>
            <a:ext cx="1673487" cy="630642"/>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p:style>
        <p:txBody>
          <a:bodyPr lIns="59991" tIns="29995" rIns="59991" bIns="29995" anchor="ctr">
            <a:noAutofit/>
          </a:bodyPr>
          <a:lstStyle/>
          <a:p>
            <a:pPr algn="ctr" defTabSz="609539"/>
            <a:endParaRPr lang="en-US" sz="1200" spc="-1">
              <a:solidFill>
                <a:schemeClr val="lt1"/>
              </a:solidFill>
              <a:latin typeface="Trebuchet MS"/>
            </a:endParaRPr>
          </a:p>
        </p:txBody>
      </p:sp>
      <p:sp>
        <p:nvSpPr>
          <p:cNvPr id="85" name="矩形 454">
            <a:extLst>
              <a:ext uri="{FF2B5EF4-FFF2-40B4-BE49-F238E27FC236}">
                <a16:creationId xmlns:a16="http://schemas.microsoft.com/office/drawing/2014/main" id="{ECEF90D0-C4DF-8F65-02BE-593359C48FE9}"/>
              </a:ext>
            </a:extLst>
          </p:cNvPr>
          <p:cNvSpPr/>
          <p:nvPr/>
        </p:nvSpPr>
        <p:spPr>
          <a:xfrm>
            <a:off x="7689281" y="6744014"/>
            <a:ext cx="1740470" cy="945042"/>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p:style>
        <p:txBody>
          <a:bodyPr lIns="59991" tIns="29995" rIns="59991" bIns="29995" anchor="ctr">
            <a:noAutofit/>
          </a:bodyPr>
          <a:lstStyle/>
          <a:p>
            <a:pPr algn="ctr" defTabSz="609539"/>
            <a:endParaRPr lang="en-US" sz="1200" spc="-1">
              <a:solidFill>
                <a:schemeClr val="lt1"/>
              </a:solidFill>
              <a:latin typeface="Trebuchet MS"/>
            </a:endParaRPr>
          </a:p>
        </p:txBody>
      </p:sp>
      <p:sp>
        <p:nvSpPr>
          <p:cNvPr id="86" name="語音泡泡: 圓角矩形 449">
            <a:extLst>
              <a:ext uri="{FF2B5EF4-FFF2-40B4-BE49-F238E27FC236}">
                <a16:creationId xmlns:a16="http://schemas.microsoft.com/office/drawing/2014/main" id="{E639694B-9A98-95B7-B847-7342583038C1}"/>
              </a:ext>
            </a:extLst>
          </p:cNvPr>
          <p:cNvSpPr/>
          <p:nvPr/>
        </p:nvSpPr>
        <p:spPr>
          <a:xfrm>
            <a:off x="7221888" y="992562"/>
            <a:ext cx="1731597" cy="540232"/>
          </a:xfrm>
          <a:prstGeom prst="wedgeRoundRectCallout">
            <a:avLst>
              <a:gd name="adj1" fmla="val -40421"/>
              <a:gd name="adj2" fmla="val 109862"/>
              <a:gd name="adj3" fmla="val 16667"/>
            </a:avLst>
          </a:prstGeom>
          <a:solidFill>
            <a:schemeClr val="accent4">
              <a:lumMod val="20000"/>
              <a:lumOff val="80000"/>
            </a:schemeClr>
          </a:solidFill>
          <a:ln w="19050">
            <a:solidFill>
              <a:srgbClr val="ED7D31"/>
            </a:solidFill>
          </a:ln>
        </p:spPr>
        <p:style>
          <a:lnRef idx="2">
            <a:schemeClr val="accent1">
              <a:shade val="15000"/>
            </a:schemeClr>
          </a:lnRef>
          <a:fillRef idx="1">
            <a:schemeClr val="accent1"/>
          </a:fillRef>
          <a:effectRef idx="0">
            <a:schemeClr val="accent1"/>
          </a:effectRef>
          <a:fontRef idx="minor"/>
        </p:style>
        <p:txBody>
          <a:bodyPr lIns="59991" tIns="29995" rIns="59991" bIns="29995" anchor="ctr">
            <a:noAutofit/>
          </a:bodyPr>
          <a:lstStyle/>
          <a:p>
            <a:pPr marL="216000" indent="-216000" defTabSz="609539">
              <a:buClr>
                <a:srgbClr val="000000"/>
              </a:buClr>
              <a:buFont typeface="Wingdings" charset="2"/>
              <a:buChar char=""/>
            </a:pPr>
            <a:r>
              <a:rPr lang="zh-TW" altLang="en-US" spc="-1">
                <a:solidFill>
                  <a:srgbClr val="000000"/>
                </a:solidFill>
                <a:latin typeface="Arial" panose="020B0604020202020204" pitchFamily="34" charset="0"/>
                <a:ea typeface="微軟正黑體" panose="020B0604030504040204" pitchFamily="34" charset="-120"/>
              </a:rPr>
              <a:t>供應商月結</a:t>
            </a:r>
            <a:endParaRPr lang="en-US" spc="-1">
              <a:solidFill>
                <a:srgbClr val="000000"/>
              </a:solidFill>
              <a:latin typeface="Arial" panose="020B0604020202020204" pitchFamily="34" charset="0"/>
              <a:ea typeface="微軟正黑體" panose="020B0604030504040204" pitchFamily="34" charset="-120"/>
            </a:endParaRPr>
          </a:p>
        </p:txBody>
      </p:sp>
      <p:sp>
        <p:nvSpPr>
          <p:cNvPr id="87" name="語音泡泡: 圓角矩形 449">
            <a:extLst>
              <a:ext uri="{FF2B5EF4-FFF2-40B4-BE49-F238E27FC236}">
                <a16:creationId xmlns:a16="http://schemas.microsoft.com/office/drawing/2014/main" id="{D0A36A2E-37D0-9AD5-741D-C354FB4A6E08}"/>
              </a:ext>
            </a:extLst>
          </p:cNvPr>
          <p:cNvSpPr/>
          <p:nvPr/>
        </p:nvSpPr>
        <p:spPr>
          <a:xfrm>
            <a:off x="13814323" y="685210"/>
            <a:ext cx="1553772" cy="829420"/>
          </a:xfrm>
          <a:prstGeom prst="wedgeRoundRectCallout">
            <a:avLst>
              <a:gd name="adj1" fmla="val -38109"/>
              <a:gd name="adj2" fmla="val 97556"/>
              <a:gd name="adj3" fmla="val 16667"/>
            </a:avLst>
          </a:prstGeom>
          <a:solidFill>
            <a:schemeClr val="accent4">
              <a:lumMod val="20000"/>
              <a:lumOff val="80000"/>
            </a:schemeClr>
          </a:solidFill>
          <a:ln w="19050">
            <a:solidFill>
              <a:srgbClr val="ED7D31"/>
            </a:solidFill>
          </a:ln>
        </p:spPr>
        <p:style>
          <a:lnRef idx="2">
            <a:schemeClr val="accent1">
              <a:shade val="15000"/>
            </a:schemeClr>
          </a:lnRef>
          <a:fillRef idx="1">
            <a:schemeClr val="accent1"/>
          </a:fillRef>
          <a:effectRef idx="0">
            <a:schemeClr val="accent1"/>
          </a:effectRef>
          <a:fontRef idx="minor"/>
        </p:style>
        <p:txBody>
          <a:bodyPr lIns="59991" tIns="29995" rIns="59991" bIns="29995" anchor="ctr">
            <a:noAutofit/>
          </a:bodyPr>
          <a:lstStyle/>
          <a:p>
            <a:pPr marL="216000" indent="-216000" defTabSz="609539">
              <a:buClr>
                <a:srgbClr val="000000"/>
              </a:buClr>
              <a:buFont typeface="Wingdings" charset="2"/>
              <a:buChar char=""/>
            </a:pPr>
            <a:r>
              <a:rPr lang="en-US" altLang="zh-TW" spc="-1" dirty="0">
                <a:solidFill>
                  <a:srgbClr val="000000"/>
                </a:solidFill>
                <a:latin typeface="Arial" panose="020B0604020202020204" pitchFamily="34" charset="0"/>
                <a:ea typeface="微軟正黑體" panose="020B0604030504040204" pitchFamily="34" charset="-120"/>
              </a:rPr>
              <a:t>TW</a:t>
            </a:r>
            <a:r>
              <a:rPr lang="zh-TW" altLang="en-US" spc="-1" dirty="0">
                <a:solidFill>
                  <a:srgbClr val="000000"/>
                </a:solidFill>
                <a:latin typeface="Arial" panose="020B0604020202020204" pitchFamily="34" charset="0"/>
                <a:ea typeface="微軟正黑體" panose="020B0604030504040204" pitchFamily="34" charset="-120"/>
              </a:rPr>
              <a:t>廠區</a:t>
            </a:r>
            <a:endParaRPr lang="en-US" altLang="zh-TW" spc="-1" dirty="0">
              <a:solidFill>
                <a:srgbClr val="000000"/>
              </a:solidFill>
              <a:latin typeface="Arial" panose="020B0604020202020204" pitchFamily="34" charset="0"/>
              <a:ea typeface="微軟正黑體" panose="020B0604030504040204" pitchFamily="34" charset="-120"/>
            </a:endParaRPr>
          </a:p>
          <a:p>
            <a:pPr marL="216000" indent="-216000" defTabSz="609539">
              <a:buClr>
                <a:srgbClr val="000000"/>
              </a:buClr>
              <a:buFont typeface="Wingdings" charset="2"/>
              <a:buChar char=""/>
            </a:pPr>
            <a:r>
              <a:rPr lang="zh-TW" altLang="en-US" spc="-1" dirty="0">
                <a:solidFill>
                  <a:srgbClr val="000000"/>
                </a:solidFill>
                <a:latin typeface="Arial" panose="020B0604020202020204" pitchFamily="34" charset="0"/>
                <a:ea typeface="微軟正黑體" panose="020B0604030504040204" pitchFamily="34" charset="-120"/>
              </a:rPr>
              <a:t>南寶</a:t>
            </a:r>
            <a:r>
              <a:rPr lang="en-US" altLang="zh-TW" spc="-1" dirty="0">
                <a:solidFill>
                  <a:srgbClr val="000000"/>
                </a:solidFill>
                <a:latin typeface="Arial" panose="020B0604020202020204" pitchFamily="34" charset="0"/>
                <a:ea typeface="微軟正黑體" panose="020B0604030504040204" pitchFamily="34" charset="-120"/>
              </a:rPr>
              <a:t>(VN)</a:t>
            </a:r>
            <a:endParaRPr lang="en-US" spc="-1" dirty="0">
              <a:solidFill>
                <a:srgbClr val="000000"/>
              </a:solidFill>
              <a:latin typeface="Arial" panose="020B0604020202020204" pitchFamily="34" charset="0"/>
              <a:ea typeface="微軟正黑體" panose="020B0604030504040204" pitchFamily="34" charset="-120"/>
            </a:endParaRPr>
          </a:p>
        </p:txBody>
      </p:sp>
      <p:sp>
        <p:nvSpPr>
          <p:cNvPr id="8" name="矩形: 圓角 7">
            <a:extLst>
              <a:ext uri="{FF2B5EF4-FFF2-40B4-BE49-F238E27FC236}">
                <a16:creationId xmlns:a16="http://schemas.microsoft.com/office/drawing/2014/main" id="{73590DEF-A856-B3E8-874C-B383105DFA49}"/>
              </a:ext>
            </a:extLst>
          </p:cNvPr>
          <p:cNvSpPr/>
          <p:nvPr/>
        </p:nvSpPr>
        <p:spPr>
          <a:xfrm>
            <a:off x="13063266" y="3769996"/>
            <a:ext cx="2520000" cy="612000"/>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a:solidFill>
                  <a:schemeClr val="tx1"/>
                </a:solidFill>
                <a:latin typeface="Arial" panose="020B0604020202020204" pitchFamily="34" charset="0"/>
                <a:ea typeface="微軟正黑體" panose="020B0604030504040204" pitchFamily="34" charset="-120"/>
              </a:rPr>
              <a:t>發票驗證暫存</a:t>
            </a:r>
          </a:p>
        </p:txBody>
      </p:sp>
      <p:sp>
        <p:nvSpPr>
          <p:cNvPr id="9" name="矩形: 圓角 8">
            <a:extLst>
              <a:ext uri="{FF2B5EF4-FFF2-40B4-BE49-F238E27FC236}">
                <a16:creationId xmlns:a16="http://schemas.microsoft.com/office/drawing/2014/main" id="{3C5D8B21-CDB6-FA99-EB8E-E45B2B5E17C3}"/>
              </a:ext>
            </a:extLst>
          </p:cNvPr>
          <p:cNvSpPr/>
          <p:nvPr/>
        </p:nvSpPr>
        <p:spPr>
          <a:xfrm>
            <a:off x="13063266" y="4731992"/>
            <a:ext cx="2520000" cy="612000"/>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a:solidFill>
                  <a:schemeClr val="tx1"/>
                </a:solidFill>
                <a:latin typeface="Arial" panose="020B0604020202020204" pitchFamily="34" charset="0"/>
                <a:ea typeface="微軟正黑體" panose="020B0604030504040204" pitchFamily="34" charset="-120"/>
              </a:rPr>
              <a:t>ZMM065</a:t>
            </a:r>
            <a:endParaRPr lang="zh-TW" altLang="en-US" sz="2400" b="1">
              <a:solidFill>
                <a:schemeClr val="tx1"/>
              </a:solidFill>
              <a:latin typeface="Arial" panose="020B0604020202020204" pitchFamily="34" charset="0"/>
              <a:ea typeface="微軟正黑體" panose="020B0604030504040204" pitchFamily="34" charset="-120"/>
            </a:endParaRPr>
          </a:p>
        </p:txBody>
      </p:sp>
      <p:sp>
        <p:nvSpPr>
          <p:cNvPr id="10" name="矩形: 圓角 9">
            <a:extLst>
              <a:ext uri="{FF2B5EF4-FFF2-40B4-BE49-F238E27FC236}">
                <a16:creationId xmlns:a16="http://schemas.microsoft.com/office/drawing/2014/main" id="{2458B0E1-B62E-2447-3EE9-48CD748707A5}"/>
              </a:ext>
            </a:extLst>
          </p:cNvPr>
          <p:cNvSpPr/>
          <p:nvPr/>
        </p:nvSpPr>
        <p:spPr>
          <a:xfrm>
            <a:off x="13063266" y="2808000"/>
            <a:ext cx="2520000" cy="612000"/>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latin typeface="Arial" panose="020B0604020202020204" pitchFamily="34" charset="0"/>
                <a:ea typeface="微軟正黑體" panose="020B0604030504040204" pitchFamily="34" charset="-120"/>
              </a:rPr>
              <a:t>採購單付款條件</a:t>
            </a:r>
          </a:p>
        </p:txBody>
      </p:sp>
      <p:sp>
        <p:nvSpPr>
          <p:cNvPr id="11" name="矩形: 圓角 10">
            <a:extLst>
              <a:ext uri="{FF2B5EF4-FFF2-40B4-BE49-F238E27FC236}">
                <a16:creationId xmlns:a16="http://schemas.microsoft.com/office/drawing/2014/main" id="{A4520B8A-3DBD-72BC-C5F0-B753F4D81BB3}"/>
              </a:ext>
            </a:extLst>
          </p:cNvPr>
          <p:cNvSpPr/>
          <p:nvPr/>
        </p:nvSpPr>
        <p:spPr>
          <a:xfrm>
            <a:off x="13063266" y="5693988"/>
            <a:ext cx="2520000" cy="612000"/>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a:solidFill>
                  <a:schemeClr val="tx1"/>
                </a:solidFill>
                <a:latin typeface="Arial" panose="020B0604020202020204" pitchFamily="34" charset="0"/>
                <a:ea typeface="微軟正黑體" panose="020B0604030504040204" pitchFamily="34" charset="-120"/>
              </a:rPr>
              <a:t>BPM </a:t>
            </a:r>
            <a:r>
              <a:rPr lang="zh-TW" altLang="en-US" sz="2400" b="1">
                <a:solidFill>
                  <a:schemeClr val="tx1"/>
                </a:solidFill>
                <a:latin typeface="Arial" panose="020B0604020202020204" pitchFamily="34" charset="0"/>
                <a:ea typeface="微軟正黑體" panose="020B0604030504040204" pitchFamily="34" charset="-120"/>
              </a:rPr>
              <a:t>簽核</a:t>
            </a:r>
          </a:p>
        </p:txBody>
      </p:sp>
      <p:sp>
        <p:nvSpPr>
          <p:cNvPr id="12" name="矩形: 圓角 11">
            <a:extLst>
              <a:ext uri="{FF2B5EF4-FFF2-40B4-BE49-F238E27FC236}">
                <a16:creationId xmlns:a16="http://schemas.microsoft.com/office/drawing/2014/main" id="{F147896E-2A3D-E23D-7CD8-DEBA60AA247B}"/>
              </a:ext>
            </a:extLst>
          </p:cNvPr>
          <p:cNvSpPr/>
          <p:nvPr/>
        </p:nvSpPr>
        <p:spPr>
          <a:xfrm>
            <a:off x="13063266" y="6655984"/>
            <a:ext cx="2520000" cy="612000"/>
          </a:xfrm>
          <a:prstGeom prst="roundRect">
            <a:avLst>
              <a:gd name="adj" fmla="val 8334"/>
            </a:avLst>
          </a:prstGeom>
          <a:solidFill>
            <a:srgbClr val="BACB8F"/>
          </a:solidFill>
          <a:ln w="28575">
            <a:noFill/>
          </a:ln>
          <a:effectLst>
            <a:outerShdw blurRad="25400" dist="12700" dir="2700000" algn="tl" rotWithShape="0">
              <a:prstClr val="black">
                <a:alpha val="40000"/>
              </a:prstClr>
            </a:outerShdw>
          </a:effectLst>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spcFirstLastPara="0" vert="horz" wrap="square" lIns="73134" tIns="57894" rIns="73134" bIns="57894" numCol="1" spcCol="1270" anchor="ctr" anchorCtr="0">
            <a:noAutofit/>
          </a:bodyPr>
          <a:lstStyle/>
          <a:p>
            <a:pPr algn="ctr" defTabSz="1066800">
              <a:lnSpc>
                <a:spcPct val="90000"/>
              </a:lnSpc>
              <a:spcBef>
                <a:spcPct val="0"/>
              </a:spcBef>
            </a:pPr>
            <a:r>
              <a:rPr lang="zh-TW" altLang="en-US" sz="2400" b="1">
                <a:solidFill>
                  <a:schemeClr val="tx1"/>
                </a:solidFill>
                <a:latin typeface="Arial" panose="020B0604020202020204" pitchFamily="34" charset="0"/>
                <a:ea typeface="微軟正黑體" panose="020B0604030504040204" pitchFamily="34" charset="-120"/>
              </a:rPr>
              <a:t>財務過帳 </a:t>
            </a:r>
            <a:r>
              <a:rPr lang="en-US" altLang="zh-TW" sz="2400" b="1">
                <a:solidFill>
                  <a:schemeClr val="tx1"/>
                </a:solidFill>
                <a:latin typeface="Arial" panose="020B0604020202020204" pitchFamily="34" charset="0"/>
                <a:ea typeface="微軟正黑體" panose="020B0604030504040204" pitchFamily="34" charset="-120"/>
              </a:rPr>
              <a:t>(MIRO)</a:t>
            </a:r>
            <a:endParaRPr lang="zh-TW" altLang="en-US" sz="2400" b="1">
              <a:solidFill>
                <a:schemeClr val="tx1"/>
              </a:solidFill>
              <a:latin typeface="Arial" panose="020B0604020202020204" pitchFamily="34" charset="0"/>
              <a:ea typeface="微軟正黑體" panose="020B0604030504040204" pitchFamily="34" charset="-120"/>
            </a:endParaRPr>
          </a:p>
        </p:txBody>
      </p:sp>
      <p:sp>
        <p:nvSpPr>
          <p:cNvPr id="13" name="矩形: 圓角 12">
            <a:extLst>
              <a:ext uri="{FF2B5EF4-FFF2-40B4-BE49-F238E27FC236}">
                <a16:creationId xmlns:a16="http://schemas.microsoft.com/office/drawing/2014/main" id="{6FF6EB71-FC28-4714-6A4F-283AA88BCCD0}"/>
              </a:ext>
            </a:extLst>
          </p:cNvPr>
          <p:cNvSpPr/>
          <p:nvPr/>
        </p:nvSpPr>
        <p:spPr>
          <a:xfrm>
            <a:off x="13063266" y="7617979"/>
            <a:ext cx="2520000" cy="612000"/>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latin typeface="Arial" panose="020B0604020202020204" pitchFamily="34" charset="0"/>
                <a:ea typeface="微軟正黑體" panose="020B0604030504040204" pitchFamily="34" charset="-120"/>
              </a:rPr>
              <a:t>後續貸</a:t>
            </a:r>
            <a:r>
              <a:rPr lang="zh-TW" altLang="en-US" sz="2400" b="1">
                <a:solidFill>
                  <a:schemeClr val="tx1"/>
                </a:solidFill>
                <a:latin typeface="Arial" panose="020B0604020202020204" pitchFamily="34" charset="0"/>
                <a:ea typeface="微軟正黑體" panose="020B0604030504040204" pitchFamily="34" charset="-120"/>
              </a:rPr>
              <a:t>項 </a:t>
            </a:r>
            <a:r>
              <a:rPr lang="en-US" altLang="zh-TW" sz="2400" b="1">
                <a:solidFill>
                  <a:schemeClr val="tx1"/>
                </a:solidFill>
                <a:latin typeface="Arial" panose="020B0604020202020204" pitchFamily="34" charset="0"/>
                <a:ea typeface="微軟正黑體" panose="020B0604030504040204" pitchFamily="34" charset="-120"/>
              </a:rPr>
              <a:t>(</a:t>
            </a:r>
            <a:r>
              <a:rPr lang="zh-TW" altLang="en-US" sz="2400" b="1">
                <a:solidFill>
                  <a:schemeClr val="tx1"/>
                </a:solidFill>
                <a:latin typeface="Arial" panose="020B0604020202020204" pitchFamily="34" charset="0"/>
                <a:ea typeface="微軟正黑體" panose="020B0604030504040204" pitchFamily="34" charset="-120"/>
              </a:rPr>
              <a:t>手動</a:t>
            </a:r>
            <a:r>
              <a:rPr lang="en-US" altLang="zh-TW" sz="2400" b="1" dirty="0">
                <a:solidFill>
                  <a:schemeClr val="tx1"/>
                </a:solidFill>
                <a:latin typeface="Arial" panose="020B0604020202020204" pitchFamily="34" charset="0"/>
                <a:ea typeface="微軟正黑體" panose="020B0604030504040204" pitchFamily="34" charset="-120"/>
              </a:rPr>
              <a:t>)</a:t>
            </a:r>
            <a:endParaRPr lang="zh-TW" altLang="en-US" sz="2400" b="1" dirty="0">
              <a:solidFill>
                <a:schemeClr val="tx1"/>
              </a:solidFill>
              <a:latin typeface="Arial" panose="020B0604020202020204" pitchFamily="34" charset="0"/>
              <a:ea typeface="微軟正黑體" panose="020B0604030504040204" pitchFamily="34" charset="-120"/>
            </a:endParaRPr>
          </a:p>
        </p:txBody>
      </p:sp>
      <p:cxnSp>
        <p:nvCxnSpPr>
          <p:cNvPr id="14" name="直線單箭頭接點 13">
            <a:extLst>
              <a:ext uri="{FF2B5EF4-FFF2-40B4-BE49-F238E27FC236}">
                <a16:creationId xmlns:a16="http://schemas.microsoft.com/office/drawing/2014/main" id="{5EF09811-74A0-06DB-94FC-496108D9A2C1}"/>
              </a:ext>
            </a:extLst>
          </p:cNvPr>
          <p:cNvCxnSpPr>
            <a:stCxn id="10" idx="2"/>
            <a:endCxn id="8" idx="0"/>
          </p:cNvCxnSpPr>
          <p:nvPr/>
        </p:nvCxnSpPr>
        <p:spPr>
          <a:xfrm>
            <a:off x="14323266" y="3420000"/>
            <a:ext cx="0" cy="349996"/>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622C2097-560A-3539-49EF-06D65BE842CE}"/>
              </a:ext>
            </a:extLst>
          </p:cNvPr>
          <p:cNvCxnSpPr>
            <a:cxnSpLocks/>
            <a:stCxn id="8" idx="2"/>
            <a:endCxn id="9" idx="0"/>
          </p:cNvCxnSpPr>
          <p:nvPr/>
        </p:nvCxnSpPr>
        <p:spPr>
          <a:xfrm>
            <a:off x="14323266" y="4381996"/>
            <a:ext cx="0" cy="349996"/>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5">
            <a:extLst>
              <a:ext uri="{FF2B5EF4-FFF2-40B4-BE49-F238E27FC236}">
                <a16:creationId xmlns:a16="http://schemas.microsoft.com/office/drawing/2014/main" id="{E932E369-D5F5-2684-683A-2C040802CEC5}"/>
              </a:ext>
            </a:extLst>
          </p:cNvPr>
          <p:cNvCxnSpPr>
            <a:cxnSpLocks/>
            <a:stCxn id="9" idx="2"/>
            <a:endCxn id="11" idx="0"/>
          </p:cNvCxnSpPr>
          <p:nvPr/>
        </p:nvCxnSpPr>
        <p:spPr>
          <a:xfrm>
            <a:off x="14323266" y="5343992"/>
            <a:ext cx="0" cy="349996"/>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CC38E9DF-B14A-123A-0900-D7AA8BCD95B6}"/>
              </a:ext>
            </a:extLst>
          </p:cNvPr>
          <p:cNvCxnSpPr>
            <a:cxnSpLocks/>
            <a:stCxn id="11" idx="2"/>
            <a:endCxn id="12" idx="0"/>
          </p:cNvCxnSpPr>
          <p:nvPr/>
        </p:nvCxnSpPr>
        <p:spPr>
          <a:xfrm>
            <a:off x="14323266" y="6305988"/>
            <a:ext cx="0" cy="349996"/>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7">
            <a:extLst>
              <a:ext uri="{FF2B5EF4-FFF2-40B4-BE49-F238E27FC236}">
                <a16:creationId xmlns:a16="http://schemas.microsoft.com/office/drawing/2014/main" id="{AE100762-1B87-632B-CFAA-B11FD505AC42}"/>
              </a:ext>
            </a:extLst>
          </p:cNvPr>
          <p:cNvCxnSpPr>
            <a:cxnSpLocks/>
            <a:stCxn id="12" idx="2"/>
            <a:endCxn id="13" idx="0"/>
          </p:cNvCxnSpPr>
          <p:nvPr/>
        </p:nvCxnSpPr>
        <p:spPr>
          <a:xfrm>
            <a:off x="14323266" y="7267984"/>
            <a:ext cx="0" cy="349995"/>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圓角 42">
            <a:extLst>
              <a:ext uri="{FF2B5EF4-FFF2-40B4-BE49-F238E27FC236}">
                <a16:creationId xmlns:a16="http://schemas.microsoft.com/office/drawing/2014/main" id="{38F30B06-4E7A-76B1-002E-E9843A1CD21F}"/>
              </a:ext>
            </a:extLst>
          </p:cNvPr>
          <p:cNvSpPr/>
          <p:nvPr/>
        </p:nvSpPr>
        <p:spPr>
          <a:xfrm>
            <a:off x="13063266" y="9308262"/>
            <a:ext cx="2520000" cy="612000"/>
          </a:xfrm>
          <a:prstGeom prst="roundRect">
            <a:avLst>
              <a:gd name="adj" fmla="val 8334"/>
            </a:avLst>
          </a:prstGeom>
          <a:solidFill>
            <a:srgbClr val="BACB8F"/>
          </a:solidFill>
          <a:ln w="28575">
            <a:noFill/>
          </a:ln>
          <a:effectLst>
            <a:outerShdw blurRad="25400" dist="12700" dir="2700000" algn="tl" rotWithShape="0">
              <a:prstClr val="black">
                <a:alpha val="40000"/>
              </a:prstClr>
            </a:outerShdw>
          </a:effectLst>
        </p:spPr>
        <p:style>
          <a:lnRef idx="2">
            <a:schemeClr val="lt1">
              <a:hueOff val="0"/>
              <a:satOff val="0"/>
              <a:lumOff val="0"/>
              <a:alphaOff val="0"/>
            </a:schemeClr>
          </a:lnRef>
          <a:fillRef idx="1">
            <a:schemeClr val="accent2">
              <a:shade val="50000"/>
              <a:hueOff val="0"/>
              <a:satOff val="0"/>
              <a:lumOff val="0"/>
              <a:alphaOff val="0"/>
            </a:schemeClr>
          </a:fillRef>
          <a:effectRef idx="0">
            <a:schemeClr val="accent2">
              <a:shade val="50000"/>
              <a:hueOff val="0"/>
              <a:satOff val="0"/>
              <a:lumOff val="0"/>
              <a:alphaOff val="0"/>
            </a:schemeClr>
          </a:effectRef>
          <a:fontRef idx="minor">
            <a:schemeClr val="lt1"/>
          </a:fontRef>
        </p:style>
        <p:txBody>
          <a:bodyPr spcFirstLastPara="0" vert="horz" wrap="square" lIns="73134" tIns="57894" rIns="73134" bIns="57894" numCol="1" spcCol="1270" anchor="ctr" anchorCtr="0">
            <a:noAutofit/>
          </a:bodyPr>
          <a:lstStyle/>
          <a:p>
            <a:pPr algn="ctr" defTabSz="1066800">
              <a:lnSpc>
                <a:spcPct val="90000"/>
              </a:lnSpc>
              <a:spcBef>
                <a:spcPct val="0"/>
              </a:spcBef>
            </a:pPr>
            <a:r>
              <a:rPr lang="zh-TW" altLang="en-US" sz="2400" b="1" dirty="0">
                <a:solidFill>
                  <a:schemeClr val="tx1"/>
                </a:solidFill>
                <a:latin typeface="Arial" panose="020B0604020202020204" pitchFamily="34" charset="0"/>
                <a:ea typeface="微軟正黑體" panose="020B0604030504040204" pitchFamily="34" charset="-120"/>
              </a:rPr>
              <a:t>財務過帳 </a:t>
            </a:r>
            <a:r>
              <a:rPr lang="en-US" altLang="zh-TW" sz="2400" b="1" dirty="0">
                <a:solidFill>
                  <a:schemeClr val="tx1"/>
                </a:solidFill>
                <a:latin typeface="Arial" panose="020B0604020202020204" pitchFamily="34" charset="0"/>
                <a:ea typeface="微軟正黑體" panose="020B0604030504040204" pitchFamily="34" charset="-120"/>
              </a:rPr>
              <a:t>(MIRO)</a:t>
            </a:r>
            <a:endParaRPr lang="zh-TW" altLang="en-US" sz="2400" b="1" dirty="0">
              <a:solidFill>
                <a:schemeClr val="tx1"/>
              </a:solidFill>
              <a:latin typeface="Arial" panose="020B0604020202020204" pitchFamily="34" charset="0"/>
              <a:ea typeface="微軟正黑體" panose="020B0604030504040204" pitchFamily="34" charset="-120"/>
            </a:endParaRPr>
          </a:p>
        </p:txBody>
      </p:sp>
      <p:cxnSp>
        <p:nvCxnSpPr>
          <p:cNvPr id="44" name="直線單箭頭接點 43">
            <a:extLst>
              <a:ext uri="{FF2B5EF4-FFF2-40B4-BE49-F238E27FC236}">
                <a16:creationId xmlns:a16="http://schemas.microsoft.com/office/drawing/2014/main" id="{E74FDE3E-E6F3-BA74-3FC0-26855526160B}"/>
              </a:ext>
            </a:extLst>
          </p:cNvPr>
          <p:cNvCxnSpPr>
            <a:cxnSpLocks/>
            <a:stCxn id="45" idx="2"/>
            <a:endCxn id="43" idx="0"/>
          </p:cNvCxnSpPr>
          <p:nvPr/>
        </p:nvCxnSpPr>
        <p:spPr>
          <a:xfrm>
            <a:off x="14323266" y="9080497"/>
            <a:ext cx="0" cy="227765"/>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5" name="矩形: 圓角 44">
            <a:extLst>
              <a:ext uri="{FF2B5EF4-FFF2-40B4-BE49-F238E27FC236}">
                <a16:creationId xmlns:a16="http://schemas.microsoft.com/office/drawing/2014/main" id="{1CCCFF34-4798-AEB5-1917-D83073889817}"/>
              </a:ext>
            </a:extLst>
          </p:cNvPr>
          <p:cNvSpPr/>
          <p:nvPr/>
        </p:nvSpPr>
        <p:spPr>
          <a:xfrm>
            <a:off x="13063266" y="8468497"/>
            <a:ext cx="2520000" cy="612000"/>
          </a:xfrm>
          <a:prstGeom prst="roundRect">
            <a:avLst>
              <a:gd name="adj" fmla="val 8334"/>
            </a:avLst>
          </a:prstGeom>
          <a:solidFill>
            <a:schemeClr val="accent4">
              <a:lumMod val="60000"/>
              <a:lumOff val="40000"/>
            </a:schemeClr>
          </a:solidFill>
          <a:ln w="19050">
            <a:noFill/>
          </a:ln>
          <a:effectLst>
            <a:outerShdw blurRad="25400" dist="12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400" b="1">
                <a:solidFill>
                  <a:schemeClr val="tx1"/>
                </a:solidFill>
                <a:latin typeface="Arial" panose="020B0604020202020204" pitchFamily="34" charset="0"/>
                <a:ea typeface="微軟正黑體" panose="020B0604030504040204" pitchFamily="34" charset="-120"/>
              </a:rPr>
              <a:t>ZMM065 / BPM?</a:t>
            </a:r>
            <a:endParaRPr lang="zh-TW" altLang="en-US" sz="2400" b="1">
              <a:solidFill>
                <a:schemeClr val="tx1"/>
              </a:solidFill>
              <a:latin typeface="Arial" panose="020B0604020202020204" pitchFamily="34" charset="0"/>
              <a:ea typeface="微軟正黑體" panose="020B0604030504040204" pitchFamily="34" charset="-120"/>
            </a:endParaRPr>
          </a:p>
        </p:txBody>
      </p:sp>
      <p:cxnSp>
        <p:nvCxnSpPr>
          <p:cNvPr id="46" name="直線單箭頭接點 45">
            <a:extLst>
              <a:ext uri="{FF2B5EF4-FFF2-40B4-BE49-F238E27FC236}">
                <a16:creationId xmlns:a16="http://schemas.microsoft.com/office/drawing/2014/main" id="{CF39A99F-C3A7-C07A-938B-FCA5DC86D5CB}"/>
              </a:ext>
            </a:extLst>
          </p:cNvPr>
          <p:cNvCxnSpPr>
            <a:cxnSpLocks/>
            <a:stCxn id="13" idx="2"/>
            <a:endCxn id="45" idx="0"/>
          </p:cNvCxnSpPr>
          <p:nvPr/>
        </p:nvCxnSpPr>
        <p:spPr>
          <a:xfrm>
            <a:off x="14323266" y="8229979"/>
            <a:ext cx="0" cy="238518"/>
          </a:xfrm>
          <a:prstGeom prst="straightConnector1">
            <a:avLst/>
          </a:prstGeom>
          <a:ln w="254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語音泡泡: 圓角矩形 449">
            <a:extLst>
              <a:ext uri="{FF2B5EF4-FFF2-40B4-BE49-F238E27FC236}">
                <a16:creationId xmlns:a16="http://schemas.microsoft.com/office/drawing/2014/main" id="{3C7E1283-0F1A-E5C4-D007-C33A3676732B}"/>
              </a:ext>
            </a:extLst>
          </p:cNvPr>
          <p:cNvSpPr/>
          <p:nvPr/>
        </p:nvSpPr>
        <p:spPr>
          <a:xfrm>
            <a:off x="15737152" y="4852589"/>
            <a:ext cx="2268000" cy="599389"/>
          </a:xfrm>
          <a:prstGeom prst="wedgeRoundRectCallout">
            <a:avLst>
              <a:gd name="adj1" fmla="val -62721"/>
              <a:gd name="adj2" fmla="val 282"/>
              <a:gd name="adj3" fmla="val 16667"/>
            </a:avLst>
          </a:prstGeom>
          <a:solidFill>
            <a:schemeClr val="accent4">
              <a:lumMod val="20000"/>
              <a:lumOff val="80000"/>
            </a:schemeClr>
          </a:solidFill>
          <a:ln w="19050">
            <a:solidFill>
              <a:srgbClr val="ED7D31"/>
            </a:solidFill>
          </a:ln>
        </p:spPr>
        <p:style>
          <a:lnRef idx="2">
            <a:schemeClr val="accent1">
              <a:shade val="15000"/>
            </a:schemeClr>
          </a:lnRef>
          <a:fillRef idx="1">
            <a:schemeClr val="accent1"/>
          </a:fillRef>
          <a:effectRef idx="0">
            <a:schemeClr val="accent1"/>
          </a:effectRef>
          <a:fontRef idx="minor"/>
        </p:style>
        <p:txBody>
          <a:bodyPr lIns="59991" tIns="29995" rIns="59991" bIns="29995" anchor="ctr">
            <a:noAutofit/>
          </a:bodyPr>
          <a:lstStyle/>
          <a:p>
            <a:pPr marL="216000" indent="-216000" defTabSz="609539">
              <a:buClr>
                <a:srgbClr val="000000"/>
              </a:buClr>
              <a:buFont typeface="Wingdings" charset="2"/>
              <a:buChar char=""/>
            </a:pPr>
            <a:r>
              <a:rPr lang="zh-TW" altLang="en-US" spc="-1" dirty="0">
                <a:solidFill>
                  <a:srgbClr val="000000"/>
                </a:solidFill>
                <a:latin typeface="Arial" panose="020B0604020202020204" pitchFamily="34" charset="0"/>
                <a:ea typeface="微軟正黑體" panose="020B0604030504040204" pitchFamily="34" charset="-120"/>
              </a:rPr>
              <a:t>手動刪除清空資訊</a:t>
            </a:r>
            <a:endParaRPr lang="en-US" spc="-1" dirty="0">
              <a:solidFill>
                <a:srgbClr val="000000"/>
              </a:solidFill>
              <a:latin typeface="Arial" panose="020B0604020202020204" pitchFamily="34" charset="0"/>
              <a:ea typeface="微軟正黑體" panose="020B0604030504040204" pitchFamily="34" charset="-120"/>
            </a:endParaRPr>
          </a:p>
        </p:txBody>
      </p:sp>
      <p:sp>
        <p:nvSpPr>
          <p:cNvPr id="65" name="矩形 454">
            <a:extLst>
              <a:ext uri="{FF2B5EF4-FFF2-40B4-BE49-F238E27FC236}">
                <a16:creationId xmlns:a16="http://schemas.microsoft.com/office/drawing/2014/main" id="{55BCD6B2-0501-CDA9-899E-1891E34F4852}"/>
              </a:ext>
            </a:extLst>
          </p:cNvPr>
          <p:cNvSpPr/>
          <p:nvPr/>
        </p:nvSpPr>
        <p:spPr>
          <a:xfrm>
            <a:off x="9429750" y="2714615"/>
            <a:ext cx="3322612" cy="6980529"/>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p:style>
        <p:txBody>
          <a:bodyPr lIns="59991" tIns="29995" rIns="59991" bIns="29995" anchor="ctr">
            <a:noAutofit/>
          </a:bodyPr>
          <a:lstStyle/>
          <a:p>
            <a:pPr algn="ctr" defTabSz="609539"/>
            <a:endParaRPr lang="en-US" sz="1200" spc="-1">
              <a:solidFill>
                <a:schemeClr val="lt1"/>
              </a:solidFill>
              <a:latin typeface="Trebuchet MS"/>
            </a:endParaRPr>
          </a:p>
        </p:txBody>
      </p:sp>
    </p:spTree>
    <p:extLst>
      <p:ext uri="{BB962C8B-B14F-4D97-AF65-F5344CB8AC3E}">
        <p14:creationId xmlns:p14="http://schemas.microsoft.com/office/powerpoint/2010/main" val="2113899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BE411D4-E03F-EF4E-7955-AE8A9115EBE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CE59F72-0C58-511D-5460-9E30AB730365}"/>
              </a:ext>
            </a:extLst>
          </p:cNvPr>
          <p:cNvSpPr>
            <a:spLocks noGrp="1"/>
          </p:cNvSpPr>
          <p:nvPr>
            <p:ph type="title"/>
          </p:nvPr>
        </p:nvSpPr>
        <p:spPr/>
        <p:txBody>
          <a:bodyPr/>
          <a:lstStyle/>
          <a:p>
            <a:r>
              <a:rPr lang="en-US" altLang="zh-TW" sz="4400" spc="-1">
                <a:solidFill>
                  <a:schemeClr val="dk1"/>
                </a:solidFill>
                <a:latin typeface="微軟正黑體" panose="020B0604030504040204" pitchFamily="34" charset="-120"/>
                <a:ea typeface="微軟正黑體" panose="020B0604030504040204" pitchFamily="34" charset="-120"/>
              </a:rPr>
              <a:t>ISSUE LOG 39</a:t>
            </a:r>
            <a:r>
              <a:rPr lang="zh-TW" altLang="en-US" sz="4400" spc="-1">
                <a:solidFill>
                  <a:schemeClr val="dk1"/>
                </a:solidFill>
                <a:latin typeface="微軟正黑體" panose="020B0604030504040204" pitchFamily="34" charset="-120"/>
                <a:ea typeface="微軟正黑體" panose="020B0604030504040204" pitchFamily="34" charset="-120"/>
              </a:rPr>
              <a:t>：中國區發票號超過系統預設欄位</a:t>
            </a:r>
            <a:endParaRPr lang="zh-TW" altLang="en-US"/>
          </a:p>
        </p:txBody>
      </p:sp>
      <p:sp>
        <p:nvSpPr>
          <p:cNvPr id="3" name="副標題 2">
            <a:extLst>
              <a:ext uri="{FF2B5EF4-FFF2-40B4-BE49-F238E27FC236}">
                <a16:creationId xmlns:a16="http://schemas.microsoft.com/office/drawing/2014/main" id="{63FA6576-FEBB-6B94-8D5E-F17CD2CDE81E}"/>
              </a:ext>
            </a:extLst>
          </p:cNvPr>
          <p:cNvSpPr>
            <a:spLocks noGrp="1"/>
          </p:cNvSpPr>
          <p:nvPr>
            <p:ph type="subTitle" idx="1"/>
          </p:nvPr>
        </p:nvSpPr>
        <p:spPr>
          <a:xfrm>
            <a:off x="664371" y="1510616"/>
            <a:ext cx="16959264" cy="1499283"/>
          </a:xfrm>
        </p:spPr>
        <p:txBody>
          <a:bodyPr lIns="90000" tIns="46800" rIns="90000" bIns="46800"/>
          <a:lstStyle/>
          <a:p>
            <a:pPr>
              <a:lnSpc>
                <a:spcPct val="150000"/>
              </a:lnSpc>
            </a:pPr>
            <a:r>
              <a:rPr lang="en-US" altLang="zh-TW" dirty="0">
                <a:solidFill>
                  <a:schemeClr val="tx1"/>
                </a:solidFill>
                <a:latin typeface="Arial" panose="020B0604020202020204" pitchFamily="34" charset="0"/>
              </a:rPr>
              <a:t>FTL (Alastor) </a:t>
            </a:r>
            <a:r>
              <a:rPr lang="zh-TW" altLang="en-US" dirty="0">
                <a:solidFill>
                  <a:schemeClr val="tx1"/>
                </a:solidFill>
                <a:latin typeface="Arial" panose="020B0604020202020204" pitchFamily="34" charset="0"/>
              </a:rPr>
              <a:t>提問：發票號碼欄位長度可以輸入多少，中國區至少會有</a:t>
            </a:r>
            <a:r>
              <a:rPr lang="en-US" altLang="zh-TW" dirty="0">
                <a:solidFill>
                  <a:schemeClr val="tx1"/>
                </a:solidFill>
                <a:latin typeface="Arial" panose="020B0604020202020204" pitchFamily="34" charset="0"/>
              </a:rPr>
              <a:t>20</a:t>
            </a:r>
            <a:r>
              <a:rPr lang="zh-TW" altLang="en-US" dirty="0">
                <a:solidFill>
                  <a:schemeClr val="tx1"/>
                </a:solidFill>
                <a:latin typeface="Arial" panose="020B0604020202020204" pitchFamily="34" charset="0"/>
              </a:rPr>
              <a:t>位數</a:t>
            </a:r>
            <a:endParaRPr lang="en-US" altLang="zh-TW" dirty="0">
              <a:solidFill>
                <a:schemeClr val="tx1"/>
              </a:solidFill>
              <a:latin typeface="Arial" panose="020B0604020202020204" pitchFamily="34" charset="0"/>
            </a:endParaRPr>
          </a:p>
          <a:p>
            <a:pPr>
              <a:lnSpc>
                <a:spcPct val="150000"/>
              </a:lnSpc>
            </a:pPr>
            <a:r>
              <a:rPr lang="en-US" altLang="zh-TW" dirty="0">
                <a:solidFill>
                  <a:schemeClr val="tx1"/>
                </a:solidFill>
                <a:latin typeface="Arial" panose="020B0604020202020204" pitchFamily="34" charset="0"/>
              </a:rPr>
              <a:t>SAP</a:t>
            </a:r>
            <a:r>
              <a:rPr lang="zh-TW" altLang="en-US" dirty="0">
                <a:solidFill>
                  <a:schemeClr val="tx1"/>
                </a:solidFill>
                <a:latin typeface="Arial" panose="020B0604020202020204" pitchFamily="34" charset="0"/>
              </a:rPr>
              <a:t>原廠提出並不會增長參考欄位，並建議放在</a:t>
            </a:r>
            <a:r>
              <a:rPr lang="zh-TW" altLang="en-US" dirty="0">
                <a:solidFill>
                  <a:srgbClr val="C00000"/>
                </a:solidFill>
                <a:latin typeface="Arial" panose="020B0604020202020204" pitchFamily="34" charset="0"/>
              </a:rPr>
              <a:t>表頭內文</a:t>
            </a:r>
            <a:r>
              <a:rPr lang="zh-TW" altLang="en-US" dirty="0">
                <a:solidFill>
                  <a:schemeClr val="tx1"/>
                </a:solidFill>
                <a:latin typeface="Arial" panose="020B0604020202020204" pitchFamily="34" charset="0"/>
              </a:rPr>
              <a:t>以功能加強控制發票號碼不重複。</a:t>
            </a:r>
          </a:p>
        </p:txBody>
      </p:sp>
      <p:pic>
        <p:nvPicPr>
          <p:cNvPr id="9" name="圖片 8">
            <a:extLst>
              <a:ext uri="{FF2B5EF4-FFF2-40B4-BE49-F238E27FC236}">
                <a16:creationId xmlns:a16="http://schemas.microsoft.com/office/drawing/2014/main" id="{5DFFAB18-FC8E-6F15-321C-34401A334334}"/>
              </a:ext>
            </a:extLst>
          </p:cNvPr>
          <p:cNvPicPr>
            <a:picLocks noChangeAspect="1"/>
          </p:cNvPicPr>
          <p:nvPr/>
        </p:nvPicPr>
        <p:blipFill>
          <a:blip r:embed="rId3"/>
          <a:stretch>
            <a:fillRect/>
          </a:stretch>
        </p:blipFill>
        <p:spPr>
          <a:xfrm>
            <a:off x="1795846" y="3791520"/>
            <a:ext cx="6778096" cy="5720000"/>
          </a:xfrm>
          <a:prstGeom prst="rect">
            <a:avLst/>
          </a:prstGeom>
          <a:effectLst>
            <a:outerShdw blurRad="50800" dist="38100" dir="2700000" algn="tl" rotWithShape="0">
              <a:prstClr val="black">
                <a:alpha val="40000"/>
              </a:prstClr>
            </a:outerShdw>
          </a:effectLst>
        </p:spPr>
      </p:pic>
      <p:pic>
        <p:nvPicPr>
          <p:cNvPr id="11" name="圖片 10">
            <a:extLst>
              <a:ext uri="{FF2B5EF4-FFF2-40B4-BE49-F238E27FC236}">
                <a16:creationId xmlns:a16="http://schemas.microsoft.com/office/drawing/2014/main" id="{146476F4-771A-BAA6-7E9A-F4D264178E3F}"/>
              </a:ext>
            </a:extLst>
          </p:cNvPr>
          <p:cNvPicPr>
            <a:picLocks noChangeAspect="1"/>
          </p:cNvPicPr>
          <p:nvPr/>
        </p:nvPicPr>
        <p:blipFill>
          <a:blip r:embed="rId4"/>
          <a:stretch>
            <a:fillRect/>
          </a:stretch>
        </p:blipFill>
        <p:spPr>
          <a:xfrm>
            <a:off x="9476806" y="3790250"/>
            <a:ext cx="6778096" cy="5720000"/>
          </a:xfrm>
          <a:prstGeom prst="rect">
            <a:avLst/>
          </a:prstGeom>
          <a:effectLst>
            <a:outerShdw blurRad="50800" dist="38100" dir="2700000" algn="tl" rotWithShape="0">
              <a:prstClr val="black">
                <a:alpha val="40000"/>
              </a:prstClr>
            </a:outerShdw>
          </a:effectLst>
        </p:spPr>
      </p:pic>
      <p:sp>
        <p:nvSpPr>
          <p:cNvPr id="12" name="矩形: 圓角 11">
            <a:extLst>
              <a:ext uri="{FF2B5EF4-FFF2-40B4-BE49-F238E27FC236}">
                <a16:creationId xmlns:a16="http://schemas.microsoft.com/office/drawing/2014/main" id="{B6B527FA-7341-F907-0489-F628178141CA}"/>
              </a:ext>
            </a:extLst>
          </p:cNvPr>
          <p:cNvSpPr/>
          <p:nvPr/>
        </p:nvSpPr>
        <p:spPr>
          <a:xfrm>
            <a:off x="3471557" y="3203888"/>
            <a:ext cx="3413220" cy="540000"/>
          </a:xfrm>
          <a:prstGeom prst="roundRect">
            <a:avLst>
              <a:gd name="adj" fmla="val 50000"/>
            </a:avLst>
          </a:prstGeom>
          <a:solidFill>
            <a:schemeClr val="accent4">
              <a:lumMod val="40000"/>
              <a:lumOff val="60000"/>
            </a:schemeClr>
          </a:solidFill>
          <a:ln w="31750">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0"/>
          <a:lstStyle/>
          <a:p>
            <a:pPr algn="ctr"/>
            <a:r>
              <a:rPr lang="zh-TW" altLang="en-US" sz="2400" b="1">
                <a:solidFill>
                  <a:schemeClr val="tx1"/>
                </a:solidFill>
              </a:rPr>
              <a:t>現行發票輸入位置</a:t>
            </a:r>
          </a:p>
        </p:txBody>
      </p:sp>
      <p:sp>
        <p:nvSpPr>
          <p:cNvPr id="13" name="矩形: 圓角 12">
            <a:extLst>
              <a:ext uri="{FF2B5EF4-FFF2-40B4-BE49-F238E27FC236}">
                <a16:creationId xmlns:a16="http://schemas.microsoft.com/office/drawing/2014/main" id="{4244A829-5E33-8DBA-8A60-BD10E36B9834}"/>
              </a:ext>
            </a:extLst>
          </p:cNvPr>
          <p:cNvSpPr/>
          <p:nvPr/>
        </p:nvSpPr>
        <p:spPr>
          <a:xfrm>
            <a:off x="10958084" y="3202144"/>
            <a:ext cx="4030532" cy="540000"/>
          </a:xfrm>
          <a:prstGeom prst="roundRect">
            <a:avLst>
              <a:gd name="adj" fmla="val 50000"/>
            </a:avLst>
          </a:prstGeom>
          <a:solidFill>
            <a:schemeClr val="accent4">
              <a:lumMod val="40000"/>
              <a:lumOff val="60000"/>
            </a:schemeClr>
          </a:solidFill>
          <a:ln w="31750">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0"/>
          <a:lstStyle/>
          <a:p>
            <a:pPr algn="ctr"/>
            <a:r>
              <a:rPr lang="zh-TW" altLang="en-US" sz="2400" b="1">
                <a:solidFill>
                  <a:schemeClr val="tx1"/>
                </a:solidFill>
              </a:rPr>
              <a:t>建議輸入位置</a:t>
            </a:r>
          </a:p>
        </p:txBody>
      </p:sp>
      <p:sp>
        <p:nvSpPr>
          <p:cNvPr id="14" name="文字方塊 13">
            <a:extLst>
              <a:ext uri="{FF2B5EF4-FFF2-40B4-BE49-F238E27FC236}">
                <a16:creationId xmlns:a16="http://schemas.microsoft.com/office/drawing/2014/main" id="{21DDEDAE-2AA5-479D-DEF0-9E9BA745A918}"/>
              </a:ext>
            </a:extLst>
          </p:cNvPr>
          <p:cNvSpPr txBox="1"/>
          <p:nvPr/>
        </p:nvSpPr>
        <p:spPr>
          <a:xfrm>
            <a:off x="3975772" y="7115209"/>
            <a:ext cx="4030533" cy="400110"/>
          </a:xfrm>
          <a:prstGeom prst="rect">
            <a:avLst/>
          </a:prstGeom>
          <a:solidFill>
            <a:schemeClr val="bg1"/>
          </a:solidFill>
          <a:ln w="12700">
            <a:solidFill>
              <a:schemeClr val="tx1">
                <a:lumMod val="50000"/>
                <a:lumOff val="50000"/>
              </a:schemeClr>
            </a:solidFill>
          </a:ln>
          <a:effectLst>
            <a:outerShdw blurRad="50800" dist="38100" dir="2700000" algn="tl" rotWithShape="0">
              <a:prstClr val="black">
                <a:alpha val="40000"/>
              </a:prstClr>
            </a:outerShdw>
          </a:effectLst>
        </p:spPr>
        <p:txBody>
          <a:bodyPr wrap="square" rtlCol="0" anchor="ctr" anchorCtr="0">
            <a:spAutoFit/>
          </a:bodyPr>
          <a:lstStyle/>
          <a:p>
            <a:pPr algn="ctr"/>
            <a:r>
              <a:rPr lang="zh-TW" altLang="en-US" sz="2000">
                <a:solidFill>
                  <a:srgbClr val="C00000"/>
                </a:solidFill>
                <a:latin typeface="Arial" panose="020B0604020202020204" pitchFamily="34" charset="0"/>
                <a:ea typeface="微軟正黑體" panose="020B0604030504040204" pitchFamily="34" charset="-120"/>
              </a:rPr>
              <a:t>參考欄位可輸入最多</a:t>
            </a:r>
            <a:r>
              <a:rPr lang="en-US" altLang="zh-TW" sz="2000" b="1">
                <a:solidFill>
                  <a:srgbClr val="C00000"/>
                </a:solidFill>
                <a:latin typeface="Arial" panose="020B0604020202020204" pitchFamily="34" charset="0"/>
                <a:ea typeface="微軟正黑體" panose="020B0604030504040204" pitchFamily="34" charset="-120"/>
              </a:rPr>
              <a:t>16</a:t>
            </a:r>
            <a:r>
              <a:rPr lang="zh-TW" altLang="en-US" sz="2000" b="1">
                <a:solidFill>
                  <a:srgbClr val="C00000"/>
                </a:solidFill>
                <a:latin typeface="Arial" panose="020B0604020202020204" pitchFamily="34" charset="0"/>
                <a:ea typeface="微軟正黑體" panose="020B0604030504040204" pitchFamily="34" charset="-120"/>
              </a:rPr>
              <a:t>碼</a:t>
            </a:r>
            <a:r>
              <a:rPr lang="zh-TW" altLang="en-US" sz="2000">
                <a:solidFill>
                  <a:srgbClr val="C00000"/>
                </a:solidFill>
                <a:latin typeface="Arial" panose="020B0604020202020204" pitchFamily="34" charset="0"/>
                <a:ea typeface="微軟正黑體" panose="020B0604030504040204" pitchFamily="34" charset="-120"/>
              </a:rPr>
              <a:t>的文字</a:t>
            </a:r>
            <a:endParaRPr lang="en-US" altLang="zh-TW" sz="2000">
              <a:solidFill>
                <a:srgbClr val="C00000"/>
              </a:solidFill>
              <a:latin typeface="Arial" panose="020B0604020202020204" pitchFamily="34" charset="0"/>
              <a:ea typeface="微軟正黑體" panose="020B0604030504040204" pitchFamily="34" charset="-120"/>
            </a:endParaRPr>
          </a:p>
        </p:txBody>
      </p:sp>
      <p:cxnSp>
        <p:nvCxnSpPr>
          <p:cNvPr id="15" name="直線接點 14">
            <a:extLst>
              <a:ext uri="{FF2B5EF4-FFF2-40B4-BE49-F238E27FC236}">
                <a16:creationId xmlns:a16="http://schemas.microsoft.com/office/drawing/2014/main" id="{F7C0C6ED-96C3-C6A1-7A73-F1E8C88F9C80}"/>
              </a:ext>
            </a:extLst>
          </p:cNvPr>
          <p:cNvCxnSpPr>
            <a:cxnSpLocks/>
          </p:cNvCxnSpPr>
          <p:nvPr/>
        </p:nvCxnSpPr>
        <p:spPr>
          <a:xfrm flipH="1">
            <a:off x="5897806" y="6667008"/>
            <a:ext cx="396000" cy="504000"/>
          </a:xfrm>
          <a:prstGeom prst="line">
            <a:avLst/>
          </a:prstGeom>
          <a:ln w="19050">
            <a:solidFill>
              <a:schemeClr val="bg2">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矩形: 圓角 15">
            <a:extLst>
              <a:ext uri="{FF2B5EF4-FFF2-40B4-BE49-F238E27FC236}">
                <a16:creationId xmlns:a16="http://schemas.microsoft.com/office/drawing/2014/main" id="{E0A06DB5-C5B3-3A0E-4E29-927ABD758CED}"/>
              </a:ext>
            </a:extLst>
          </p:cNvPr>
          <p:cNvSpPr/>
          <p:nvPr/>
        </p:nvSpPr>
        <p:spPr>
          <a:xfrm>
            <a:off x="5243980" y="6331597"/>
            <a:ext cx="2772260" cy="396000"/>
          </a:xfrm>
          <a:prstGeom prst="roundRect">
            <a:avLst/>
          </a:prstGeom>
          <a:noFill/>
          <a:ln w="31750">
            <a:solidFill>
              <a:srgbClr val="C40A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a:extLst>
              <a:ext uri="{FF2B5EF4-FFF2-40B4-BE49-F238E27FC236}">
                <a16:creationId xmlns:a16="http://schemas.microsoft.com/office/drawing/2014/main" id="{5D739274-E7DE-D615-DC76-B84D86ABB93E}"/>
              </a:ext>
            </a:extLst>
          </p:cNvPr>
          <p:cNvSpPr txBox="1"/>
          <p:nvPr/>
        </p:nvSpPr>
        <p:spPr>
          <a:xfrm>
            <a:off x="9203690" y="8528869"/>
            <a:ext cx="4030533" cy="400110"/>
          </a:xfrm>
          <a:prstGeom prst="rect">
            <a:avLst/>
          </a:prstGeom>
          <a:solidFill>
            <a:schemeClr val="bg1"/>
          </a:solidFill>
          <a:ln w="12700">
            <a:solidFill>
              <a:schemeClr val="tx1">
                <a:lumMod val="50000"/>
                <a:lumOff val="50000"/>
              </a:schemeClr>
            </a:solidFill>
          </a:ln>
          <a:effectLst>
            <a:outerShdw blurRad="50800" dist="38100" dir="2700000" algn="tl" rotWithShape="0">
              <a:prstClr val="black">
                <a:alpha val="40000"/>
              </a:prstClr>
            </a:outerShdw>
          </a:effectLst>
        </p:spPr>
        <p:txBody>
          <a:bodyPr wrap="square" rtlCol="0" anchor="ctr" anchorCtr="0">
            <a:spAutoFit/>
          </a:bodyPr>
          <a:lstStyle/>
          <a:p>
            <a:pPr algn="ctr"/>
            <a:r>
              <a:rPr lang="zh-TW" altLang="en-US" sz="2000">
                <a:solidFill>
                  <a:srgbClr val="C00000"/>
                </a:solidFill>
                <a:latin typeface="Arial" panose="020B0604020202020204" pitchFamily="34" charset="0"/>
                <a:ea typeface="微軟正黑體" panose="020B0604030504040204" pitchFamily="34" charset="-120"/>
              </a:rPr>
              <a:t>表頭內文可輸入最多</a:t>
            </a:r>
            <a:r>
              <a:rPr lang="en-US" altLang="zh-TW" sz="2000" b="1">
                <a:solidFill>
                  <a:srgbClr val="C00000"/>
                </a:solidFill>
                <a:latin typeface="Arial" panose="020B0604020202020204" pitchFamily="34" charset="0"/>
                <a:ea typeface="微軟正黑體" panose="020B0604030504040204" pitchFamily="34" charset="-120"/>
              </a:rPr>
              <a:t>25</a:t>
            </a:r>
            <a:r>
              <a:rPr lang="zh-TW" altLang="en-US" sz="2000" b="1">
                <a:solidFill>
                  <a:srgbClr val="C00000"/>
                </a:solidFill>
                <a:latin typeface="Arial" panose="020B0604020202020204" pitchFamily="34" charset="0"/>
                <a:ea typeface="微軟正黑體" panose="020B0604030504040204" pitchFamily="34" charset="-120"/>
              </a:rPr>
              <a:t>碼</a:t>
            </a:r>
            <a:r>
              <a:rPr lang="zh-TW" altLang="en-US" sz="2000">
                <a:solidFill>
                  <a:srgbClr val="C00000"/>
                </a:solidFill>
                <a:latin typeface="Arial" panose="020B0604020202020204" pitchFamily="34" charset="0"/>
                <a:ea typeface="微軟正黑體" panose="020B0604030504040204" pitchFamily="34" charset="-120"/>
              </a:rPr>
              <a:t>的文字</a:t>
            </a:r>
            <a:endParaRPr lang="en-US" altLang="zh-TW" sz="2000">
              <a:solidFill>
                <a:srgbClr val="C00000"/>
              </a:solidFill>
              <a:latin typeface="Arial" panose="020B0604020202020204" pitchFamily="34" charset="0"/>
              <a:ea typeface="微軟正黑體" panose="020B0604030504040204" pitchFamily="34" charset="-120"/>
            </a:endParaRPr>
          </a:p>
        </p:txBody>
      </p:sp>
      <p:cxnSp>
        <p:nvCxnSpPr>
          <p:cNvPr id="20" name="直線接點 19">
            <a:extLst>
              <a:ext uri="{FF2B5EF4-FFF2-40B4-BE49-F238E27FC236}">
                <a16:creationId xmlns:a16="http://schemas.microsoft.com/office/drawing/2014/main" id="{BA148273-8C66-13CE-32E9-126D5D6D77BB}"/>
              </a:ext>
            </a:extLst>
          </p:cNvPr>
          <p:cNvCxnSpPr>
            <a:cxnSpLocks/>
          </p:cNvCxnSpPr>
          <p:nvPr/>
        </p:nvCxnSpPr>
        <p:spPr>
          <a:xfrm flipH="1">
            <a:off x="11125724" y="8080668"/>
            <a:ext cx="396000" cy="504000"/>
          </a:xfrm>
          <a:prstGeom prst="line">
            <a:avLst/>
          </a:prstGeom>
          <a:ln w="19050">
            <a:solidFill>
              <a:schemeClr val="bg2">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矩形: 圓角 20">
            <a:extLst>
              <a:ext uri="{FF2B5EF4-FFF2-40B4-BE49-F238E27FC236}">
                <a16:creationId xmlns:a16="http://schemas.microsoft.com/office/drawing/2014/main" id="{3FF76598-B1FC-6D95-E2F2-D2779F24E91F}"/>
              </a:ext>
            </a:extLst>
          </p:cNvPr>
          <p:cNvSpPr/>
          <p:nvPr/>
        </p:nvSpPr>
        <p:spPr>
          <a:xfrm>
            <a:off x="9547340" y="7755734"/>
            <a:ext cx="4176280" cy="396000"/>
          </a:xfrm>
          <a:prstGeom prst="roundRect">
            <a:avLst/>
          </a:prstGeom>
          <a:noFill/>
          <a:ln w="31750">
            <a:solidFill>
              <a:srgbClr val="C40A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991466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3018023"/>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WT">
      <a:majorFont>
        <a:latin typeface="Arial"/>
        <a:ea typeface="微軟正黑體"/>
        <a:cs typeface=""/>
      </a:majorFont>
      <a:minorFont>
        <a:latin typeface="Arial"/>
        <a:ea typeface="微軟正黑體"/>
        <a:cs typeface=""/>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37DD3B478A13543BC5E14562D76506E" ma:contentTypeVersion="11" ma:contentTypeDescription="Create a new document." ma:contentTypeScope="" ma:versionID="b7967354a6d769da73bb6e4f66cacfb0">
  <xsd:schema xmlns:xsd="http://www.w3.org/2001/XMLSchema" xmlns:xs="http://www.w3.org/2001/XMLSchema" xmlns:p="http://schemas.microsoft.com/office/2006/metadata/properties" xmlns:ns2="17ee79c5-b0e9-46d6-93b8-520cc2195388" xmlns:ns3="dce7d452-d20f-4fe5-8b1a-e2db70db6dbc" targetNamespace="http://schemas.microsoft.com/office/2006/metadata/properties" ma:root="true" ma:fieldsID="8581a90cae577fd1fce42ba74aa48be9" ns2:_="" ns3:_="">
    <xsd:import namespace="17ee79c5-b0e9-46d6-93b8-520cc2195388"/>
    <xsd:import namespace="dce7d452-d20f-4fe5-8b1a-e2db70db6d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ee79c5-b0e9-46d6-93b8-520cc21953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69ee6ddd-3533-4e5d-9f9a-d2e5a703640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ce7d452-d20f-4fe5-8b1a-e2db70db6dbc"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61697c4e-9eda-468d-a832-6b10a9f7df30}" ma:internalName="TaxCatchAll" ma:showField="CatchAllData" ma:web="dce7d452-d20f-4fe5-8b1a-e2db70db6d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dce7d452-d20f-4fe5-8b1a-e2db70db6dbc" xsi:nil="true"/>
    <lcf76f155ced4ddcb4097134ff3c332f xmlns="17ee79c5-b0e9-46d6-93b8-520cc21953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9D89A65-82AB-4CE4-9793-204EA1C1EF25}">
  <ds:schemaRefs>
    <ds:schemaRef ds:uri="http://schemas.microsoft.com/sharepoint/v3/contenttype/forms"/>
  </ds:schemaRefs>
</ds:datastoreItem>
</file>

<file path=customXml/itemProps2.xml><?xml version="1.0" encoding="utf-8"?>
<ds:datastoreItem xmlns:ds="http://schemas.openxmlformats.org/officeDocument/2006/customXml" ds:itemID="{208B869E-6C97-4D85-8589-00DCE189A4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ee79c5-b0e9-46d6-93b8-520cc2195388"/>
    <ds:schemaRef ds:uri="dce7d452-d20f-4fe5-8b1a-e2db70db6d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0ACFC0-1EDC-49C4-9278-C59919C616E0}">
  <ds:schemaRefs>
    <ds:schemaRef ds:uri="http://purl.org/dc/elements/1.1/"/>
    <ds:schemaRef ds:uri="17ee79c5-b0e9-46d6-93b8-520cc2195388"/>
    <ds:schemaRef ds:uri="http://purl.org/dc/dcmitype/"/>
    <ds:schemaRef ds:uri="dce7d452-d20f-4fe5-8b1a-e2db70db6dbc"/>
    <ds:schemaRef ds:uri="http://schemas.openxmlformats.org/package/2006/metadata/core-properties"/>
    <ds:schemaRef ds:uri="http://schemas.microsoft.com/office/2006/documentManagement/types"/>
    <ds:schemaRef ds:uri="http://schemas.microsoft.com/office/2006/metadata/properties"/>
    <ds:schemaRef ds:uri="http://schemas.microsoft.com/office/infopath/2007/PartnerControl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4566</TotalTime>
  <Words>2723</Words>
  <Application>Microsoft Office PowerPoint</Application>
  <PresentationFormat>自訂</PresentationFormat>
  <Paragraphs>861</Paragraphs>
  <Slides>16</Slides>
  <Notes>4</Notes>
  <HiddenSlides>1</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16</vt:i4>
      </vt:variant>
    </vt:vector>
  </HeadingPairs>
  <TitlesOfParts>
    <vt:vector size="24" baseType="lpstr">
      <vt:lpstr>微軟正黑體</vt:lpstr>
      <vt:lpstr>微軟正黑體</vt:lpstr>
      <vt:lpstr>新細明體</vt:lpstr>
      <vt:lpstr>Arial</vt:lpstr>
      <vt:lpstr>Calibri</vt:lpstr>
      <vt:lpstr>Trebuchet MS</vt:lpstr>
      <vt:lpstr>Wingdings</vt:lpstr>
      <vt:lpstr>Office 2013 - 2022 Theme</vt:lpstr>
      <vt:lpstr>PowerPoint 簡報</vt:lpstr>
      <vt:lpstr>MM-MA-0020：供應商主檔架構 </vt:lpstr>
      <vt:lpstr>MM-PU-0010 詢報價更新價格主檔流程 (簡圖) </vt:lpstr>
      <vt:lpstr>詢報價單文件類型</vt:lpstr>
      <vt:lpstr>採購單據－核發策略（簽核）與代碼說明</vt:lpstr>
      <vt:lpstr>請購單文件類型</vt:lpstr>
      <vt:lpstr>採購單文件類型</vt:lpstr>
      <vt:lpstr>請購單 to 採購單</vt:lpstr>
      <vt:lpstr>PowerPoint 簡報</vt:lpstr>
      <vt:lpstr>採購流程</vt:lpstr>
      <vt:lpstr>發票驗證 - 交易類型</vt:lpstr>
      <vt:lpstr>採購預付流程</vt:lpstr>
      <vt:lpstr>PowerPoint 簡報</vt:lpstr>
      <vt:lpstr>付款條件扣款（全額發票）</vt:lpstr>
      <vt:lpstr>ISSUE LOG 39：中國區發票號超過系統預設欄位</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Yaping</cp:lastModifiedBy>
  <cp:revision>3</cp:revision>
  <dcterms:created xsi:type="dcterms:W3CDTF">2023-05-31T01:27:04Z</dcterms:created>
  <dcterms:modified xsi:type="dcterms:W3CDTF">2025-12-03T16:05:19Z</dcterms:modified>
</cp:coreProperties>
</file>

<file path=docProps/custom.xml><?xml version="1.0" encoding="utf-8"?>
<op:Properties xmlns:vt="http://schemas.openxmlformats.org/officeDocument/2006/docPropsVTypes" xmlns:op="http://schemas.openxmlformats.org/officeDocument/2006/custom-properties">
  <op:property fmtid="{D5CDD505-2E9C-101B-9397-08002B2CF9AE}" pid="2" name="ContentTypeId">
    <vt:lpwstr>0x010100737DD3B478A13543BC5E14562D76506E</vt:lpwstr>
  </op:property>
  <op:property fmtid="{D5CDD505-2E9C-101B-9397-08002B2CF9AE}" pid="3" name="MediaServiceImageTags">
    <vt:lpwstr/>
  </op:property>
  <op:property fmtid="{D5CDD505-2E9C-101B-9397-08002B2CF9AE}" pid="4" name="_IPGFID">
    <vt:lpwstr>[DocID]=AD0039BD-D25B-4B33-AFE6-EC116F0B8229</vt:lpwstr>
  </op:property>
  <op:property fmtid="{D5CDD505-2E9C-101B-9397-08002B2CF9AE}" pid="5" name="_IPGFLOW_P-DAED_E-0_CV-88520CEC_CN-DFA24F97">
    <vt:lpwstr>DPFPMK|3|50|1|0</vt:lpwstr>
  </op:property>
  <op:property fmtid="{D5CDD505-2E9C-101B-9397-08002B2CF9AE}" pid="6" name="_IPGFLOW_P-DAED_E-1_FP-1_SP-1_CV-987724CB_CN-D697D592">
    <vt:lpwstr>Jusm+g0A+9OUwh3PEu9Dgr7f5b5ReSoaEQ2DFjUalQWqqw3+g1sHwKTqbty13G9p45BwUsOF4ZnqUwLBp3utblYf3aXqc6ETG+ey+Aime77benHIG5HEtjY2UgmCoB+4L3Zb8S2+sx/apyeTxSgHQrAkk+aJQrr5clbC8Kk0utg/sVP3SOrRSnI8bwKxqINPwDqYO6kslwnUN5JFdTBuS8uWvpddXNztK3Mesz5jd42dD7PV/mbHCT624O7eZyr</vt:lpwstr>
  </op:property>
  <op:property fmtid="{D5CDD505-2E9C-101B-9397-08002B2CF9AE}" pid="7" name="_IPGFLOW_P-DAED_E-1_FP-1_SP-2_CV-F0EB8711_CN-E3E4D2BD">
    <vt:lpwstr>a2qEEcVgAMow/UGxD5lS8smD7Acz+0aBdq40MjeAOSAOFVAWlFpP0K96W/1X+MH6ZP+oLtuWAkb8GIjnzweZ26w7DD/GLPEgt33QJXptjrjoXDd/feouq+CteWkmVRXopJMtgY1P5rycZDywrXPOKtg==</vt:lpwstr>
  </op:property>
  <op:property fmtid="{D5CDD505-2E9C-101B-9397-08002B2CF9AE}" pid="8" name="_IPGFLOW_P-DAED_E-0_FP-1_CV-FB4CA461_CN-F6FCC7EE">
    <vt:lpwstr>DPSPMK|3|408|2|0</vt:lpwstr>
  </op:property>
</op:Properties>
</file>