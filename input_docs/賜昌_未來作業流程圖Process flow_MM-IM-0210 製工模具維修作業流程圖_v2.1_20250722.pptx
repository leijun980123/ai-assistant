
<file path=[Content_Types].xml><?xml version="1.0" encoding="utf-8"?>
<Types xmlns="http://schemas.openxmlformats.org/package/2006/content-types">
  <Override PartName="/ppt/slideMasters/slideMaster3.xml" ContentType="application/vnd.openxmlformats-officedocument.presentationml.slideMaster+xml"/>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Layouts/slideLayout39.xml" ContentType="application/vnd.openxmlformats-officedocument.presentationml.slideLayout+xml"/>
  <Override PartName="/ppt/slideLayouts/slideLayout48.xml" ContentType="application/vnd.openxmlformats-officedocument.presentationml.slideLayout+xml"/>
  <Override PartName="/ppt/slideLayouts/slideLayout57.xml" ContentType="application/vnd.openxmlformats-officedocument.presentationml.slideLayout+xml"/>
  <Override PartName="/ppt/theme/theme5.xml" ContentType="application/vnd.openxmlformats-officedocument.theme+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28.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slideLayouts/slideLayout46.xml" ContentType="application/vnd.openxmlformats-officedocument.presentationml.slideLayout+xml"/>
  <Override PartName="/ppt/slideLayouts/slideLayout55.xml" ContentType="application/vnd.openxmlformats-officedocument.presentationml.slideLayout+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15.xml" ContentType="application/vnd.openxmlformats-officedocument.presentationml.slideLayout+xml"/>
  <Override PartName="/ppt/slideLayouts/slideLayout26.xml" ContentType="application/vnd.openxmlformats-officedocument.presentationml.slideLayout+xml"/>
  <Override PartName="/ppt/slideLayouts/slideLayout35.xml" ContentType="application/vnd.openxmlformats-officedocument.presentationml.slideLayout+xml"/>
  <Override PartName="/ppt/slideLayouts/slideLayout44.xml" ContentType="application/vnd.openxmlformats-officedocument.presentationml.slideLayout+xml"/>
  <Override PartName="/ppt/slideLayouts/slideLayout53.xml" ContentType="application/vnd.openxmlformats-officedocument.presentationml.slideLayout+xml"/>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slideLayouts/slideLayout13.xml" ContentType="application/vnd.openxmlformats-officedocument.presentationml.slideLayout+xml"/>
  <Override PartName="/ppt/slideLayouts/slideLayout22.xml" ContentType="application/vnd.openxmlformats-officedocument.presentationml.slideLayout+xml"/>
  <Override PartName="/ppt/slideLayouts/slideLayout24.xml" ContentType="application/vnd.openxmlformats-officedocument.presentationml.slideLayout+xml"/>
  <Override PartName="/ppt/slideLayouts/slideLayout33.xml" ContentType="application/vnd.openxmlformats-officedocument.presentationml.slideLayout+xml"/>
  <Override PartName="/ppt/slideLayouts/slideLayout42.xml" ContentType="application/vnd.openxmlformats-officedocument.presentationml.slideLayout+xml"/>
  <Override PartName="/ppt/slideLayouts/slideLayout51.xml" ContentType="application/vnd.openxmlformats-officedocument.presentationml.slideLayout+xml"/>
  <Override PartName="/ppt/slideLayouts/slideLayout60.xml" ContentType="application/vnd.openxmlformats-officedocument.presentationml.slideLayout+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20.xml" ContentType="application/vnd.openxmlformats-officedocument.presentationml.slideLayout+xml"/>
  <Override PartName="/ppt/slideLayouts/slideLayout31.xml" ContentType="application/vnd.openxmlformats-officedocument.presentationml.slideLayout+xml"/>
  <Override PartName="/ppt/slideLayouts/slideLayout40.xml" ContentType="application/vnd.openxmlformats-officedocument.presentationml.slideLayout+xml"/>
  <Override PartName="/docProps/custom.xml" ContentType="application/vnd.openxmlformats-officedocument.custom-properties+xml"/>
  <Override PartName="/ppt/slideMasters/slideMaster4.xml" ContentType="application/vnd.openxmlformats-officedocument.presentationml.slideMaster+xml"/>
  <Override PartName="/ppt/viewProps.xml" ContentType="application/vnd.openxmlformats-officedocument.presentationml.viewProps+xml"/>
  <Override PartName="/ppt/slideLayouts/slideLayout9.xml" ContentType="application/vnd.openxmlformats-officedocument.presentationml.slideLayout+xml"/>
  <Override PartName="/ppt/theme/theme6.xml" ContentType="application/vnd.openxmlformats-officedocument.theme+xml"/>
  <Override PartName="/ppt/slideMasters/slideMaster2.xml" ContentType="application/vnd.openxmlformats-officedocument.presentationml.slideMaster+xml"/>
  <Override PartName="/ppt/slides/slide5.xml" ContentType="application/vnd.openxmlformats-officedocument.presentationml.slide+xml"/>
  <Override PartName="/ppt/slideLayouts/slideLayout7.xml" ContentType="application/vnd.openxmlformats-officedocument.presentationml.slideLayout+xml"/>
  <Override PartName="/ppt/slideLayouts/slideLayout29.xml" ContentType="application/vnd.openxmlformats-officedocument.presentationml.slideLayout+xml"/>
  <Default Extension="png" ContentType="image/png"/>
  <Override PartName="/ppt/slideLayouts/slideLayout38.xml" ContentType="application/vnd.openxmlformats-officedocument.presentationml.slideLayout+xml"/>
  <Override PartName="/ppt/slideLayouts/slideLayout49.xml" ContentType="application/vnd.openxmlformats-officedocument.presentationml.slideLayout+xml"/>
  <Override PartName="/ppt/theme/theme4.xml" ContentType="application/vnd.openxmlformats-officedocument.theme+xml"/>
  <Override PartName="/ppt/slideLayouts/slideLayout58.xml" ContentType="application/vnd.openxmlformats-officedocument.presentationml.slideLayout+xml"/>
  <Override PartName="/ppt/notesSlides/notesSlide1.xml" ContentType="application/vnd.openxmlformats-officedocument.presentationml.notesSlide+xml"/>
  <Override PartName="/ppt/slides/slide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27.xml" ContentType="application/vnd.openxmlformats-officedocument.presentationml.slideLayout+xml"/>
  <Override PartName="/ppt/slideLayouts/slideLayout36.xml" ContentType="application/vnd.openxmlformats-officedocument.presentationml.slideLayout+xml"/>
  <Override PartName="/ppt/slideLayouts/slideLayout45.xml" ContentType="application/vnd.openxmlformats-officedocument.presentationml.slideLayout+xml"/>
  <Override PartName="/ppt/slideLayouts/slideLayout47.xml" ContentType="application/vnd.openxmlformats-officedocument.presentationml.slideLayout+xml"/>
  <Override PartName="/ppt/slideLayouts/slideLayout56.xml" ContentType="application/vnd.openxmlformats-officedocument.presentationml.slideLayout+xml"/>
  <Override PartName="/ppt/slides/slide1.xml" ContentType="application/vnd.openxmlformats-officedocument.presentationml.slide+xml"/>
  <Override PartName="/ppt/slideLayouts/slideLayout3.xml" ContentType="application/vnd.openxmlformats-officedocument.presentationml.slideLayout+xml"/>
  <Default Extension="jpeg" ContentType="image/jpeg"/>
  <Override PartName="/ppt/slideLayouts/slideLayout16.xml" ContentType="application/vnd.openxmlformats-officedocument.presentationml.slideLayout+xml"/>
  <Override PartName="/ppt/slideLayouts/slideLayout25.xml" ContentType="application/vnd.openxmlformats-officedocument.presentationml.slideLayout+xml"/>
  <Override PartName="/ppt/slideLayouts/slideLayout34.xml" ContentType="application/vnd.openxmlformats-officedocument.presentationml.slideLayout+xml"/>
  <Override PartName="/ppt/slideLayouts/slideLayout43.xml" ContentType="application/vnd.openxmlformats-officedocument.presentationml.slideLayout+xml"/>
  <Override PartName="/ppt/slideLayouts/slideLayout54.xml" ContentType="application/vnd.openxmlformats-officedocument.presentationml.slideLayout+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4.xml" ContentType="application/vnd.openxmlformats-officedocument.presentationml.slideLayout+xml"/>
  <Override PartName="/ppt/slideLayouts/slideLayout23.xml" ContentType="application/vnd.openxmlformats-officedocument.presentationml.slideLayout+xml"/>
  <Override PartName="/ppt/slideLayouts/slideLayout32.xml" ContentType="application/vnd.openxmlformats-officedocument.presentationml.slideLayout+xml"/>
  <Override PartName="/ppt/slideLayouts/slideLayout41.xml" ContentType="application/vnd.openxmlformats-officedocument.presentationml.slideLayout+xml"/>
  <Override PartName="/ppt/slideLayouts/slideLayout52.xml" ContentType="application/vnd.openxmlformats-officedocument.presentationml.slideLayout+xml"/>
  <Override PartName="/ppt/slideLayouts/slideLayout61.xml" ContentType="application/vnd.openxmlformats-officedocument.presentationml.slideLayout+xml"/>
  <Override PartName="/docProps/app.xml" ContentType="application/vnd.openxmlformats-officedocument.extended-properties+xml"/>
  <Override PartName="/ppt/slideLayouts/slideLayout12.xml" ContentType="application/vnd.openxmlformats-officedocument.presentationml.slideLayout+xml"/>
  <Override PartName="/ppt/slideLayouts/slideLayout21.xml" ContentType="application/vnd.openxmlformats-officedocument.presentationml.slideLayout+xml"/>
  <Override PartName="/ppt/slideLayouts/slideLayout30.xml" ContentType="application/vnd.openxmlformats-officedocument.presentationml.slideLayout+xml"/>
  <Override PartName="/ppt/slideLayouts/slideLayout50.xml" ContentType="application/vnd.openxmlformats-officedocument.presentationml.slideLayout+xml"/>
  <Override PartName="/ppt/slideLayouts/slideLayout10.xml" ContentType="application/vnd.openxmlformats-officedocument.presentationml.slideLayout+xml"/>
  <Override PartName="/ppt/slideMasters/slideMaster5.xml" ContentType="application/vnd.openxmlformats-officedocument.presentationml.slideMaster+xml"/>
  <Override PartName="/ppt/slideLayouts/slideLayout5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39" r:id="rId1"/>
    <p:sldMasterId id="2147483921" r:id="rId2"/>
    <p:sldMasterId id="2147484103" r:id="rId3"/>
    <p:sldMasterId id="2147484285" r:id="rId4"/>
    <p:sldMasterId id="2147484467" r:id="rId5"/>
  </p:sldMasterIdLst>
  <p:notesMasterIdLst>
    <p:notesMasterId r:id="rId12"/>
  </p:notesMasterIdLst>
  <p:sldIdLst>
    <p:sldId id="256" r:id="rId6"/>
    <p:sldId id="257" r:id="rId7"/>
    <p:sldId id="258" r:id="rId8"/>
    <p:sldId id="278" r:id="rId9"/>
    <p:sldId id="263" r:id="rId10"/>
    <p:sldId id="264" r:id="rId11"/>
  </p:sldIdLst>
  <p:sldSz cx="18288000" cy="10288588"/>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showPr>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3" autoAdjust="0"/>
    <p:restoredTop sz="94688" autoAdjust="0"/>
  </p:normalViewPr>
  <p:slideViewPr>
    <p:cSldViewPr>
      <p:cViewPr>
        <p:scale>
          <a:sx n="60" d="100"/>
          <a:sy n="60" d="100"/>
        </p:scale>
        <p:origin x="728" y="-60"/>
      </p:cViewPr>
      <p:guideLst>
        <p:guide orient="horz" pos="3240"/>
        <p:guide pos="5760"/>
      </p:guideLst>
    </p:cSldViewPr>
  </p:slideViewPr>
  <p:outlineViewPr>
    <p:cViewPr>
      <p:scale>
        <a:sx n="33" d="100"/>
        <a:sy n="33" d="100"/>
      </p:scale>
      <p:origin x="0" y="0"/>
    </p:cViewPr>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presProps" Target="presProps.xml"/><Relationship Id="rId3" Type="http://schemas.openxmlformats.org/officeDocument/2006/relationships/slideMaster" Target="slideMasters/slideMaster3.xml"/><Relationship Id="rId7" Type="http://schemas.openxmlformats.org/officeDocument/2006/relationships/slide" Target="slides/slide2.xml"/><Relationship Id="rId12"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5.xml"/><Relationship Id="rId15" Type="http://schemas.openxmlformats.org/officeDocument/2006/relationships/theme" Target="theme/theme1.xml"/><Relationship Id="rId10" Type="http://schemas.openxmlformats.org/officeDocument/2006/relationships/slide" Target="slides/slide5.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850"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pPr algn="ctr"/>
            <a:r>
              <a:rPr lang="zh-TW" sz="4400" b="0" strike="noStrike" spc="-1">
                <a:solidFill>
                  <a:srgbClr val="000000"/>
                </a:solidFill>
                <a:latin typeface="Calibri"/>
              </a:rPr>
              <a:t>請按這裡移動投影片</a:t>
            </a:r>
            <a:endParaRPr lang="en-US" sz="4400" b="0" strike="noStrike" spc="-1">
              <a:solidFill>
                <a:srgbClr val="000000"/>
              </a:solidFill>
              <a:latin typeface="Calibri"/>
            </a:endParaRPr>
          </a:p>
        </p:txBody>
      </p:sp>
      <p:sp>
        <p:nvSpPr>
          <p:cNvPr id="2851"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marL="216000" indent="0">
              <a:buNone/>
            </a:pPr>
            <a:r>
              <a:rPr lang="zh-TW" sz="2000" b="0" strike="noStrike" spc="-1">
                <a:solidFill>
                  <a:srgbClr val="000000"/>
                </a:solidFill>
                <a:latin typeface="Calibri"/>
              </a:rPr>
              <a:t>請按這裡編輯備註格式</a:t>
            </a:r>
            <a:endParaRPr lang="en-US" sz="2000" b="0" strike="noStrike" spc="-1">
              <a:solidFill>
                <a:srgbClr val="000000"/>
              </a:solidFill>
              <a:latin typeface="Calibri"/>
            </a:endParaRPr>
          </a:p>
        </p:txBody>
      </p:sp>
      <p:sp>
        <p:nvSpPr>
          <p:cNvPr id="2852"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US" sz="1400" b="0" strike="noStrike" spc="-1">
                <a:solidFill>
                  <a:srgbClr val="000000"/>
                </a:solidFill>
                <a:latin typeface="Calibri"/>
              </a:rPr>
              <a:t>&lt;頁首&gt;</a:t>
            </a:r>
          </a:p>
        </p:txBody>
      </p:sp>
      <p:sp>
        <p:nvSpPr>
          <p:cNvPr id="2853" name="PlaceHolder 4"/>
          <p:cNvSpPr>
            <a:spLocks noGrp="1"/>
          </p:cNvSpPr>
          <p:nvPr>
            <p:ph type="dt" idx="25"/>
          </p:nvPr>
        </p:nvSpPr>
        <p:spPr>
          <a:xfrm>
            <a:off x="4278960" y="0"/>
            <a:ext cx="3280680" cy="534240"/>
          </a:xfrm>
          <a:prstGeom prst="rect">
            <a:avLst/>
          </a:prstGeom>
          <a:noFill/>
          <a:ln w="0">
            <a:noFill/>
          </a:ln>
        </p:spPr>
        <p:txBody>
          <a:bodyPr lIns="0" tIns="0" rIns="0" bIns="0" anchor="t">
            <a:noAutofit/>
          </a:bodyPr>
          <a:lstStyle>
            <a:lvl1pPr indent="0" algn="r">
              <a:buNone/>
              <a:defRPr lang="en-US" sz="1400" b="0" strike="noStrike" spc="-1">
                <a:solidFill>
                  <a:srgbClr val="000000"/>
                </a:solidFill>
                <a:latin typeface="Calibri"/>
              </a:defRPr>
            </a:lvl1pPr>
          </a:lstStyle>
          <a:p>
            <a:pPr indent="0" algn="r">
              <a:buNone/>
            </a:pPr>
            <a:r>
              <a:rPr lang="en-US" sz="1400" b="0" strike="noStrike" spc="-1">
                <a:solidFill>
                  <a:srgbClr val="000000"/>
                </a:solidFill>
                <a:latin typeface="Calibri"/>
              </a:rPr>
              <a:t>&lt;日期/時間&gt;</a:t>
            </a:r>
          </a:p>
        </p:txBody>
      </p:sp>
      <p:sp>
        <p:nvSpPr>
          <p:cNvPr id="2854" name="PlaceHolder 5"/>
          <p:cNvSpPr>
            <a:spLocks noGrp="1"/>
          </p:cNvSpPr>
          <p:nvPr>
            <p:ph type="ftr" idx="26"/>
          </p:nvPr>
        </p:nvSpPr>
        <p:spPr>
          <a:xfrm>
            <a:off x="0" y="10157400"/>
            <a:ext cx="3280680" cy="534240"/>
          </a:xfrm>
          <a:prstGeom prst="rect">
            <a:avLst/>
          </a:prstGeom>
          <a:noFill/>
          <a:ln w="0">
            <a:noFill/>
          </a:ln>
        </p:spPr>
        <p:txBody>
          <a:bodyPr lIns="0" tIns="0" rIns="0" bIns="0" anchor="b">
            <a:noAutofit/>
          </a:bodyPr>
          <a:lstStyle>
            <a:lvl1pPr indent="0">
              <a:buNone/>
              <a:defRPr lang="en-US" sz="1400" b="0" strike="noStrike" spc="-1">
                <a:solidFill>
                  <a:srgbClr val="000000"/>
                </a:solidFill>
                <a:latin typeface="Calibri"/>
              </a:defRPr>
            </a:lvl1pPr>
          </a:lstStyle>
          <a:p>
            <a:pPr indent="0">
              <a:buNone/>
            </a:pPr>
            <a:r>
              <a:rPr lang="en-US" sz="1400" b="0" strike="noStrike" spc="-1">
                <a:solidFill>
                  <a:srgbClr val="000000"/>
                </a:solidFill>
                <a:latin typeface="Calibri"/>
              </a:rPr>
              <a:t>&lt;頁尾&gt;</a:t>
            </a:r>
          </a:p>
        </p:txBody>
      </p:sp>
      <p:sp>
        <p:nvSpPr>
          <p:cNvPr id="2855" name="PlaceHolder 6"/>
          <p:cNvSpPr>
            <a:spLocks noGrp="1"/>
          </p:cNvSpPr>
          <p:nvPr>
            <p:ph type="sldNum" idx="27"/>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strike="noStrike" spc="-1">
                <a:solidFill>
                  <a:srgbClr val="000000"/>
                </a:solidFill>
                <a:latin typeface="Calibri"/>
              </a:defRPr>
            </a:lvl1pPr>
          </a:lstStyle>
          <a:p>
            <a:pPr indent="0" algn="r">
              <a:buNone/>
            </a:pPr>
            <a:fld id="{FB232C99-2376-461D-B3FA-3C25B4154633}" type="slidenum">
              <a:rPr lang="en-US" sz="1400" b="0" strike="noStrike" spc="-1">
                <a:solidFill>
                  <a:srgbClr val="000000"/>
                </a:solidFill>
                <a:latin typeface="Calibri"/>
              </a:rPr>
              <a:pPr indent="0" algn="r">
                <a:buNone/>
              </a:pPr>
              <a:t>‹#›</a:t>
            </a:fld>
            <a:endParaRPr lang="en-US" sz="14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06" name="PlaceHolder 1"/>
          <p:cNvSpPr>
            <a:spLocks noGrp="1" noRot="1" noChangeAspect="1"/>
          </p:cNvSpPr>
          <p:nvPr>
            <p:ph type="sldImg"/>
          </p:nvPr>
        </p:nvSpPr>
        <p:spPr>
          <a:xfrm>
            <a:off x="685800" y="1143000"/>
            <a:ext cx="5486400" cy="3086100"/>
          </a:xfrm>
          <a:prstGeom prst="rect">
            <a:avLst/>
          </a:prstGeom>
          <a:ln w="0">
            <a:noFill/>
          </a:ln>
        </p:spPr>
      </p:sp>
      <p:sp>
        <p:nvSpPr>
          <p:cNvPr id="3007" name="PlaceHolder 2"/>
          <p:cNvSpPr>
            <a:spLocks noGrp="1"/>
          </p:cNvSpPr>
          <p:nvPr>
            <p:ph type="body"/>
          </p:nvPr>
        </p:nvSpPr>
        <p:spPr>
          <a:xfrm>
            <a:off x="685800" y="4400640"/>
            <a:ext cx="5485680" cy="3599640"/>
          </a:xfrm>
          <a:prstGeom prst="rect">
            <a:avLst/>
          </a:prstGeom>
          <a:noFill/>
          <a:ln w="0">
            <a:noFill/>
          </a:ln>
        </p:spPr>
        <p:txBody>
          <a:bodyPr lIns="0" tIns="0" rIns="0" bIns="0" anchor="t">
            <a:noAutofit/>
          </a:bodyPr>
          <a:lstStyle/>
          <a:p>
            <a:pPr marL="216000" indent="0">
              <a:buNone/>
            </a:pPr>
            <a:endParaRPr lang="en-US" sz="1800" b="0" strike="noStrike" spc="-1">
              <a:solidFill>
                <a:srgbClr val="000000"/>
              </a:solidFill>
              <a:latin typeface="Calibri"/>
            </a:endParaRPr>
          </a:p>
        </p:txBody>
      </p:sp>
      <p:sp>
        <p:nvSpPr>
          <p:cNvPr id="3008" name="PlaceHolder 3"/>
          <p:cNvSpPr>
            <a:spLocks noGrp="1"/>
          </p:cNvSpPr>
          <p:nvPr>
            <p:ph type="sldNum" idx="28"/>
          </p:nvPr>
        </p:nvSpPr>
        <p:spPr>
          <a:xfrm>
            <a:off x="3884760" y="8685360"/>
            <a:ext cx="2971080" cy="457920"/>
          </a:xfrm>
          <a:prstGeom prst="rect">
            <a:avLst/>
          </a:prstGeom>
          <a:noFill/>
          <a:ln w="0">
            <a:noFill/>
          </a:ln>
        </p:spPr>
        <p:txBody>
          <a:bodyPr lIns="0" tIns="0" rIns="0" bIns="0" anchor="b">
            <a:noAutofit/>
          </a:bodyPr>
          <a:lstStyle>
            <a:lvl1pPr indent="0" algn="r">
              <a:lnSpc>
                <a:spcPct val="100000"/>
              </a:lnSpc>
              <a:buNone/>
              <a:tabLst>
                <a:tab pos="0" algn="l"/>
              </a:tabLst>
              <a:defRPr lang="en-US" sz="1200" b="0" strike="noStrike" spc="-1">
                <a:solidFill>
                  <a:srgbClr val="000000"/>
                </a:solidFill>
                <a:latin typeface="Calibri"/>
              </a:defRPr>
            </a:lvl1pPr>
          </a:lstStyle>
          <a:p>
            <a:pPr indent="0" algn="r">
              <a:lnSpc>
                <a:spcPct val="100000"/>
              </a:lnSpc>
              <a:buNone/>
              <a:tabLst>
                <a:tab pos="0" algn="l"/>
              </a:tabLst>
            </a:pPr>
            <a:fld id="{1ABC4F31-EF1B-4B0A-996A-DE525BD4B68E}" type="slidenum">
              <a:rPr lang="en-US" sz="1200" b="0" strike="noStrike" spc="-1">
                <a:solidFill>
                  <a:srgbClr val="000000"/>
                </a:solidFill>
                <a:latin typeface="Calibri"/>
              </a:rPr>
              <a:pPr indent="0" algn="r">
                <a:lnSpc>
                  <a:spcPct val="100000"/>
                </a:lnSpc>
                <a:buNone/>
                <a:tabLst>
                  <a:tab pos="0" algn="l"/>
                </a:tabLst>
              </a:pPr>
              <a:t>1</a:t>
            </a:fld>
            <a:endParaRPr lang="en-US" sz="1200" b="0" strike="noStrike" spc="-1">
              <a:solidFill>
                <a:srgbClr val="000000"/>
              </a:solidFill>
              <a:latin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96" name="Google Shape;196;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8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86" name="PlaceHolder 2"/>
          <p:cNvSpPr>
            <a:spLocks noGrp="1"/>
          </p:cNvSpPr>
          <p:nvPr>
            <p:ph type="subTitle"/>
          </p:nvPr>
        </p:nvSpPr>
        <p:spPr>
          <a:xfrm>
            <a:off x="914400" y="2407320"/>
            <a:ext cx="16458840" cy="596664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Calibri"/>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87"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88" name="PlaceHolder 2"/>
          <p:cNvSpPr>
            <a:spLocks noGrp="1"/>
          </p:cNvSpPr>
          <p:nvPr>
            <p:ph/>
          </p:nvPr>
        </p:nvSpPr>
        <p:spPr>
          <a:xfrm>
            <a:off x="914400" y="2407320"/>
            <a:ext cx="1645884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8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90"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91"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9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93" name="PlaceHolder 1"/>
          <p:cNvSpPr>
            <a:spLocks noGrp="1"/>
          </p:cNvSpPr>
          <p:nvPr>
            <p:ph type="subTitle"/>
          </p:nvPr>
        </p:nvSpPr>
        <p:spPr>
          <a:xfrm>
            <a:off x="914400" y="410400"/>
            <a:ext cx="16458840" cy="7962840"/>
          </a:xfrm>
          <a:prstGeom prst="rect">
            <a:avLst/>
          </a:prstGeom>
          <a:noFill/>
          <a:ln w="0">
            <a:noFill/>
          </a:ln>
        </p:spPr>
        <p:txBody>
          <a:bodyPr lIns="0" tIns="0" rIns="0" bIns="0" anchor="ctr">
            <a:noAutofit/>
          </a:bodyPr>
          <a:lstStyle/>
          <a:p>
            <a:pPr algn="ctr"/>
            <a:endParaRPr lang="en-US" sz="3200" b="0" strike="noStrike" spc="-1">
              <a:solidFill>
                <a:srgbClr val="000000"/>
              </a:solidFill>
              <a:latin typeface="Calibri"/>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9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95"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96"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97"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9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99"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00"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01" name="PlaceHolder 4"/>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30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03"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04"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05" name="PlaceHolder 4"/>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306"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07" name="PlaceHolder 2"/>
          <p:cNvSpPr>
            <a:spLocks noGrp="1"/>
          </p:cNvSpPr>
          <p:nvPr>
            <p:ph/>
          </p:nvPr>
        </p:nvSpPr>
        <p:spPr>
          <a:xfrm>
            <a:off x="914400" y="240732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08" name="PlaceHolder 3"/>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30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10"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1"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2"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3" name="PlaceHolder 5"/>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1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15" name="PlaceHolder 2"/>
          <p:cNvSpPr>
            <a:spLocks noGrp="1"/>
          </p:cNvSpPr>
          <p:nvPr>
            <p:ph/>
          </p:nvPr>
        </p:nvSpPr>
        <p:spPr>
          <a:xfrm>
            <a:off x="91440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6" name="PlaceHolder 3"/>
          <p:cNvSpPr>
            <a:spLocks noGrp="1"/>
          </p:cNvSpPr>
          <p:nvPr>
            <p:ph/>
          </p:nvPr>
        </p:nvSpPr>
        <p:spPr>
          <a:xfrm>
            <a:off x="647928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7" name="PlaceHolder 4"/>
          <p:cNvSpPr>
            <a:spLocks noGrp="1"/>
          </p:cNvSpPr>
          <p:nvPr>
            <p:ph/>
          </p:nvPr>
        </p:nvSpPr>
        <p:spPr>
          <a:xfrm>
            <a:off x="1204416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8" name="PlaceHolder 5"/>
          <p:cNvSpPr>
            <a:spLocks noGrp="1"/>
          </p:cNvSpPr>
          <p:nvPr>
            <p:ph/>
          </p:nvPr>
        </p:nvSpPr>
        <p:spPr>
          <a:xfrm>
            <a:off x="91440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19" name="PlaceHolder 6"/>
          <p:cNvSpPr>
            <a:spLocks noGrp="1"/>
          </p:cNvSpPr>
          <p:nvPr>
            <p:ph/>
          </p:nvPr>
        </p:nvSpPr>
        <p:spPr>
          <a:xfrm>
            <a:off x="647928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320" name="PlaceHolder 7"/>
          <p:cNvSpPr>
            <a:spLocks noGrp="1"/>
          </p:cNvSpPr>
          <p:nvPr>
            <p:ph/>
          </p:nvPr>
        </p:nvSpPr>
        <p:spPr>
          <a:xfrm>
            <a:off x="1204416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85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56" name="PlaceHolder 2"/>
          <p:cNvSpPr>
            <a:spLocks noGrp="1"/>
          </p:cNvSpPr>
          <p:nvPr>
            <p:ph type="subTitle"/>
          </p:nvPr>
        </p:nvSpPr>
        <p:spPr>
          <a:xfrm>
            <a:off x="914400" y="2407320"/>
            <a:ext cx="16458840" cy="596664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Calibri"/>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857"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58" name="PlaceHolder 2"/>
          <p:cNvSpPr>
            <a:spLocks noGrp="1"/>
          </p:cNvSpPr>
          <p:nvPr>
            <p:ph/>
          </p:nvPr>
        </p:nvSpPr>
        <p:spPr>
          <a:xfrm>
            <a:off x="914400" y="2407320"/>
            <a:ext cx="1645884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85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60"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61"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6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863" name="PlaceHolder 1"/>
          <p:cNvSpPr>
            <a:spLocks noGrp="1"/>
          </p:cNvSpPr>
          <p:nvPr>
            <p:ph type="subTitle"/>
          </p:nvPr>
        </p:nvSpPr>
        <p:spPr>
          <a:xfrm>
            <a:off x="914400" y="410400"/>
            <a:ext cx="16458840" cy="7962840"/>
          </a:xfrm>
          <a:prstGeom prst="rect">
            <a:avLst/>
          </a:prstGeom>
          <a:noFill/>
          <a:ln w="0">
            <a:noFill/>
          </a:ln>
        </p:spPr>
        <p:txBody>
          <a:bodyPr lIns="0" tIns="0" rIns="0" bIns="0" anchor="ctr">
            <a:noAutofit/>
          </a:bodyPr>
          <a:lstStyle/>
          <a:p>
            <a:pPr algn="ctr"/>
            <a:endParaRPr lang="en-US" sz="3200" b="0" strike="noStrike" spc="-1">
              <a:solidFill>
                <a:srgbClr val="000000"/>
              </a:solidFill>
              <a:latin typeface="Calibri"/>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86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65"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66"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67"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86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69"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70"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71" name="PlaceHolder 4"/>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87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73"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74"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75" name="PlaceHolder 4"/>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876"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77" name="PlaceHolder 2"/>
          <p:cNvSpPr>
            <a:spLocks noGrp="1"/>
          </p:cNvSpPr>
          <p:nvPr>
            <p:ph/>
          </p:nvPr>
        </p:nvSpPr>
        <p:spPr>
          <a:xfrm>
            <a:off x="914400" y="240732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78" name="PlaceHolder 3"/>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87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80"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1"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2"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3" name="PlaceHolder 5"/>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88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885" name="PlaceHolder 2"/>
          <p:cNvSpPr>
            <a:spLocks noGrp="1"/>
          </p:cNvSpPr>
          <p:nvPr>
            <p:ph/>
          </p:nvPr>
        </p:nvSpPr>
        <p:spPr>
          <a:xfrm>
            <a:off x="91440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6" name="PlaceHolder 3"/>
          <p:cNvSpPr>
            <a:spLocks noGrp="1"/>
          </p:cNvSpPr>
          <p:nvPr>
            <p:ph/>
          </p:nvPr>
        </p:nvSpPr>
        <p:spPr>
          <a:xfrm>
            <a:off x="647928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7" name="PlaceHolder 4"/>
          <p:cNvSpPr>
            <a:spLocks noGrp="1"/>
          </p:cNvSpPr>
          <p:nvPr>
            <p:ph/>
          </p:nvPr>
        </p:nvSpPr>
        <p:spPr>
          <a:xfrm>
            <a:off x="1204416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8" name="PlaceHolder 5"/>
          <p:cNvSpPr>
            <a:spLocks noGrp="1"/>
          </p:cNvSpPr>
          <p:nvPr>
            <p:ph/>
          </p:nvPr>
        </p:nvSpPr>
        <p:spPr>
          <a:xfrm>
            <a:off x="91440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89" name="PlaceHolder 6"/>
          <p:cNvSpPr>
            <a:spLocks noGrp="1"/>
          </p:cNvSpPr>
          <p:nvPr>
            <p:ph/>
          </p:nvPr>
        </p:nvSpPr>
        <p:spPr>
          <a:xfrm>
            <a:off x="647928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890" name="PlaceHolder 7"/>
          <p:cNvSpPr>
            <a:spLocks noGrp="1"/>
          </p:cNvSpPr>
          <p:nvPr>
            <p:ph/>
          </p:nvPr>
        </p:nvSpPr>
        <p:spPr>
          <a:xfrm>
            <a:off x="1204416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dt" idx="6"/>
          </p:nvPr>
        </p:nvSpPr>
        <p:spPr/>
        <p:txBody>
          <a:body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143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36" name="PlaceHolder 2"/>
          <p:cNvSpPr>
            <a:spLocks noGrp="1"/>
          </p:cNvSpPr>
          <p:nvPr>
            <p:ph type="subTitle"/>
          </p:nvPr>
        </p:nvSpPr>
        <p:spPr>
          <a:xfrm>
            <a:off x="914400" y="2407320"/>
            <a:ext cx="16458840" cy="596664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Calibri"/>
            </a:endParaRPr>
          </a:p>
        </p:txBody>
      </p:sp>
      <p:sp>
        <p:nvSpPr>
          <p:cNvPr id="4" name="PlaceHolder 3"/>
          <p:cNvSpPr>
            <a:spLocks noGrp="1"/>
          </p:cNvSpPr>
          <p:nvPr>
            <p:ph type="dt" idx="6"/>
          </p:nvPr>
        </p:nvSpPr>
        <p:spPr/>
        <p:txBody>
          <a:body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437"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38" name="PlaceHolder 2"/>
          <p:cNvSpPr>
            <a:spLocks noGrp="1"/>
          </p:cNvSpPr>
          <p:nvPr>
            <p:ph/>
          </p:nvPr>
        </p:nvSpPr>
        <p:spPr>
          <a:xfrm>
            <a:off x="914400" y="2407320"/>
            <a:ext cx="1645884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4" name="PlaceHolder 3"/>
          <p:cNvSpPr>
            <a:spLocks noGrp="1"/>
          </p:cNvSpPr>
          <p:nvPr>
            <p:ph type="dt" idx="6"/>
          </p:nvPr>
        </p:nvSpPr>
        <p:spPr/>
        <p:txBody>
          <a:body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43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40"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41"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5" name="PlaceHolder 4"/>
          <p:cNvSpPr>
            <a:spLocks noGrp="1"/>
          </p:cNvSpPr>
          <p:nvPr>
            <p:ph type="dt" idx="6"/>
          </p:nvPr>
        </p:nvSpPr>
        <p:spPr/>
        <p:txBody>
          <a:body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44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 name="PlaceHolder 2"/>
          <p:cNvSpPr>
            <a:spLocks noGrp="1"/>
          </p:cNvSpPr>
          <p:nvPr>
            <p:ph type="dt" idx="6"/>
          </p:nvPr>
        </p:nvSpPr>
        <p:spPr/>
        <p:txBody>
          <a:body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443" name="PlaceHolder 1"/>
          <p:cNvSpPr>
            <a:spLocks noGrp="1"/>
          </p:cNvSpPr>
          <p:nvPr>
            <p:ph type="subTitle"/>
          </p:nvPr>
        </p:nvSpPr>
        <p:spPr>
          <a:xfrm>
            <a:off x="914400" y="410400"/>
            <a:ext cx="16458840" cy="7962840"/>
          </a:xfrm>
          <a:prstGeom prst="rect">
            <a:avLst/>
          </a:prstGeom>
          <a:noFill/>
          <a:ln w="0">
            <a:noFill/>
          </a:ln>
        </p:spPr>
        <p:txBody>
          <a:bodyPr lIns="0" tIns="0" rIns="0" bIns="0" anchor="ctr">
            <a:noAutofit/>
          </a:bodyPr>
          <a:lstStyle/>
          <a:p>
            <a:pPr algn="ctr"/>
            <a:endParaRPr lang="en-US" sz="3200" b="0" strike="noStrike" spc="-1">
              <a:solidFill>
                <a:srgbClr val="000000"/>
              </a:solidFill>
              <a:latin typeface="Calibri"/>
            </a:endParaRPr>
          </a:p>
        </p:txBody>
      </p:sp>
      <p:sp>
        <p:nvSpPr>
          <p:cNvPr id="3" name="PlaceHolder 2"/>
          <p:cNvSpPr>
            <a:spLocks noGrp="1"/>
          </p:cNvSpPr>
          <p:nvPr>
            <p:ph type="dt" idx="6"/>
          </p:nvPr>
        </p:nvSpPr>
        <p:spPr/>
        <p:txBody>
          <a:body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44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45"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46"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47"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6"/>
          </p:nvPr>
        </p:nvSpPr>
        <p:spPr/>
        <p:txBody>
          <a:body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44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49"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50"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51" name="PlaceHolder 4"/>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6"/>
          </p:nvPr>
        </p:nvSpPr>
        <p:spPr/>
        <p:txBody>
          <a:body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45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53"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54"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55" name="PlaceHolder 4"/>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6"/>
          </p:nvPr>
        </p:nvSpPr>
        <p:spPr/>
        <p:txBody>
          <a:body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456"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57" name="PlaceHolder 2"/>
          <p:cNvSpPr>
            <a:spLocks noGrp="1"/>
          </p:cNvSpPr>
          <p:nvPr>
            <p:ph/>
          </p:nvPr>
        </p:nvSpPr>
        <p:spPr>
          <a:xfrm>
            <a:off x="914400" y="240732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58" name="PlaceHolder 3"/>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5" name="PlaceHolder 4"/>
          <p:cNvSpPr>
            <a:spLocks noGrp="1"/>
          </p:cNvSpPr>
          <p:nvPr>
            <p:ph type="dt" idx="6"/>
          </p:nvPr>
        </p:nvSpPr>
        <p:spPr/>
        <p:txBody>
          <a:body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45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60"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1"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2"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3" name="PlaceHolder 5"/>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7" name="PlaceHolder 6"/>
          <p:cNvSpPr>
            <a:spLocks noGrp="1"/>
          </p:cNvSpPr>
          <p:nvPr>
            <p:ph type="dt" idx="6"/>
          </p:nvPr>
        </p:nvSpPr>
        <p:spPr/>
        <p:txBody>
          <a:body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46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1465" name="PlaceHolder 2"/>
          <p:cNvSpPr>
            <a:spLocks noGrp="1"/>
          </p:cNvSpPr>
          <p:nvPr>
            <p:ph/>
          </p:nvPr>
        </p:nvSpPr>
        <p:spPr>
          <a:xfrm>
            <a:off x="91440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6" name="PlaceHolder 3"/>
          <p:cNvSpPr>
            <a:spLocks noGrp="1"/>
          </p:cNvSpPr>
          <p:nvPr>
            <p:ph/>
          </p:nvPr>
        </p:nvSpPr>
        <p:spPr>
          <a:xfrm>
            <a:off x="647928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7" name="PlaceHolder 4"/>
          <p:cNvSpPr>
            <a:spLocks noGrp="1"/>
          </p:cNvSpPr>
          <p:nvPr>
            <p:ph/>
          </p:nvPr>
        </p:nvSpPr>
        <p:spPr>
          <a:xfrm>
            <a:off x="1204416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8" name="PlaceHolder 5"/>
          <p:cNvSpPr>
            <a:spLocks noGrp="1"/>
          </p:cNvSpPr>
          <p:nvPr>
            <p:ph/>
          </p:nvPr>
        </p:nvSpPr>
        <p:spPr>
          <a:xfrm>
            <a:off x="91440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69" name="PlaceHolder 6"/>
          <p:cNvSpPr>
            <a:spLocks noGrp="1"/>
          </p:cNvSpPr>
          <p:nvPr>
            <p:ph/>
          </p:nvPr>
        </p:nvSpPr>
        <p:spPr>
          <a:xfrm>
            <a:off x="647928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1470" name="PlaceHolder 7"/>
          <p:cNvSpPr>
            <a:spLocks noGrp="1"/>
          </p:cNvSpPr>
          <p:nvPr>
            <p:ph/>
          </p:nvPr>
        </p:nvSpPr>
        <p:spPr>
          <a:xfrm>
            <a:off x="1204416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9" name="PlaceHolder 8"/>
          <p:cNvSpPr>
            <a:spLocks noGrp="1"/>
          </p:cNvSpPr>
          <p:nvPr>
            <p:ph type="dt" idx="6"/>
          </p:nvPr>
        </p:nvSpPr>
        <p:spPr/>
        <p:txBody>
          <a:body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3_Blank">
  <p:cSld name="3_Blank">
    <p:spTree>
      <p:nvGrpSpPr>
        <p:cNvPr id="1" name="Shape 39"/>
        <p:cNvGrpSpPr/>
        <p:nvPr/>
      </p:nvGrpSpPr>
      <p:grpSpPr>
        <a:xfrm>
          <a:off x="0" y="0"/>
          <a:ext cx="0" cy="0"/>
          <a:chOff x="0" y="0"/>
          <a:chExt cx="0" cy="0"/>
        </a:xfrm>
      </p:grpSpPr>
      <p:sp>
        <p:nvSpPr>
          <p:cNvPr id="40" name="Google Shape;40;p10"/>
          <p:cNvSpPr txBox="1">
            <a:spLocks noGrp="1"/>
          </p:cNvSpPr>
          <p:nvPr>
            <p:ph type="ftr" idx="11"/>
          </p:nvPr>
        </p:nvSpPr>
        <p:spPr>
          <a:xfrm>
            <a:off x="664368" y="9534091"/>
            <a:ext cx="8210552" cy="205772"/>
          </a:xfrm>
          <a:prstGeom prst="rect">
            <a:avLst/>
          </a:prstGeom>
          <a:noFill/>
          <a:ln>
            <a:noFill/>
          </a:ln>
        </p:spPr>
        <p:txBody>
          <a:bodyPr spcFirstLastPara="1" wrap="square" lIns="0" tIns="0" rIns="0" bIns="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1" name="Google Shape;41;p10"/>
          <p:cNvSpPr txBox="1">
            <a:spLocks noGrp="1"/>
          </p:cNvSpPr>
          <p:nvPr>
            <p:ph type="dt" idx="10"/>
          </p:nvPr>
        </p:nvSpPr>
        <p:spPr>
          <a:xfrm>
            <a:off x="14976444" y="9534091"/>
            <a:ext cx="2647188" cy="205772"/>
          </a:xfrm>
          <a:prstGeom prst="rect">
            <a:avLst/>
          </a:prstGeom>
          <a:noFill/>
          <a:ln>
            <a:noFill/>
          </a:ln>
        </p:spPr>
        <p:txBody>
          <a:bodyPr spcFirstLastPara="1" wrap="square" lIns="0" tIns="0" rIns="0" bIns="0" anchor="b" anchorCtr="0">
            <a:noAutofit/>
          </a:bodyPr>
          <a:lstStyle>
            <a:lvl1pPr lvl="0" algn="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10"/>
          <p:cNvSpPr txBox="1">
            <a:spLocks noGrp="1"/>
          </p:cNvSpPr>
          <p:nvPr>
            <p:ph type="sldNum" idx="12"/>
          </p:nvPr>
        </p:nvSpPr>
        <p:spPr>
          <a:xfrm>
            <a:off x="14976444" y="9739863"/>
            <a:ext cx="2647188" cy="205772"/>
          </a:xfrm>
          <a:prstGeom prst="rect">
            <a:avLst/>
          </a:prstGeom>
          <a:noFill/>
          <a:ln>
            <a:noFill/>
          </a:ln>
        </p:spPr>
        <p:txBody>
          <a:bodyPr spcFirstLastPara="1" wrap="square" lIns="0" tIns="0" rIns="0" bIns="0" anchor="b"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US" smtClean="0"/>
              <a:pPr/>
              <a:t>‹#›</a:t>
            </a:fld>
            <a:endParaRPr lang="en-US" dirty="0"/>
          </a:p>
        </p:txBody>
      </p:sp>
      <p:graphicFrame>
        <p:nvGraphicFramePr>
          <p:cNvPr id="43" name="Google Shape;43;p10"/>
          <p:cNvGraphicFramePr/>
          <p:nvPr>
            <p:extLst>
              <p:ext uri="{D42A27DB-BD31-4B8C-83A1-F6EECF244321}">
                <p14:modId xmlns="" xmlns:p14="http://schemas.microsoft.com/office/powerpoint/2010/main" val="1351047670"/>
              </p:ext>
            </p:extLst>
          </p:nvPr>
        </p:nvGraphicFramePr>
        <p:xfrm>
          <a:off x="192504" y="180467"/>
          <a:ext cx="17917688" cy="1420720"/>
        </p:xfrm>
        <a:graphic>
          <a:graphicData uri="http://schemas.openxmlformats.org/drawingml/2006/table">
            <a:tbl>
              <a:tblPr>
                <a:noFill/>
              </a:tblPr>
              <a:tblGrid>
                <a:gridCol w="2126250">
                  <a:extLst>
                    <a:ext uri="{9D8B030D-6E8A-4147-A177-3AD203B41FA5}">
                      <a16:colId xmlns="" xmlns:a16="http://schemas.microsoft.com/office/drawing/2014/main" val="20000"/>
                    </a:ext>
                  </a:extLst>
                </a:gridCol>
                <a:gridCol w="13144425">
                  <a:extLst>
                    <a:ext uri="{9D8B030D-6E8A-4147-A177-3AD203B41FA5}">
                      <a16:colId xmlns="" xmlns:a16="http://schemas.microsoft.com/office/drawing/2014/main" val="20001"/>
                    </a:ext>
                  </a:extLst>
                </a:gridCol>
                <a:gridCol w="2647013">
                  <a:extLst>
                    <a:ext uri="{9D8B030D-6E8A-4147-A177-3AD203B41FA5}">
                      <a16:colId xmlns="" xmlns:a16="http://schemas.microsoft.com/office/drawing/2014/main" val="20002"/>
                    </a:ext>
                  </a:extLst>
                </a:gridCol>
              </a:tblGrid>
              <a:tr h="710360">
                <a:tc>
                  <a:txBody>
                    <a:bodyPr/>
                    <a:lstStyle/>
                    <a:p>
                      <a:pPr marL="0" marR="0" lvl="0" indent="0" algn="l" rtl="0">
                        <a:spcBef>
                          <a:spcPts val="0"/>
                        </a:spcBef>
                        <a:spcAft>
                          <a:spcPts val="0"/>
                        </a:spcAft>
                        <a:buNone/>
                      </a:pPr>
                      <a:r>
                        <a:rPr lang="en-US" sz="1500">
                          <a:solidFill>
                            <a:schemeClr val="dk1"/>
                          </a:solidFill>
                          <a:latin typeface="Microsoft JhengHei"/>
                          <a:ea typeface="Microsoft JhengHei"/>
                          <a:cs typeface="Microsoft JhengHei"/>
                          <a:sym typeface="Microsoft JhengHei"/>
                        </a:rPr>
                        <a:t>Company / 公司名稱</a:t>
                      </a:r>
                      <a:endParaRPr sz="1500">
                        <a:solidFill>
                          <a:schemeClr val="dk1"/>
                        </a:solidFill>
                        <a:latin typeface="Microsoft JhengHei"/>
                        <a:ea typeface="Microsoft JhengHei"/>
                        <a:cs typeface="Microsoft JhengHei"/>
                        <a:sym typeface="Microsoft JhengHei"/>
                      </a:endParaRP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ctr" defTabSz="914400" rtl="0" eaLnBrk="1" fontAlgn="auto" latinLnBrk="0" hangingPunct="1">
                        <a:lnSpc>
                          <a:spcPct val="150000"/>
                        </a:lnSpc>
                        <a:spcBef>
                          <a:spcPts val="0"/>
                        </a:spcBef>
                        <a:spcAft>
                          <a:spcPts val="0"/>
                        </a:spcAft>
                        <a:buClr>
                          <a:srgbClr val="000000"/>
                        </a:buClr>
                        <a:buSzTx/>
                        <a:buFont typeface="Arial"/>
                        <a:buNone/>
                        <a:tabLst/>
                        <a:defRPr/>
                      </a:pPr>
                      <a:r>
                        <a:rPr lang="en-US" sz="2100" b="1" dirty="0">
                          <a:solidFill>
                            <a:schemeClr val="dk1"/>
                          </a:solidFill>
                          <a:latin typeface="Microsoft JhengHei"/>
                          <a:ea typeface="Microsoft JhengHei"/>
                          <a:cs typeface="Microsoft JhengHei"/>
                          <a:sym typeface="Microsoft JhengHei"/>
                        </a:rPr>
                        <a:t>Dean Shoes </a:t>
                      </a:r>
                      <a:r>
                        <a:rPr lang="zh-TW" altLang="en-US" sz="2100" b="1" dirty="0">
                          <a:solidFill>
                            <a:schemeClr val="dk1"/>
                          </a:solidFill>
                          <a:latin typeface="Microsoft JhengHei"/>
                          <a:ea typeface="Microsoft JhengHei"/>
                          <a:cs typeface="Microsoft JhengHei"/>
                          <a:sym typeface="Microsoft JhengHei"/>
                        </a:rPr>
                        <a:t>隆典集團</a:t>
                      </a: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rowSpan="2">
                  <a:txBody>
                    <a:bodyPr/>
                    <a:lstStyle/>
                    <a:p>
                      <a:pPr marL="0" marR="0" lvl="0" indent="0" algn="l" rtl="0">
                        <a:lnSpc>
                          <a:spcPct val="100000"/>
                        </a:lnSpc>
                        <a:spcBef>
                          <a:spcPts val="0"/>
                        </a:spcBef>
                        <a:spcAft>
                          <a:spcPts val="0"/>
                        </a:spcAft>
                        <a:buNone/>
                      </a:pPr>
                      <a:endParaRPr sz="1500">
                        <a:solidFill>
                          <a:schemeClr val="dk1"/>
                        </a:solidFill>
                        <a:latin typeface="Microsoft JhengHei"/>
                        <a:ea typeface="Microsoft JhengHei"/>
                        <a:cs typeface="Microsoft JhengHei"/>
                        <a:sym typeface="Microsoft JhengHei"/>
                      </a:endParaRPr>
                    </a:p>
                    <a:p>
                      <a:pPr marL="0" marR="0" lvl="0" indent="0" algn="l" rtl="0">
                        <a:lnSpc>
                          <a:spcPct val="100000"/>
                        </a:lnSpc>
                        <a:spcBef>
                          <a:spcPts val="600"/>
                        </a:spcBef>
                        <a:spcAft>
                          <a:spcPts val="0"/>
                        </a:spcAft>
                        <a:buNone/>
                      </a:pPr>
                      <a:endParaRPr sz="1500">
                        <a:solidFill>
                          <a:schemeClr val="dk1"/>
                        </a:solidFill>
                        <a:latin typeface="Microsoft JhengHei"/>
                        <a:ea typeface="Microsoft JhengHei"/>
                        <a:cs typeface="Microsoft JhengHei"/>
                        <a:sym typeface="Microsoft JhengHei"/>
                      </a:endParaRP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extLst>
                  <a:ext uri="{0D108BD9-81ED-4DB2-BD59-A6C34878D82A}">
                    <a16:rowId xmlns="" xmlns:a16="http://schemas.microsoft.com/office/drawing/2014/main" val="10000"/>
                  </a:ext>
                </a:extLst>
              </a:tr>
              <a:tr h="710360">
                <a:tc>
                  <a:txBody>
                    <a:bodyPr/>
                    <a:lstStyle/>
                    <a:p>
                      <a:pPr marL="0" marR="0" lvl="0" indent="0" algn="l" rtl="0">
                        <a:spcBef>
                          <a:spcPts val="0"/>
                        </a:spcBef>
                        <a:spcAft>
                          <a:spcPts val="0"/>
                        </a:spcAft>
                        <a:buNone/>
                      </a:pPr>
                      <a:r>
                        <a:rPr lang="en-US" sz="1500">
                          <a:solidFill>
                            <a:schemeClr val="dk1"/>
                          </a:solidFill>
                          <a:latin typeface="Microsoft JhengHei"/>
                          <a:ea typeface="Microsoft JhengHei"/>
                          <a:cs typeface="Microsoft JhengHei"/>
                          <a:sym typeface="Microsoft JhengHei"/>
                        </a:rPr>
                        <a:t>Process ID / Name</a:t>
                      </a:r>
                      <a:endParaRPr sz="2700"/>
                    </a:p>
                    <a:p>
                      <a:pPr marL="0" marR="0" lvl="0" indent="0" algn="l" rtl="0">
                        <a:spcBef>
                          <a:spcPts val="0"/>
                        </a:spcBef>
                        <a:spcAft>
                          <a:spcPts val="0"/>
                        </a:spcAft>
                        <a:buNone/>
                      </a:pPr>
                      <a:r>
                        <a:rPr lang="en-US" sz="1500">
                          <a:solidFill>
                            <a:schemeClr val="dk1"/>
                          </a:solidFill>
                          <a:latin typeface="Microsoft JhengHei"/>
                          <a:ea typeface="Microsoft JhengHei"/>
                          <a:cs typeface="Microsoft JhengHei"/>
                          <a:sym typeface="Microsoft JhengHei"/>
                        </a:rPr>
                        <a:t>流程代碼 / 名稱</a:t>
                      </a:r>
                      <a:endParaRPr sz="1500">
                        <a:solidFill>
                          <a:schemeClr val="dk1"/>
                        </a:solidFill>
                        <a:latin typeface="Microsoft JhengHei"/>
                        <a:ea typeface="Microsoft JhengHei"/>
                        <a:cs typeface="Microsoft JhengHei"/>
                        <a:sym typeface="Microsoft JhengHei"/>
                      </a:endParaRP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a:txBody>
                    <a:bodyPr/>
                    <a:lstStyle/>
                    <a:p>
                      <a:pPr marL="0" marR="0" lvl="0" indent="0" algn="l" rtl="0">
                        <a:spcBef>
                          <a:spcPts val="0"/>
                        </a:spcBef>
                        <a:spcAft>
                          <a:spcPts val="0"/>
                        </a:spcAft>
                        <a:buNone/>
                      </a:pPr>
                      <a:endParaRPr sz="1500" dirty="0">
                        <a:solidFill>
                          <a:schemeClr val="dk1"/>
                        </a:solidFill>
                        <a:latin typeface="Microsoft JhengHei"/>
                        <a:ea typeface="Microsoft JhengHei"/>
                        <a:cs typeface="Microsoft JhengHei"/>
                        <a:sym typeface="Microsoft JhengHei"/>
                      </a:endParaRPr>
                    </a:p>
                  </a:txBody>
                  <a:tcPr marL="126600" marR="126600" marT="68598" marB="68598" anchor="ctr">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solidFill>
                      <a:schemeClr val="lt1"/>
                    </a:solidFill>
                  </a:tcPr>
                </a:tc>
                <a:tc vMerge="1">
                  <a:txBody>
                    <a:bodyPr/>
                    <a:lstStyle/>
                    <a:p>
                      <a:endParaRPr lang="en-US"/>
                    </a:p>
                  </a:txBody>
                  <a:tcPr/>
                </a:tc>
                <a:extLst>
                  <a:ext uri="{0D108BD9-81ED-4DB2-BD59-A6C34878D82A}">
                    <a16:rowId xmlns="" xmlns:a16="http://schemas.microsoft.com/office/drawing/2014/main" val="10001"/>
                  </a:ext>
                </a:extLst>
              </a:tr>
            </a:tbl>
          </a:graphicData>
        </a:graphic>
      </p:graphicFrame>
      <p:sp>
        <p:nvSpPr>
          <p:cNvPr id="44" name="Google Shape;44;p10"/>
          <p:cNvSpPr/>
          <p:nvPr/>
        </p:nvSpPr>
        <p:spPr>
          <a:xfrm>
            <a:off x="15493776" y="846424"/>
            <a:ext cx="2601720" cy="664224"/>
          </a:xfrm>
          <a:prstGeom prst="rect">
            <a:avLst/>
          </a:prstGeom>
          <a:noFill/>
          <a:ln>
            <a:noFill/>
          </a:ln>
        </p:spPr>
        <p:txBody>
          <a:bodyPr spcFirstLastPara="1" wrap="square" lIns="137138" tIns="68550" rIns="137138" bIns="68550" anchor="t" anchorCtr="0">
            <a:spAutoFit/>
          </a:bodyPr>
          <a:lstStyle/>
          <a:p>
            <a:pPr marL="0" marR="0" lvl="0" indent="0" algn="l" rtl="0">
              <a:lnSpc>
                <a:spcPct val="100000"/>
              </a:lnSpc>
              <a:spcBef>
                <a:spcPts val="0"/>
              </a:spcBef>
              <a:spcAft>
                <a:spcPts val="0"/>
              </a:spcAft>
              <a:buNone/>
            </a:pPr>
            <a:r>
              <a:rPr lang="en-US" sz="1500" b="0" i="0" u="none" strike="noStrike" cap="none" dirty="0">
                <a:solidFill>
                  <a:schemeClr val="dk1"/>
                </a:solidFill>
                <a:latin typeface="Microsoft JhengHei"/>
                <a:ea typeface="Microsoft JhengHei"/>
                <a:cs typeface="Microsoft JhengHei"/>
                <a:sym typeface="Microsoft JhengHei"/>
              </a:rPr>
              <a:t>PAGE </a:t>
            </a:r>
            <a:r>
              <a:rPr lang="en-US" sz="1500" b="0" i="0" u="none" strike="noStrike" cap="none" dirty="0" err="1">
                <a:solidFill>
                  <a:schemeClr val="dk1"/>
                </a:solidFill>
                <a:latin typeface="Microsoft JhengHei"/>
                <a:ea typeface="Microsoft JhengHei"/>
                <a:cs typeface="Microsoft JhengHei"/>
                <a:sym typeface="Microsoft JhengHei"/>
              </a:rPr>
              <a:t>頁次</a:t>
            </a:r>
            <a:r>
              <a:rPr lang="en-US" sz="1500" b="0" i="0" u="none" strike="noStrike" cap="none" dirty="0">
                <a:solidFill>
                  <a:schemeClr val="dk1"/>
                </a:solidFill>
                <a:latin typeface="Microsoft JhengHei"/>
                <a:ea typeface="Microsoft JhengHei"/>
                <a:cs typeface="Microsoft JhengHei"/>
                <a:sym typeface="Microsoft JhengHei"/>
              </a:rPr>
              <a:t> ：</a:t>
            </a:r>
            <a:endParaRPr dirty="0"/>
          </a:p>
          <a:p>
            <a:pPr marL="0" marR="0" lvl="0" indent="0" algn="l" rtl="0">
              <a:lnSpc>
                <a:spcPct val="100000"/>
              </a:lnSpc>
              <a:spcBef>
                <a:spcPts val="450"/>
              </a:spcBef>
              <a:spcAft>
                <a:spcPts val="0"/>
              </a:spcAft>
              <a:buNone/>
            </a:pPr>
            <a:r>
              <a:rPr lang="en-US" sz="1500" b="0" i="0" u="none" strike="noStrike" cap="none" dirty="0">
                <a:solidFill>
                  <a:schemeClr val="dk1"/>
                </a:solidFill>
                <a:latin typeface="Microsoft JhengHei"/>
                <a:ea typeface="Microsoft JhengHei"/>
                <a:cs typeface="Microsoft JhengHei"/>
                <a:sym typeface="Microsoft JhengHei"/>
              </a:rPr>
              <a:t>Latest Update :</a:t>
            </a:r>
            <a:endParaRPr dirty="0"/>
          </a:p>
        </p:txBody>
      </p:sp>
      <p:pic>
        <p:nvPicPr>
          <p:cNvPr id="46" name="Google Shape;46;p10" descr="A red and black logo&#10;&#10;Description automatically generated"/>
          <p:cNvPicPr preferRelativeResize="0"/>
          <p:nvPr/>
        </p:nvPicPr>
        <p:blipFill rotWithShape="1">
          <a:blip r:embed="rId2">
            <a:alphaModFix/>
          </a:blip>
          <a:srcRect/>
          <a:stretch/>
        </p:blipFill>
        <p:spPr>
          <a:xfrm>
            <a:off x="17304487" y="200232"/>
            <a:ext cx="785222" cy="684371"/>
          </a:xfrm>
          <a:prstGeom prst="rect">
            <a:avLst/>
          </a:prstGeom>
          <a:noFill/>
          <a:ln>
            <a:noFill/>
          </a:ln>
        </p:spPr>
      </p:pic>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dt" idx="18"/>
          </p:nvPr>
        </p:nvSpPr>
        <p:spPr/>
        <p:txBody>
          <a:bodyPr/>
          <a:lstStyle/>
          <a:p>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01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16" name="PlaceHolder 2"/>
          <p:cNvSpPr>
            <a:spLocks noGrp="1"/>
          </p:cNvSpPr>
          <p:nvPr>
            <p:ph type="subTitle"/>
          </p:nvPr>
        </p:nvSpPr>
        <p:spPr>
          <a:xfrm>
            <a:off x="914400" y="2407320"/>
            <a:ext cx="16458840" cy="596664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Calibri"/>
            </a:endParaRPr>
          </a:p>
        </p:txBody>
      </p:sp>
      <p:sp>
        <p:nvSpPr>
          <p:cNvPr id="4" name="PlaceHolder 3"/>
          <p:cNvSpPr>
            <a:spLocks noGrp="1"/>
          </p:cNvSpPr>
          <p:nvPr>
            <p:ph type="dt" idx="18"/>
          </p:nvPr>
        </p:nvSpPr>
        <p:spPr/>
        <p:txBody>
          <a:body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017"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18" name="PlaceHolder 2"/>
          <p:cNvSpPr>
            <a:spLocks noGrp="1"/>
          </p:cNvSpPr>
          <p:nvPr>
            <p:ph/>
          </p:nvPr>
        </p:nvSpPr>
        <p:spPr>
          <a:xfrm>
            <a:off x="914400" y="2407320"/>
            <a:ext cx="1645884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4" name="PlaceHolder 3"/>
          <p:cNvSpPr>
            <a:spLocks noGrp="1"/>
          </p:cNvSpPr>
          <p:nvPr>
            <p:ph type="dt" idx="18"/>
          </p:nvPr>
        </p:nvSpPr>
        <p:spPr/>
        <p:txBody>
          <a:body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01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20"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21"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5" name="PlaceHolder 4"/>
          <p:cNvSpPr>
            <a:spLocks noGrp="1"/>
          </p:cNvSpPr>
          <p:nvPr>
            <p:ph type="dt" idx="18"/>
          </p:nvPr>
        </p:nvSpPr>
        <p:spPr/>
        <p:txBody>
          <a:body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02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3" name="PlaceHolder 2"/>
          <p:cNvSpPr>
            <a:spLocks noGrp="1"/>
          </p:cNvSpPr>
          <p:nvPr>
            <p:ph type="dt" idx="18"/>
          </p:nvPr>
        </p:nvSpPr>
        <p:spPr/>
        <p:txBody>
          <a:bodyPr/>
          <a:lstStyle/>
          <a:p>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023" name="PlaceHolder 1"/>
          <p:cNvSpPr>
            <a:spLocks noGrp="1"/>
          </p:cNvSpPr>
          <p:nvPr>
            <p:ph type="subTitle"/>
          </p:nvPr>
        </p:nvSpPr>
        <p:spPr>
          <a:xfrm>
            <a:off x="914400" y="410400"/>
            <a:ext cx="16458840" cy="7962840"/>
          </a:xfrm>
          <a:prstGeom prst="rect">
            <a:avLst/>
          </a:prstGeom>
          <a:noFill/>
          <a:ln w="0">
            <a:noFill/>
          </a:ln>
        </p:spPr>
        <p:txBody>
          <a:bodyPr lIns="0" tIns="0" rIns="0" bIns="0" anchor="ctr">
            <a:noAutofit/>
          </a:bodyPr>
          <a:lstStyle/>
          <a:p>
            <a:pPr algn="ctr"/>
            <a:endParaRPr lang="en-US" sz="3200" b="0" strike="noStrike" spc="-1">
              <a:solidFill>
                <a:srgbClr val="000000"/>
              </a:solidFill>
              <a:latin typeface="Calibri"/>
            </a:endParaRPr>
          </a:p>
        </p:txBody>
      </p:sp>
      <p:sp>
        <p:nvSpPr>
          <p:cNvPr id="3" name="PlaceHolder 2"/>
          <p:cNvSpPr>
            <a:spLocks noGrp="1"/>
          </p:cNvSpPr>
          <p:nvPr>
            <p:ph type="dt" idx="18"/>
          </p:nvPr>
        </p:nvSpPr>
        <p:spPr/>
        <p:txBody>
          <a:bodyPr/>
          <a:lstStyle/>
          <a:p>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02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25"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26"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27"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18"/>
          </p:nvPr>
        </p:nvSpPr>
        <p:spPr/>
        <p:txBody>
          <a:bodyPr/>
          <a:lstStyle/>
          <a:p>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02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29"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30"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31" name="PlaceHolder 4"/>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18"/>
          </p:nvPr>
        </p:nvSpPr>
        <p:spPr/>
        <p:txBody>
          <a:bodyPr/>
          <a:lstStyle/>
          <a:p>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03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33"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34"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35" name="PlaceHolder 4"/>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6" name="PlaceHolder 5"/>
          <p:cNvSpPr>
            <a:spLocks noGrp="1"/>
          </p:cNvSpPr>
          <p:nvPr>
            <p:ph type="dt" idx="18"/>
          </p:nvPr>
        </p:nvSpPr>
        <p:spPr/>
        <p:txBody>
          <a:bodyPr/>
          <a:lstStyle/>
          <a:p>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036"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37" name="PlaceHolder 2"/>
          <p:cNvSpPr>
            <a:spLocks noGrp="1"/>
          </p:cNvSpPr>
          <p:nvPr>
            <p:ph/>
          </p:nvPr>
        </p:nvSpPr>
        <p:spPr>
          <a:xfrm>
            <a:off x="914400" y="240732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38" name="PlaceHolder 3"/>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5" name="PlaceHolder 4"/>
          <p:cNvSpPr>
            <a:spLocks noGrp="1"/>
          </p:cNvSpPr>
          <p:nvPr>
            <p:ph type="dt" idx="18"/>
          </p:nvPr>
        </p:nvSpPr>
        <p:spPr/>
        <p:txBody>
          <a:bodyPr/>
          <a:lstStyle/>
          <a:p>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03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40"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1"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2"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3" name="PlaceHolder 5"/>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7" name="PlaceHolder 6"/>
          <p:cNvSpPr>
            <a:spLocks noGrp="1"/>
          </p:cNvSpPr>
          <p:nvPr>
            <p:ph type="dt" idx="18"/>
          </p:nvPr>
        </p:nvSpPr>
        <p:spPr/>
        <p:txBody>
          <a:bodyPr/>
          <a:lstStyle/>
          <a:p>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204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045" name="PlaceHolder 2"/>
          <p:cNvSpPr>
            <a:spLocks noGrp="1"/>
          </p:cNvSpPr>
          <p:nvPr>
            <p:ph/>
          </p:nvPr>
        </p:nvSpPr>
        <p:spPr>
          <a:xfrm>
            <a:off x="91440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6" name="PlaceHolder 3"/>
          <p:cNvSpPr>
            <a:spLocks noGrp="1"/>
          </p:cNvSpPr>
          <p:nvPr>
            <p:ph/>
          </p:nvPr>
        </p:nvSpPr>
        <p:spPr>
          <a:xfrm>
            <a:off x="647928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7" name="PlaceHolder 4"/>
          <p:cNvSpPr>
            <a:spLocks noGrp="1"/>
          </p:cNvSpPr>
          <p:nvPr>
            <p:ph/>
          </p:nvPr>
        </p:nvSpPr>
        <p:spPr>
          <a:xfrm>
            <a:off x="1204416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8" name="PlaceHolder 5"/>
          <p:cNvSpPr>
            <a:spLocks noGrp="1"/>
          </p:cNvSpPr>
          <p:nvPr>
            <p:ph/>
          </p:nvPr>
        </p:nvSpPr>
        <p:spPr>
          <a:xfrm>
            <a:off x="91440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49" name="PlaceHolder 6"/>
          <p:cNvSpPr>
            <a:spLocks noGrp="1"/>
          </p:cNvSpPr>
          <p:nvPr>
            <p:ph/>
          </p:nvPr>
        </p:nvSpPr>
        <p:spPr>
          <a:xfrm>
            <a:off x="647928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050" name="PlaceHolder 7"/>
          <p:cNvSpPr>
            <a:spLocks noGrp="1"/>
          </p:cNvSpPr>
          <p:nvPr>
            <p:ph/>
          </p:nvPr>
        </p:nvSpPr>
        <p:spPr>
          <a:xfrm>
            <a:off x="1204416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9" name="PlaceHolder 8"/>
          <p:cNvSpPr>
            <a:spLocks noGrp="1"/>
          </p:cNvSpPr>
          <p:nvPr>
            <p:ph type="dt" idx="18"/>
          </p:nvPr>
        </p:nvSpPr>
        <p:spPr/>
        <p:txBody>
          <a:bodyPr/>
          <a:lstStyle/>
          <a:p>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2581"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82" name="PlaceHolder 2"/>
          <p:cNvSpPr>
            <a:spLocks noGrp="1"/>
          </p:cNvSpPr>
          <p:nvPr>
            <p:ph type="subTitle"/>
          </p:nvPr>
        </p:nvSpPr>
        <p:spPr>
          <a:xfrm>
            <a:off x="914400" y="2407320"/>
            <a:ext cx="16458840" cy="5966640"/>
          </a:xfrm>
          <a:prstGeom prst="rect">
            <a:avLst/>
          </a:prstGeom>
          <a:noFill/>
          <a:ln w="0">
            <a:noFill/>
          </a:ln>
        </p:spPr>
        <p:txBody>
          <a:bodyPr lIns="0" tIns="0" rIns="0" bIns="0" anchor="ctr">
            <a:noAutofit/>
          </a:bodyPr>
          <a:lstStyle/>
          <a:p>
            <a:pPr indent="0" algn="ctr">
              <a:buNone/>
            </a:pPr>
            <a:endParaRPr lang="en-US" sz="3200" b="0" strike="noStrike" spc="-1">
              <a:solidFill>
                <a:srgbClr val="000000"/>
              </a:solidFill>
              <a:latin typeface="Calibri"/>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2583"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84" name="PlaceHolder 2"/>
          <p:cNvSpPr>
            <a:spLocks noGrp="1"/>
          </p:cNvSpPr>
          <p:nvPr>
            <p:ph/>
          </p:nvPr>
        </p:nvSpPr>
        <p:spPr>
          <a:xfrm>
            <a:off x="914400" y="2407320"/>
            <a:ext cx="1645884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258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86"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587"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58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2589" name="PlaceHolder 1"/>
          <p:cNvSpPr>
            <a:spLocks noGrp="1"/>
          </p:cNvSpPr>
          <p:nvPr>
            <p:ph type="subTitle"/>
          </p:nvPr>
        </p:nvSpPr>
        <p:spPr>
          <a:xfrm>
            <a:off x="914400" y="410400"/>
            <a:ext cx="16458840" cy="7962840"/>
          </a:xfrm>
          <a:prstGeom prst="rect">
            <a:avLst/>
          </a:prstGeom>
          <a:noFill/>
          <a:ln w="0">
            <a:noFill/>
          </a:ln>
        </p:spPr>
        <p:txBody>
          <a:bodyPr lIns="0" tIns="0" rIns="0" bIns="0" anchor="ctr">
            <a:noAutofit/>
          </a:bodyPr>
          <a:lstStyle/>
          <a:p>
            <a:pPr algn="ctr"/>
            <a:endParaRPr lang="en-US" sz="3200" b="0" strike="noStrike" spc="-1">
              <a:solidFill>
                <a:srgbClr val="000000"/>
              </a:solidFill>
              <a:latin typeface="Calibri"/>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2590"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91"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592" name="PlaceHolder 3"/>
          <p:cNvSpPr>
            <a:spLocks noGrp="1"/>
          </p:cNvSpPr>
          <p:nvPr>
            <p:ph/>
          </p:nvPr>
        </p:nvSpPr>
        <p:spPr>
          <a:xfrm>
            <a:off x="934812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593"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259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95" name="PlaceHolder 2"/>
          <p:cNvSpPr>
            <a:spLocks noGrp="1"/>
          </p:cNvSpPr>
          <p:nvPr>
            <p:ph/>
          </p:nvPr>
        </p:nvSpPr>
        <p:spPr>
          <a:xfrm>
            <a:off x="914400" y="2407320"/>
            <a:ext cx="8031600" cy="596664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596"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597" name="PlaceHolder 4"/>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598"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599"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0"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1" name="PlaceHolder 4"/>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602"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603" name="PlaceHolder 2"/>
          <p:cNvSpPr>
            <a:spLocks noGrp="1"/>
          </p:cNvSpPr>
          <p:nvPr>
            <p:ph/>
          </p:nvPr>
        </p:nvSpPr>
        <p:spPr>
          <a:xfrm>
            <a:off x="914400" y="240732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4" name="PlaceHolder 3"/>
          <p:cNvSpPr>
            <a:spLocks noGrp="1"/>
          </p:cNvSpPr>
          <p:nvPr>
            <p:ph/>
          </p:nvPr>
        </p:nvSpPr>
        <p:spPr>
          <a:xfrm>
            <a:off x="914400" y="5523840"/>
            <a:ext cx="1645884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605"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606" name="PlaceHolder 2"/>
          <p:cNvSpPr>
            <a:spLocks noGrp="1"/>
          </p:cNvSpPr>
          <p:nvPr>
            <p:ph/>
          </p:nvPr>
        </p:nvSpPr>
        <p:spPr>
          <a:xfrm>
            <a:off x="91440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7" name="PlaceHolder 3"/>
          <p:cNvSpPr>
            <a:spLocks noGrp="1"/>
          </p:cNvSpPr>
          <p:nvPr>
            <p:ph/>
          </p:nvPr>
        </p:nvSpPr>
        <p:spPr>
          <a:xfrm>
            <a:off x="9348120" y="240732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8" name="PlaceHolder 4"/>
          <p:cNvSpPr>
            <a:spLocks noGrp="1"/>
          </p:cNvSpPr>
          <p:nvPr>
            <p:ph/>
          </p:nvPr>
        </p:nvSpPr>
        <p:spPr>
          <a:xfrm>
            <a:off x="91440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09" name="PlaceHolder 5"/>
          <p:cNvSpPr>
            <a:spLocks noGrp="1"/>
          </p:cNvSpPr>
          <p:nvPr>
            <p:ph/>
          </p:nvPr>
        </p:nvSpPr>
        <p:spPr>
          <a:xfrm>
            <a:off x="9348120" y="5523840"/>
            <a:ext cx="803160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2610"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endParaRPr lang="en-US" sz="4400" b="0" strike="noStrike" spc="-1">
              <a:solidFill>
                <a:srgbClr val="000000"/>
              </a:solidFill>
              <a:latin typeface="Calibri"/>
            </a:endParaRPr>
          </a:p>
        </p:txBody>
      </p:sp>
      <p:sp>
        <p:nvSpPr>
          <p:cNvPr id="2611" name="PlaceHolder 2"/>
          <p:cNvSpPr>
            <a:spLocks noGrp="1"/>
          </p:cNvSpPr>
          <p:nvPr>
            <p:ph/>
          </p:nvPr>
        </p:nvSpPr>
        <p:spPr>
          <a:xfrm>
            <a:off x="91440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12" name="PlaceHolder 3"/>
          <p:cNvSpPr>
            <a:spLocks noGrp="1"/>
          </p:cNvSpPr>
          <p:nvPr>
            <p:ph/>
          </p:nvPr>
        </p:nvSpPr>
        <p:spPr>
          <a:xfrm>
            <a:off x="647928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13" name="PlaceHolder 4"/>
          <p:cNvSpPr>
            <a:spLocks noGrp="1"/>
          </p:cNvSpPr>
          <p:nvPr>
            <p:ph/>
          </p:nvPr>
        </p:nvSpPr>
        <p:spPr>
          <a:xfrm>
            <a:off x="12044160" y="240732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14" name="PlaceHolder 5"/>
          <p:cNvSpPr>
            <a:spLocks noGrp="1"/>
          </p:cNvSpPr>
          <p:nvPr>
            <p:ph/>
          </p:nvPr>
        </p:nvSpPr>
        <p:spPr>
          <a:xfrm>
            <a:off x="91440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15" name="PlaceHolder 6"/>
          <p:cNvSpPr>
            <a:spLocks noGrp="1"/>
          </p:cNvSpPr>
          <p:nvPr>
            <p:ph/>
          </p:nvPr>
        </p:nvSpPr>
        <p:spPr>
          <a:xfrm>
            <a:off x="647928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
        <p:nvSpPr>
          <p:cNvPr id="2616" name="PlaceHolder 7"/>
          <p:cNvSpPr>
            <a:spLocks noGrp="1"/>
          </p:cNvSpPr>
          <p:nvPr>
            <p:ph/>
          </p:nvPr>
        </p:nvSpPr>
        <p:spPr>
          <a:xfrm>
            <a:off x="12044160" y="5523840"/>
            <a:ext cx="5299560" cy="284580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rgbClr val="000000"/>
              </a:solidFill>
              <a:latin typeface="Calibri"/>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image" Target="../media/image2.jpe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2.xml"/><Relationship Id="rId13" Type="http://schemas.openxmlformats.org/officeDocument/2006/relationships/slideLayout" Target="../slideLayouts/slideLayout37.xml"/><Relationship Id="rId3" Type="http://schemas.openxmlformats.org/officeDocument/2006/relationships/slideLayout" Target="../slideLayouts/slideLayout27.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2" Type="http://schemas.openxmlformats.org/officeDocument/2006/relationships/slideLayout" Target="../slideLayouts/slideLayout26.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5" Type="http://schemas.openxmlformats.org/officeDocument/2006/relationships/slideLayout" Target="../slideLayouts/slideLayout29.xml"/><Relationship Id="rId15" Type="http://schemas.openxmlformats.org/officeDocument/2006/relationships/image" Target="../media/image3.png"/><Relationship Id="rId10" Type="http://schemas.openxmlformats.org/officeDocument/2006/relationships/slideLayout" Target="../slideLayouts/slideLayout34.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5.xml"/><Relationship Id="rId13" Type="http://schemas.openxmlformats.org/officeDocument/2006/relationships/theme" Target="../theme/theme4.xml"/><Relationship Id="rId3" Type="http://schemas.openxmlformats.org/officeDocument/2006/relationships/slideLayout" Target="../slideLayouts/slideLayout40.xml"/><Relationship Id="rId7" Type="http://schemas.openxmlformats.org/officeDocument/2006/relationships/slideLayout" Target="../slideLayouts/slideLayout44.xml"/><Relationship Id="rId12" Type="http://schemas.openxmlformats.org/officeDocument/2006/relationships/slideLayout" Target="../slideLayouts/slideLayout49.xml"/><Relationship Id="rId2" Type="http://schemas.openxmlformats.org/officeDocument/2006/relationships/slideLayout" Target="../slideLayouts/slideLayout39.xml"/><Relationship Id="rId1" Type="http://schemas.openxmlformats.org/officeDocument/2006/relationships/slideLayout" Target="../slideLayouts/slideLayout38.xml"/><Relationship Id="rId6" Type="http://schemas.openxmlformats.org/officeDocument/2006/relationships/slideLayout" Target="../slideLayouts/slideLayout43.xml"/><Relationship Id="rId11" Type="http://schemas.openxmlformats.org/officeDocument/2006/relationships/slideLayout" Target="../slideLayouts/slideLayout48.xml"/><Relationship Id="rId5" Type="http://schemas.openxmlformats.org/officeDocument/2006/relationships/slideLayout" Target="../slideLayouts/slideLayout42.xml"/><Relationship Id="rId10" Type="http://schemas.openxmlformats.org/officeDocument/2006/relationships/slideLayout" Target="../slideLayouts/slideLayout47.xml"/><Relationship Id="rId4" Type="http://schemas.openxmlformats.org/officeDocument/2006/relationships/slideLayout" Target="../slideLayouts/slideLayout41.xml"/><Relationship Id="rId9" Type="http://schemas.openxmlformats.org/officeDocument/2006/relationships/slideLayout" Target="../slideLayouts/slideLayout46.xml"/><Relationship Id="rId14" Type="http://schemas.openxmlformats.org/officeDocument/2006/relationships/image" Target="../media/image3.png"/></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7.xml"/><Relationship Id="rId13" Type="http://schemas.openxmlformats.org/officeDocument/2006/relationships/theme" Target="../theme/theme5.xml"/><Relationship Id="rId3" Type="http://schemas.openxmlformats.org/officeDocument/2006/relationships/slideLayout" Target="../slideLayouts/slideLayout52.xml"/><Relationship Id="rId7" Type="http://schemas.openxmlformats.org/officeDocument/2006/relationships/slideLayout" Target="../slideLayouts/slideLayout56.xml"/><Relationship Id="rId12" Type="http://schemas.openxmlformats.org/officeDocument/2006/relationships/slideLayout" Target="../slideLayouts/slideLayout61.xml"/><Relationship Id="rId2" Type="http://schemas.openxmlformats.org/officeDocument/2006/relationships/slideLayout" Target="../slideLayouts/slideLayout51.xml"/><Relationship Id="rId1" Type="http://schemas.openxmlformats.org/officeDocument/2006/relationships/slideLayout" Target="../slideLayouts/slideLayout50.xml"/><Relationship Id="rId6" Type="http://schemas.openxmlformats.org/officeDocument/2006/relationships/slideLayout" Target="../slideLayouts/slideLayout55.xml"/><Relationship Id="rId11" Type="http://schemas.openxmlformats.org/officeDocument/2006/relationships/slideLayout" Target="../slideLayouts/slideLayout60.xml"/><Relationship Id="rId5" Type="http://schemas.openxmlformats.org/officeDocument/2006/relationships/slideLayout" Target="../slideLayouts/slideLayout54.xml"/><Relationship Id="rId10" Type="http://schemas.openxmlformats.org/officeDocument/2006/relationships/slideLayout" Target="../slideLayouts/slideLayout59.xml"/><Relationship Id="rId4" Type="http://schemas.openxmlformats.org/officeDocument/2006/relationships/slideLayout" Target="../slideLayouts/slideLayout53.xml"/><Relationship Id="rId9" Type="http://schemas.openxmlformats.org/officeDocument/2006/relationships/slideLayout" Target="../slideLayouts/slideLayout58.xml"/><Relationship Id="rId14" Type="http://schemas.openxmlformats.org/officeDocument/2006/relationships/image" Target="../media/image4.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82" name="圖片 8"/>
          <p:cNvPicPr/>
          <p:nvPr/>
        </p:nvPicPr>
        <p:blipFill>
          <a:blip r:embed="rId14"/>
          <a:stretch/>
        </p:blipFill>
        <p:spPr>
          <a:xfrm>
            <a:off x="0" y="0"/>
            <a:ext cx="18287280" cy="10287720"/>
          </a:xfrm>
          <a:prstGeom prst="rect">
            <a:avLst/>
          </a:prstGeom>
          <a:ln w="0">
            <a:noFill/>
          </a:ln>
        </p:spPr>
      </p:pic>
      <p:sp>
        <p:nvSpPr>
          <p:cNvPr id="283"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r>
              <a:rPr lang="zh-TW" sz="4400" b="0" strike="noStrike" spc="-1">
                <a:solidFill>
                  <a:srgbClr val="000000"/>
                </a:solidFill>
                <a:latin typeface="Calibri"/>
              </a:rPr>
              <a:t>請按這裡編輯題名文字格式</a:t>
            </a:r>
            <a:endParaRPr lang="en-US" sz="4400" b="0" strike="noStrike" spc="-1">
              <a:solidFill>
                <a:srgbClr val="000000"/>
              </a:solidFill>
              <a:latin typeface="Calibri"/>
            </a:endParaRPr>
          </a:p>
        </p:txBody>
      </p:sp>
      <p:sp>
        <p:nvSpPr>
          <p:cNvPr id="284" name="PlaceHolder 2"/>
          <p:cNvSpPr>
            <a:spLocks noGrp="1"/>
          </p:cNvSpPr>
          <p:nvPr>
            <p:ph type="body"/>
          </p:nvPr>
        </p:nvSpPr>
        <p:spPr>
          <a:xfrm>
            <a:off x="914400" y="2407320"/>
            <a:ext cx="16458840" cy="59666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zh-TW" sz="3200" b="0" strike="noStrike" spc="-1">
                <a:solidFill>
                  <a:srgbClr val="000000"/>
                </a:solidFill>
                <a:latin typeface="Calibri"/>
              </a:rPr>
              <a:t>請按這裡編輯大綱文字格式</a:t>
            </a:r>
            <a:endParaRPr lang="en-US" sz="3200" b="0" strike="noStrike" spc="-1">
              <a:solidFill>
                <a:srgbClr val="000000"/>
              </a:solidFill>
              <a:latin typeface="Calibri"/>
            </a:endParaRPr>
          </a:p>
          <a:p>
            <a:pPr marL="864000" lvl="1" indent="-324000">
              <a:spcBef>
                <a:spcPts val="1134"/>
              </a:spcBef>
              <a:buClr>
                <a:srgbClr val="000000"/>
              </a:buClr>
              <a:buSzPct val="75000"/>
              <a:buFont typeface="Symbol" charset="2"/>
              <a:buChar char=""/>
            </a:pPr>
            <a:r>
              <a:rPr lang="zh-TW" sz="2800" b="0" strike="noStrike" spc="-1">
                <a:solidFill>
                  <a:srgbClr val="000000"/>
                </a:solidFill>
                <a:latin typeface="Calibri"/>
              </a:rPr>
              <a:t>第二個大綱層次</a:t>
            </a:r>
            <a:endParaRPr lang="en-US" sz="2800" b="0" strike="noStrike" spc="-1">
              <a:solidFill>
                <a:srgbClr val="000000"/>
              </a:solidFill>
              <a:latin typeface="Calibri"/>
            </a:endParaRPr>
          </a:p>
          <a:p>
            <a:pPr marL="1296000" lvl="2" indent="-288000">
              <a:spcBef>
                <a:spcPts val="850"/>
              </a:spcBef>
              <a:buClr>
                <a:srgbClr val="000000"/>
              </a:buClr>
              <a:buSzPct val="45000"/>
              <a:buFont typeface="Wingdings" charset="2"/>
              <a:buChar char=""/>
            </a:pPr>
            <a:r>
              <a:rPr lang="zh-TW" sz="2400" b="0" strike="noStrike" spc="-1">
                <a:solidFill>
                  <a:srgbClr val="000000"/>
                </a:solidFill>
                <a:latin typeface="Calibri"/>
              </a:rPr>
              <a:t>第三個大綱層次</a:t>
            </a:r>
            <a:endParaRPr lang="en-US" sz="2400" b="0" strike="noStrike" spc="-1">
              <a:solidFill>
                <a:srgbClr val="000000"/>
              </a:solidFill>
              <a:latin typeface="Calibri"/>
            </a:endParaRPr>
          </a:p>
          <a:p>
            <a:pPr marL="1728000" lvl="3" indent="-216000">
              <a:spcBef>
                <a:spcPts val="567"/>
              </a:spcBef>
              <a:buClr>
                <a:srgbClr val="000000"/>
              </a:buClr>
              <a:buSzPct val="75000"/>
              <a:buFont typeface="Symbol" charset="2"/>
              <a:buChar char=""/>
            </a:pPr>
            <a:r>
              <a:rPr lang="zh-TW" sz="2000" b="0" strike="noStrike" spc="-1">
                <a:solidFill>
                  <a:srgbClr val="000000"/>
                </a:solidFill>
                <a:latin typeface="Calibri"/>
              </a:rPr>
              <a:t>第四個大綱層次</a:t>
            </a:r>
            <a:endParaRPr lang="en-US" sz="2000" b="0" strike="noStrike" spc="-1">
              <a:solidFill>
                <a:srgbClr val="000000"/>
              </a:solidFill>
              <a:latin typeface="Calibri"/>
            </a:endParaRPr>
          </a:p>
          <a:p>
            <a:pPr marL="2160000" lvl="4" indent="-216000">
              <a:spcBef>
                <a:spcPts val="283"/>
              </a:spcBef>
              <a:buClr>
                <a:srgbClr val="000000"/>
              </a:buClr>
              <a:buSzPct val="45000"/>
              <a:buFont typeface="Wingdings" charset="2"/>
              <a:buChar char=""/>
            </a:pPr>
            <a:r>
              <a:rPr lang="zh-TW" sz="2000" b="0" strike="noStrike" spc="-1">
                <a:solidFill>
                  <a:srgbClr val="000000"/>
                </a:solidFill>
                <a:latin typeface="Calibri"/>
              </a:rPr>
              <a:t>第五個大綱層次</a:t>
            </a:r>
            <a:endParaRPr lang="en-US" sz="2000" b="0" strike="noStrike" spc="-1">
              <a:solidFill>
                <a:srgbClr val="000000"/>
              </a:solidFill>
              <a:latin typeface="Calibri"/>
            </a:endParaRPr>
          </a:p>
          <a:p>
            <a:pPr marL="2592000" lvl="5" indent="-216000">
              <a:spcBef>
                <a:spcPts val="283"/>
              </a:spcBef>
              <a:buClr>
                <a:srgbClr val="000000"/>
              </a:buClr>
              <a:buSzPct val="45000"/>
              <a:buFont typeface="Wingdings" charset="2"/>
              <a:buChar char=""/>
            </a:pPr>
            <a:r>
              <a:rPr lang="zh-TW" sz="2000" b="0" strike="noStrike" spc="-1">
                <a:solidFill>
                  <a:srgbClr val="000000"/>
                </a:solidFill>
                <a:latin typeface="Calibri"/>
              </a:rPr>
              <a:t>第六個大綱層次</a:t>
            </a:r>
            <a:endParaRPr lang="en-US" sz="2000" b="0" strike="noStrike" spc="-1">
              <a:solidFill>
                <a:srgbClr val="000000"/>
              </a:solidFill>
              <a:latin typeface="Calibri"/>
            </a:endParaRPr>
          </a:p>
          <a:p>
            <a:pPr marL="3024000" lvl="6" indent="-216000">
              <a:spcBef>
                <a:spcPts val="283"/>
              </a:spcBef>
              <a:buClr>
                <a:srgbClr val="000000"/>
              </a:buClr>
              <a:buSzPct val="45000"/>
              <a:buFont typeface="Wingdings" charset="2"/>
              <a:buChar char=""/>
            </a:pPr>
            <a:r>
              <a:rPr lang="zh-TW" sz="2000" b="0" strike="noStrike" spc="-1">
                <a:solidFill>
                  <a:srgbClr val="000000"/>
                </a:solidFill>
                <a:latin typeface="Calibri"/>
              </a:rPr>
              <a:t>第七個大綱層次</a:t>
            </a:r>
            <a:endParaRPr lang="en-US" sz="20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3740" r:id="rId1"/>
    <p:sldLayoutId id="2147483741" r:id="rId2"/>
    <p:sldLayoutId id="2147483742" r:id="rId3"/>
    <p:sldLayoutId id="2147483743" r:id="rId4"/>
    <p:sldLayoutId id="2147483744" r:id="rId5"/>
    <p:sldLayoutId id="2147483745" r:id="rId6"/>
    <p:sldLayoutId id="2147483746" r:id="rId7"/>
    <p:sldLayoutId id="2147483747" r:id="rId8"/>
    <p:sldLayoutId id="2147483748" r:id="rId9"/>
    <p:sldLayoutId id="2147483749" r:id="rId10"/>
    <p:sldLayoutId id="2147483750" r:id="rId11"/>
    <p:sldLayoutId id="2147483751" r:id="rId12"/>
  </p:sldLayoutIdLst>
  <p:txStyles>
    <p:titleStyle/>
    <p:bodyStyle/>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850" name="圖片 2"/>
          <p:cNvPicPr/>
          <p:nvPr/>
        </p:nvPicPr>
        <p:blipFill>
          <a:blip r:embed="rId14"/>
          <a:stretch/>
        </p:blipFill>
        <p:spPr>
          <a:xfrm>
            <a:off x="0" y="1440"/>
            <a:ext cx="18287280" cy="10285200"/>
          </a:xfrm>
          <a:prstGeom prst="rect">
            <a:avLst/>
          </a:prstGeom>
          <a:ln w="0">
            <a:noFill/>
          </a:ln>
        </p:spPr>
      </p:pic>
      <p:sp>
        <p:nvSpPr>
          <p:cNvPr id="851" name="TextBox 1"/>
          <p:cNvSpPr/>
          <p:nvPr/>
        </p:nvSpPr>
        <p:spPr>
          <a:xfrm>
            <a:off x="660600" y="600840"/>
            <a:ext cx="3228840" cy="100404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zh-TW" sz="6000" b="1" strike="noStrike" spc="-1">
                <a:solidFill>
                  <a:schemeClr val="dk1"/>
                </a:solidFill>
                <a:latin typeface="Microsoft JhengHei"/>
                <a:ea typeface="Microsoft JhengHei"/>
              </a:rPr>
              <a:t>重要聲明</a:t>
            </a:r>
            <a:endParaRPr lang="en-US" sz="6000" b="0" strike="noStrike" spc="-1">
              <a:solidFill>
                <a:srgbClr val="000000"/>
              </a:solidFill>
              <a:latin typeface="Calibri"/>
            </a:endParaRPr>
          </a:p>
        </p:txBody>
      </p:sp>
      <p:sp>
        <p:nvSpPr>
          <p:cNvPr id="852" name="TextBox 3"/>
          <p:cNvSpPr/>
          <p:nvPr/>
        </p:nvSpPr>
        <p:spPr>
          <a:xfrm>
            <a:off x="561240" y="3205080"/>
            <a:ext cx="17165160" cy="33814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zh-TW" sz="2400" b="1" strike="noStrike" spc="-1">
                <a:solidFill>
                  <a:srgbClr val="000000"/>
                </a:solidFill>
                <a:latin typeface="微軟正黑體"/>
                <a:ea typeface="微軟正黑體"/>
              </a:rPr>
              <a:t>本簡報依據</a:t>
            </a:r>
            <a:r>
              <a:rPr lang="zh-TW" sz="2400" b="1" strike="noStrike" spc="-1">
                <a:solidFill>
                  <a:schemeClr val="dk1"/>
                </a:solidFill>
                <a:latin typeface="微軟正黑體"/>
                <a:ea typeface="微軟正黑體"/>
              </a:rPr>
              <a:t>裕榮昌科技股份有限公司台中分公司</a:t>
            </a:r>
            <a:r>
              <a:rPr lang="zh-TW" sz="2400" b="1" strike="noStrike" spc="-1">
                <a:solidFill>
                  <a:srgbClr val="000000"/>
                </a:solidFill>
                <a:latin typeface="微軟正黑體"/>
                <a:ea typeface="微軟正黑體"/>
              </a:rPr>
              <a:t>之需求所編製。</a:t>
            </a:r>
            <a:endParaRPr lang="en-US" sz="2400" b="0" strike="noStrike" spc="-1">
              <a:solidFill>
                <a:srgbClr val="000000"/>
              </a:solidFill>
              <a:latin typeface="Calibri"/>
            </a:endParaRPr>
          </a:p>
          <a:p>
            <a:pPr defTabSz="457200">
              <a:lnSpc>
                <a:spcPct val="100000"/>
              </a:lnSpc>
            </a:pPr>
            <a:endParaRPr lang="en-US" sz="2400" b="0" strike="noStrike" spc="-1">
              <a:solidFill>
                <a:srgbClr val="000000"/>
              </a:solidFill>
              <a:latin typeface="Calibri"/>
            </a:endParaRPr>
          </a:p>
          <a:p>
            <a:pPr algn="just" defTabSz="457200">
              <a:lnSpc>
                <a:spcPct val="100000"/>
              </a:lnSpc>
            </a:pPr>
            <a:r>
              <a:rPr lang="zh-TW" sz="2400" b="1" strike="noStrike" spc="-1">
                <a:solidFill>
                  <a:schemeClr val="dk1"/>
                </a:solidFill>
                <a:latin typeface="微軟正黑體"/>
                <a:ea typeface="微軟正黑體"/>
              </a:rPr>
              <a:t>本份簡報係於</a:t>
            </a:r>
            <a:r>
              <a:rPr lang="en-US" sz="2400" b="1" strike="noStrike" spc="-1">
                <a:solidFill>
                  <a:schemeClr val="dk1"/>
                </a:solidFill>
                <a:latin typeface="微軟正黑體"/>
                <a:ea typeface="微軟正黑體"/>
              </a:rPr>
              <a:t>2025</a:t>
            </a:r>
            <a:r>
              <a:rPr lang="zh-TW" sz="2400" b="1" strike="noStrike" spc="-1">
                <a:solidFill>
                  <a:schemeClr val="dk1"/>
                </a:solidFill>
                <a:latin typeface="微軟正黑體"/>
                <a:ea typeface="微軟正黑體"/>
              </a:rPr>
              <a:t>年</a:t>
            </a:r>
            <a:r>
              <a:rPr lang="en-US" sz="2400" b="1" strike="noStrike" spc="-1">
                <a:solidFill>
                  <a:schemeClr val="dk1"/>
                </a:solidFill>
                <a:latin typeface="微軟正黑體"/>
                <a:ea typeface="微軟正黑體"/>
              </a:rPr>
              <a:t>4</a:t>
            </a:r>
            <a:r>
              <a:rPr lang="zh-TW" sz="2400" b="1" strike="noStrike" spc="-1">
                <a:solidFill>
                  <a:schemeClr val="dk1"/>
                </a:solidFill>
                <a:latin typeface="微軟正黑體"/>
                <a:ea typeface="微軟正黑體"/>
              </a:rPr>
              <a:t>月</a:t>
            </a:r>
            <a:r>
              <a:rPr lang="en-US" sz="2400" b="1" strike="noStrike" spc="-1">
                <a:solidFill>
                  <a:schemeClr val="dk1"/>
                </a:solidFill>
                <a:latin typeface="微軟正黑體"/>
                <a:ea typeface="微軟正黑體"/>
              </a:rPr>
              <a:t>1</a:t>
            </a:r>
            <a:r>
              <a:rPr lang="zh-TW" sz="2400" b="1" strike="noStrike" spc="-1">
                <a:solidFill>
                  <a:schemeClr val="dk1"/>
                </a:solidFill>
                <a:latin typeface="微軟正黑體"/>
                <a:ea typeface="微軟正黑體"/>
              </a:rPr>
              <a:t>日簽訂之服務委任合約製作完成，僅提供賜昌集團內部參考使用。</a:t>
            </a:r>
            <a:endParaRPr lang="en-US" sz="2400" b="0" strike="noStrike" spc="-1">
              <a:solidFill>
                <a:srgbClr val="000000"/>
              </a:solidFill>
              <a:latin typeface="Calibri"/>
            </a:endParaRPr>
          </a:p>
          <a:p>
            <a:pPr algn="just" defTabSz="457200">
              <a:lnSpc>
                <a:spcPct val="100000"/>
              </a:lnSpc>
            </a:pPr>
            <a:endParaRPr lang="en-US" sz="2400" b="0" strike="noStrike" spc="-1">
              <a:solidFill>
                <a:srgbClr val="000000"/>
              </a:solidFill>
              <a:latin typeface="Calibri"/>
            </a:endParaRPr>
          </a:p>
          <a:p>
            <a:pPr algn="just" defTabSz="457200">
              <a:lnSpc>
                <a:spcPct val="100000"/>
              </a:lnSpc>
            </a:pPr>
            <a:r>
              <a:rPr lang="zh-TW" sz="2400" b="1" strike="noStrike" spc="-1">
                <a:solidFill>
                  <a:schemeClr val="dk1"/>
                </a:solidFill>
                <a:latin typeface="微軟正黑體"/>
                <a:ea typeface="微軟正黑體"/>
              </a:rPr>
              <a:t>本份簡報為機密文件，在未取得本公司書面同意下，除委任合約中指明之對象及用途外，本簡報不得複製或提供第三人使用，亦不得作為其他用途。對於任何人因違反前述規定，任意傳閱、複製或使用本份報告所引發之任何損失，本公司將不負任何義務及責任。</a:t>
            </a:r>
            <a:endParaRPr lang="en-US" sz="2400" b="0" strike="noStrike" spc="-1">
              <a:solidFill>
                <a:srgbClr val="000000"/>
              </a:solidFill>
              <a:latin typeface="Calibri"/>
            </a:endParaRPr>
          </a:p>
          <a:p>
            <a:pPr defTabSz="457200">
              <a:lnSpc>
                <a:spcPct val="100000"/>
              </a:lnSpc>
            </a:pPr>
            <a:endParaRPr lang="en-US" sz="2400" b="0" strike="noStrike" spc="-1">
              <a:solidFill>
                <a:srgbClr val="000000"/>
              </a:solidFill>
              <a:latin typeface="Calibri"/>
            </a:endParaRPr>
          </a:p>
          <a:p>
            <a:pPr defTabSz="457200">
              <a:lnSpc>
                <a:spcPct val="100000"/>
              </a:lnSpc>
            </a:pPr>
            <a:r>
              <a:rPr lang="zh-TW" sz="2400" b="1" strike="noStrike" spc="-1">
                <a:solidFill>
                  <a:srgbClr val="000000"/>
                </a:solidFill>
                <a:latin typeface="微軟正黑體"/>
                <a:ea typeface="微軟正黑體"/>
              </a:rPr>
              <a:t>未經本公司書面同意，  貴公司以及專案所有成員不得將本簡報之全部或部分提供予任何第三人或使第三人得知其內容。</a:t>
            </a:r>
            <a:endParaRPr lang="en-US" sz="2400" b="0" strike="noStrike" spc="-1">
              <a:solidFill>
                <a:srgbClr val="000000"/>
              </a:solidFill>
              <a:latin typeface="Calibri"/>
            </a:endParaRPr>
          </a:p>
        </p:txBody>
      </p:sp>
      <p:sp>
        <p:nvSpPr>
          <p:cNvPr id="853"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r>
              <a:rPr lang="zh-TW" sz="4400" b="0" strike="noStrike" spc="-1">
                <a:solidFill>
                  <a:srgbClr val="000000"/>
                </a:solidFill>
                <a:latin typeface="Calibri"/>
              </a:rPr>
              <a:t>請按這裡編輯題名文字格式</a:t>
            </a:r>
            <a:endParaRPr lang="en-US" sz="4400" b="0" strike="noStrike" spc="-1">
              <a:solidFill>
                <a:srgbClr val="000000"/>
              </a:solidFill>
              <a:latin typeface="Calibri"/>
            </a:endParaRPr>
          </a:p>
        </p:txBody>
      </p:sp>
      <p:sp>
        <p:nvSpPr>
          <p:cNvPr id="854" name="PlaceHolder 2"/>
          <p:cNvSpPr>
            <a:spLocks noGrp="1"/>
          </p:cNvSpPr>
          <p:nvPr>
            <p:ph type="body"/>
          </p:nvPr>
        </p:nvSpPr>
        <p:spPr>
          <a:xfrm>
            <a:off x="914400" y="2407320"/>
            <a:ext cx="16458840" cy="59666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zh-TW" sz="3200" b="0" strike="noStrike" spc="-1">
                <a:solidFill>
                  <a:srgbClr val="000000"/>
                </a:solidFill>
                <a:latin typeface="Calibri"/>
              </a:rPr>
              <a:t>請按這裡編輯大綱文字格式</a:t>
            </a:r>
            <a:endParaRPr lang="en-US" sz="3200" b="0" strike="noStrike" spc="-1">
              <a:solidFill>
                <a:srgbClr val="000000"/>
              </a:solidFill>
              <a:latin typeface="Calibri"/>
            </a:endParaRPr>
          </a:p>
          <a:p>
            <a:pPr marL="864000" lvl="1" indent="-324000">
              <a:spcBef>
                <a:spcPts val="1134"/>
              </a:spcBef>
              <a:buClr>
                <a:srgbClr val="000000"/>
              </a:buClr>
              <a:buSzPct val="75000"/>
              <a:buFont typeface="Symbol" charset="2"/>
              <a:buChar char=""/>
            </a:pPr>
            <a:r>
              <a:rPr lang="zh-TW" sz="2800" b="0" strike="noStrike" spc="-1">
                <a:solidFill>
                  <a:srgbClr val="000000"/>
                </a:solidFill>
                <a:latin typeface="Calibri"/>
              </a:rPr>
              <a:t>第二個大綱層次</a:t>
            </a:r>
            <a:endParaRPr lang="en-US" sz="2800" b="0" strike="noStrike" spc="-1">
              <a:solidFill>
                <a:srgbClr val="000000"/>
              </a:solidFill>
              <a:latin typeface="Calibri"/>
            </a:endParaRPr>
          </a:p>
          <a:p>
            <a:pPr marL="1296000" lvl="2" indent="-288000">
              <a:spcBef>
                <a:spcPts val="850"/>
              </a:spcBef>
              <a:buClr>
                <a:srgbClr val="000000"/>
              </a:buClr>
              <a:buSzPct val="45000"/>
              <a:buFont typeface="Wingdings" charset="2"/>
              <a:buChar char=""/>
            </a:pPr>
            <a:r>
              <a:rPr lang="zh-TW" sz="2400" b="0" strike="noStrike" spc="-1">
                <a:solidFill>
                  <a:srgbClr val="000000"/>
                </a:solidFill>
                <a:latin typeface="Calibri"/>
              </a:rPr>
              <a:t>第三個大綱層次</a:t>
            </a:r>
            <a:endParaRPr lang="en-US" sz="2400" b="0" strike="noStrike" spc="-1">
              <a:solidFill>
                <a:srgbClr val="000000"/>
              </a:solidFill>
              <a:latin typeface="Calibri"/>
            </a:endParaRPr>
          </a:p>
          <a:p>
            <a:pPr marL="1728000" lvl="3" indent="-216000">
              <a:spcBef>
                <a:spcPts val="567"/>
              </a:spcBef>
              <a:buClr>
                <a:srgbClr val="000000"/>
              </a:buClr>
              <a:buSzPct val="75000"/>
              <a:buFont typeface="Symbol" charset="2"/>
              <a:buChar char=""/>
            </a:pPr>
            <a:r>
              <a:rPr lang="zh-TW" sz="2000" b="0" strike="noStrike" spc="-1">
                <a:solidFill>
                  <a:srgbClr val="000000"/>
                </a:solidFill>
                <a:latin typeface="Calibri"/>
              </a:rPr>
              <a:t>第四個大綱層次</a:t>
            </a:r>
            <a:endParaRPr lang="en-US" sz="2000" b="0" strike="noStrike" spc="-1">
              <a:solidFill>
                <a:srgbClr val="000000"/>
              </a:solidFill>
              <a:latin typeface="Calibri"/>
            </a:endParaRPr>
          </a:p>
          <a:p>
            <a:pPr marL="2160000" lvl="4" indent="-216000">
              <a:spcBef>
                <a:spcPts val="283"/>
              </a:spcBef>
              <a:buClr>
                <a:srgbClr val="000000"/>
              </a:buClr>
              <a:buSzPct val="45000"/>
              <a:buFont typeface="Wingdings" charset="2"/>
              <a:buChar char=""/>
            </a:pPr>
            <a:r>
              <a:rPr lang="zh-TW" sz="2000" b="0" strike="noStrike" spc="-1">
                <a:solidFill>
                  <a:srgbClr val="000000"/>
                </a:solidFill>
                <a:latin typeface="Calibri"/>
              </a:rPr>
              <a:t>第五個大綱層次</a:t>
            </a:r>
            <a:endParaRPr lang="en-US" sz="2000" b="0" strike="noStrike" spc="-1">
              <a:solidFill>
                <a:srgbClr val="000000"/>
              </a:solidFill>
              <a:latin typeface="Calibri"/>
            </a:endParaRPr>
          </a:p>
          <a:p>
            <a:pPr marL="2592000" lvl="5" indent="-216000">
              <a:spcBef>
                <a:spcPts val="283"/>
              </a:spcBef>
              <a:buClr>
                <a:srgbClr val="000000"/>
              </a:buClr>
              <a:buSzPct val="45000"/>
              <a:buFont typeface="Wingdings" charset="2"/>
              <a:buChar char=""/>
            </a:pPr>
            <a:r>
              <a:rPr lang="zh-TW" sz="2000" b="0" strike="noStrike" spc="-1">
                <a:solidFill>
                  <a:srgbClr val="000000"/>
                </a:solidFill>
                <a:latin typeface="Calibri"/>
              </a:rPr>
              <a:t>第六個大綱層次</a:t>
            </a:r>
            <a:endParaRPr lang="en-US" sz="2000" b="0" strike="noStrike" spc="-1">
              <a:solidFill>
                <a:srgbClr val="000000"/>
              </a:solidFill>
              <a:latin typeface="Calibri"/>
            </a:endParaRPr>
          </a:p>
          <a:p>
            <a:pPr marL="3024000" lvl="6" indent="-216000">
              <a:spcBef>
                <a:spcPts val="283"/>
              </a:spcBef>
              <a:buClr>
                <a:srgbClr val="000000"/>
              </a:buClr>
              <a:buSzPct val="45000"/>
              <a:buFont typeface="Wingdings" charset="2"/>
              <a:buChar char=""/>
            </a:pPr>
            <a:r>
              <a:rPr lang="zh-TW" sz="2000" b="0" strike="noStrike" spc="-1">
                <a:solidFill>
                  <a:srgbClr val="000000"/>
                </a:solidFill>
                <a:latin typeface="Calibri"/>
              </a:rPr>
              <a:t>第七個大綱層次</a:t>
            </a:r>
            <a:endParaRPr lang="en-US" sz="20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3922" r:id="rId1"/>
    <p:sldLayoutId id="2147483923" r:id="rId2"/>
    <p:sldLayoutId id="2147483924" r:id="rId3"/>
    <p:sldLayoutId id="2147483925" r:id="rId4"/>
    <p:sldLayoutId id="2147483926" r:id="rId5"/>
    <p:sldLayoutId id="2147483927" r:id="rId6"/>
    <p:sldLayoutId id="2147483928" r:id="rId7"/>
    <p:sldLayoutId id="2147483929" r:id="rId8"/>
    <p:sldLayoutId id="2147483930" r:id="rId9"/>
    <p:sldLayoutId id="2147483931" r:id="rId10"/>
    <p:sldLayoutId id="2147483932" r:id="rId11"/>
    <p:sldLayoutId id="2147483933" r:id="rId12"/>
  </p:sldLayoutIdLst>
  <p:txStyles>
    <p:titleStyle/>
    <p:bodyStyle/>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1430" name="Google Shape;35;p9"/>
          <p:cNvGraphicFramePr/>
          <p:nvPr/>
        </p:nvGraphicFramePr>
        <p:xfrm>
          <a:off x="122400" y="114480"/>
          <a:ext cx="18019800" cy="10040760"/>
        </p:xfrm>
        <a:graphic>
          <a:graphicData uri="http://schemas.openxmlformats.org/drawingml/2006/table">
            <a:tbl>
              <a:tblPr/>
              <a:tblGrid>
                <a:gridCol w="2311200"/>
                <a:gridCol w="11889360"/>
                <a:gridCol w="3819240"/>
              </a:tblGrid>
              <a:tr h="626040">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Company / </a:t>
                      </a:r>
                      <a:r>
                        <a:rPr lang="zh-TW" sz="1600" b="1" strike="noStrike" spc="-1">
                          <a:solidFill>
                            <a:schemeClr val="dk1"/>
                          </a:solidFill>
                          <a:latin typeface="Microsoft JhengHei"/>
                          <a:ea typeface="Microsoft JhengHei"/>
                        </a:rPr>
                        <a:t>公司名稱</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pPr algn="ctr" defTabSz="1371600">
                        <a:lnSpc>
                          <a:spcPct val="150000"/>
                        </a:lnSpc>
                        <a:tabLst>
                          <a:tab pos="0" algn="l"/>
                        </a:tabLst>
                      </a:pPr>
                      <a:r>
                        <a:rPr lang="en-US" sz="2400" b="1" strike="noStrike" spc="-1">
                          <a:solidFill>
                            <a:schemeClr val="dk1"/>
                          </a:solidFill>
                          <a:latin typeface="Microsoft JhengHei"/>
                          <a:ea typeface="Microsoft JhengHei"/>
                        </a:rPr>
                        <a:t>                Freetrend </a:t>
                      </a:r>
                      <a:r>
                        <a:rPr lang="zh-TW" sz="2400" b="1" strike="noStrike" spc="-1">
                          <a:solidFill>
                            <a:schemeClr val="dk1"/>
                          </a:solidFill>
                          <a:latin typeface="Microsoft JhengHei"/>
                          <a:ea typeface="Microsoft JhengHei"/>
                        </a:rPr>
                        <a:t>賜昌集團</a:t>
                      </a:r>
                      <a:endParaRPr lang="en-US" sz="2400" b="0" strike="noStrike" spc="-1">
                        <a:solidFill>
                          <a:srgbClr val="000000"/>
                        </a:solidFill>
                        <a:latin typeface="Calibri"/>
                      </a:endParaRPr>
                    </a:p>
                  </a:txBody>
                  <a:tcPr marL="84240" marR="842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rowSpan="2">
                  <a:txBody>
                    <a:bodyPr/>
                    <a:lstStyle/>
                    <a:p>
                      <a:pPr defTabSz="1371600">
                        <a:lnSpc>
                          <a:spcPct val="100000"/>
                        </a:lnSpc>
                        <a:tabLst>
                          <a:tab pos="0" algn="l"/>
                        </a:tabLst>
                      </a:pPr>
                      <a:r>
                        <a:rPr lang="en-US" sz="1600" b="1" strike="noStrike" spc="-1">
                          <a:solidFill>
                            <a:schemeClr val="dk1"/>
                          </a:solidFill>
                          <a:latin typeface="Microsoft JhengHei"/>
                          <a:ea typeface="Microsoft JhengHei"/>
                        </a:rPr>
                        <a:t>Page </a:t>
                      </a:r>
                      <a:r>
                        <a:rPr lang="zh-TW" sz="1600" b="1" strike="noStrike" spc="-1">
                          <a:solidFill>
                            <a:schemeClr val="dk1"/>
                          </a:solidFill>
                          <a:latin typeface="Microsoft JhengHei"/>
                          <a:ea typeface="Microsoft JhengHei"/>
                        </a:rPr>
                        <a:t>頁次：</a:t>
                      </a:r>
                      <a:endParaRPr lang="en-US" sz="1600" b="0" strike="noStrike" spc="-1">
                        <a:solidFill>
                          <a:srgbClr val="000000"/>
                        </a:solidFill>
                        <a:latin typeface="Calibri"/>
                      </a:endParaRPr>
                    </a:p>
                    <a:p>
                      <a:pPr defTabSz="914400">
                        <a:lnSpc>
                          <a:spcPct val="100000"/>
                        </a:lnSpc>
                        <a:spcBef>
                          <a:spcPts val="300"/>
                        </a:spcBef>
                        <a:tabLst>
                          <a:tab pos="0" algn="l"/>
                        </a:tabLst>
                      </a:pPr>
                      <a:r>
                        <a:rPr lang="en-US" sz="1600" b="1" strike="noStrike" spc="-1">
                          <a:solidFill>
                            <a:schemeClr val="dk1"/>
                          </a:solidFill>
                          <a:latin typeface="Microsoft JhengHei"/>
                          <a:ea typeface="Microsoft JhengHei"/>
                        </a:rPr>
                        <a:t>Latest Update </a:t>
                      </a:r>
                      <a:r>
                        <a:rPr lang="zh-TW" sz="1600" b="1" strike="noStrike" spc="-1">
                          <a:solidFill>
                            <a:schemeClr val="dk1"/>
                          </a:solidFill>
                          <a:latin typeface="Microsoft JhengHei"/>
                          <a:ea typeface="Microsoft JhengHei"/>
                        </a:rPr>
                        <a:t>最後更新：</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r>
              <a:tr h="601560">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Process ID / Name</a:t>
                      </a:r>
                      <a:endParaRPr lang="en-US" sz="1600" b="0" strike="noStrike" spc="-1">
                        <a:solidFill>
                          <a:srgbClr val="000000"/>
                        </a:solidFill>
                        <a:latin typeface="Calibri"/>
                      </a:endParaRPr>
                    </a:p>
                    <a:p>
                      <a:pPr algn="ctr" defTabSz="1371600">
                        <a:lnSpc>
                          <a:spcPct val="100000"/>
                        </a:lnSpc>
                        <a:tabLst>
                          <a:tab pos="0" algn="l"/>
                        </a:tabLst>
                      </a:pPr>
                      <a:r>
                        <a:rPr lang="zh-TW" sz="1600" b="1" strike="noStrike" spc="-1">
                          <a:solidFill>
                            <a:schemeClr val="dk1"/>
                          </a:solidFill>
                          <a:latin typeface="Microsoft JhengHei"/>
                          <a:ea typeface="Microsoft JhengHei"/>
                        </a:rPr>
                        <a:t>流程代碼 </a:t>
                      </a:r>
                      <a:r>
                        <a:rPr lang="en-US" sz="1600" b="1" strike="noStrike" spc="-1">
                          <a:solidFill>
                            <a:schemeClr val="dk1"/>
                          </a:solidFill>
                          <a:latin typeface="Microsoft JhengHei"/>
                          <a:ea typeface="Microsoft JhengHei"/>
                        </a:rPr>
                        <a:t>/ </a:t>
                      </a:r>
                      <a:r>
                        <a:rPr lang="zh-TW" sz="1600" b="1" strike="noStrike" spc="-1">
                          <a:solidFill>
                            <a:schemeClr val="dk1"/>
                          </a:solidFill>
                          <a:latin typeface="Microsoft JhengHei"/>
                          <a:ea typeface="Microsoft JhengHei"/>
                        </a:rPr>
                        <a:t>名稱</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endParaRPr lang="en-US" sz="16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8799120">
                <a:tc gridSpan="3">
                  <a:txBody>
                    <a:bodyPr/>
                    <a:lstStyle/>
                    <a:p>
                      <a:endParaRPr lang="en-US" sz="1600" b="1"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bl>
          </a:graphicData>
        </a:graphic>
      </p:graphicFrame>
      <p:pic>
        <p:nvPicPr>
          <p:cNvPr id="1431" name="Google Shape;37;p9" descr="A red and black logo&#10;&#10;Description automatically generated"/>
          <p:cNvPicPr/>
          <p:nvPr/>
        </p:nvPicPr>
        <p:blipFill>
          <a:blip r:embed="rId15"/>
          <a:stretch/>
        </p:blipFill>
        <p:spPr>
          <a:xfrm>
            <a:off x="7067520" y="213120"/>
            <a:ext cx="482040" cy="419400"/>
          </a:xfrm>
          <a:prstGeom prst="rect">
            <a:avLst/>
          </a:prstGeom>
          <a:ln w="0">
            <a:noFill/>
          </a:ln>
        </p:spPr>
      </p:pic>
      <p:sp>
        <p:nvSpPr>
          <p:cNvPr id="1432" name="PlaceHolder 1"/>
          <p:cNvSpPr>
            <a:spLocks noGrp="1"/>
          </p:cNvSpPr>
          <p:nvPr>
            <p:ph type="dt" idx="6"/>
          </p:nvPr>
        </p:nvSpPr>
        <p:spPr>
          <a:xfrm>
            <a:off x="16862040" y="726480"/>
            <a:ext cx="1163880" cy="260280"/>
          </a:xfrm>
          <a:prstGeom prst="rect">
            <a:avLst/>
          </a:prstGeom>
          <a:noFill/>
          <a:ln w="0">
            <a:noFill/>
          </a:ln>
        </p:spPr>
        <p:txBody>
          <a:bodyPr lIns="0" tIns="0" rIns="0" bIns="0" anchor="b">
            <a:noAutofit/>
          </a:bodyPr>
          <a:lstStyle>
            <a:lvl1pPr indent="0">
              <a:buNone/>
              <a:defRPr lang="en-US" sz="1400" b="0" strike="noStrike" spc="-1">
                <a:solidFill>
                  <a:srgbClr val="000000"/>
                </a:solidFill>
                <a:latin typeface="Calibri"/>
              </a:defRPr>
            </a:lvl1pPr>
          </a:lstStyle>
          <a:p>
            <a:pPr indent="0">
              <a:buNone/>
            </a:pPr>
            <a:r>
              <a:rPr lang="en-US" sz="1400" b="0" strike="noStrike" spc="-1">
                <a:solidFill>
                  <a:srgbClr val="000000"/>
                </a:solidFill>
                <a:latin typeface="Calibri"/>
              </a:rPr>
              <a:t>&lt;日期/時間&gt;</a:t>
            </a:r>
          </a:p>
        </p:txBody>
      </p:sp>
      <p:sp>
        <p:nvSpPr>
          <p:cNvPr id="1433" name="PlaceHolder 2"/>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r>
              <a:rPr lang="zh-TW" sz="4400" b="0" strike="noStrike" spc="-1">
                <a:solidFill>
                  <a:srgbClr val="000000"/>
                </a:solidFill>
                <a:latin typeface="Calibri"/>
              </a:rPr>
              <a:t>請按這裡編輯題名文字格式</a:t>
            </a:r>
            <a:endParaRPr lang="en-US" sz="4400" b="0" strike="noStrike" spc="-1">
              <a:solidFill>
                <a:srgbClr val="000000"/>
              </a:solidFill>
              <a:latin typeface="Calibri"/>
            </a:endParaRPr>
          </a:p>
        </p:txBody>
      </p:sp>
      <p:sp>
        <p:nvSpPr>
          <p:cNvPr id="1434" name="PlaceHolder 3"/>
          <p:cNvSpPr>
            <a:spLocks noGrp="1"/>
          </p:cNvSpPr>
          <p:nvPr>
            <p:ph type="body"/>
          </p:nvPr>
        </p:nvSpPr>
        <p:spPr>
          <a:xfrm>
            <a:off x="914400" y="2407320"/>
            <a:ext cx="16458840" cy="59666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zh-TW" sz="3200" b="0" strike="noStrike" spc="-1">
                <a:solidFill>
                  <a:srgbClr val="000000"/>
                </a:solidFill>
                <a:latin typeface="Calibri"/>
              </a:rPr>
              <a:t>請按這裡編輯大綱文字格式</a:t>
            </a:r>
            <a:endParaRPr lang="en-US" sz="3200" b="0" strike="noStrike" spc="-1">
              <a:solidFill>
                <a:srgbClr val="000000"/>
              </a:solidFill>
              <a:latin typeface="Calibri"/>
            </a:endParaRPr>
          </a:p>
          <a:p>
            <a:pPr marL="864000" lvl="1" indent="-324000">
              <a:spcBef>
                <a:spcPts val="1134"/>
              </a:spcBef>
              <a:buClr>
                <a:srgbClr val="000000"/>
              </a:buClr>
              <a:buSzPct val="75000"/>
              <a:buFont typeface="Symbol" charset="2"/>
              <a:buChar char=""/>
            </a:pPr>
            <a:r>
              <a:rPr lang="zh-TW" sz="2800" b="0" strike="noStrike" spc="-1">
                <a:solidFill>
                  <a:srgbClr val="000000"/>
                </a:solidFill>
                <a:latin typeface="Calibri"/>
              </a:rPr>
              <a:t>第二個大綱層次</a:t>
            </a:r>
            <a:endParaRPr lang="en-US" sz="2800" b="0" strike="noStrike" spc="-1">
              <a:solidFill>
                <a:srgbClr val="000000"/>
              </a:solidFill>
              <a:latin typeface="Calibri"/>
            </a:endParaRPr>
          </a:p>
          <a:p>
            <a:pPr marL="1296000" lvl="2" indent="-288000">
              <a:spcBef>
                <a:spcPts val="850"/>
              </a:spcBef>
              <a:buClr>
                <a:srgbClr val="000000"/>
              </a:buClr>
              <a:buSzPct val="45000"/>
              <a:buFont typeface="Wingdings" charset="2"/>
              <a:buChar char=""/>
            </a:pPr>
            <a:r>
              <a:rPr lang="zh-TW" sz="2400" b="0" strike="noStrike" spc="-1">
                <a:solidFill>
                  <a:srgbClr val="000000"/>
                </a:solidFill>
                <a:latin typeface="Calibri"/>
              </a:rPr>
              <a:t>第三個大綱層次</a:t>
            </a:r>
            <a:endParaRPr lang="en-US" sz="2400" b="0" strike="noStrike" spc="-1">
              <a:solidFill>
                <a:srgbClr val="000000"/>
              </a:solidFill>
              <a:latin typeface="Calibri"/>
            </a:endParaRPr>
          </a:p>
          <a:p>
            <a:pPr marL="1728000" lvl="3" indent="-216000">
              <a:spcBef>
                <a:spcPts val="567"/>
              </a:spcBef>
              <a:buClr>
                <a:srgbClr val="000000"/>
              </a:buClr>
              <a:buSzPct val="75000"/>
              <a:buFont typeface="Symbol" charset="2"/>
              <a:buChar char=""/>
            </a:pPr>
            <a:r>
              <a:rPr lang="zh-TW" sz="2000" b="0" strike="noStrike" spc="-1">
                <a:solidFill>
                  <a:srgbClr val="000000"/>
                </a:solidFill>
                <a:latin typeface="Calibri"/>
              </a:rPr>
              <a:t>第四個大綱層次</a:t>
            </a:r>
            <a:endParaRPr lang="en-US" sz="2000" b="0" strike="noStrike" spc="-1">
              <a:solidFill>
                <a:srgbClr val="000000"/>
              </a:solidFill>
              <a:latin typeface="Calibri"/>
            </a:endParaRPr>
          </a:p>
          <a:p>
            <a:pPr marL="2160000" lvl="4" indent="-216000">
              <a:spcBef>
                <a:spcPts val="283"/>
              </a:spcBef>
              <a:buClr>
                <a:srgbClr val="000000"/>
              </a:buClr>
              <a:buSzPct val="45000"/>
              <a:buFont typeface="Wingdings" charset="2"/>
              <a:buChar char=""/>
            </a:pPr>
            <a:r>
              <a:rPr lang="zh-TW" sz="2000" b="0" strike="noStrike" spc="-1">
                <a:solidFill>
                  <a:srgbClr val="000000"/>
                </a:solidFill>
                <a:latin typeface="Calibri"/>
              </a:rPr>
              <a:t>第五個大綱層次</a:t>
            </a:r>
            <a:endParaRPr lang="en-US" sz="2000" b="0" strike="noStrike" spc="-1">
              <a:solidFill>
                <a:srgbClr val="000000"/>
              </a:solidFill>
              <a:latin typeface="Calibri"/>
            </a:endParaRPr>
          </a:p>
          <a:p>
            <a:pPr marL="2592000" lvl="5" indent="-216000">
              <a:spcBef>
                <a:spcPts val="283"/>
              </a:spcBef>
              <a:buClr>
                <a:srgbClr val="000000"/>
              </a:buClr>
              <a:buSzPct val="45000"/>
              <a:buFont typeface="Wingdings" charset="2"/>
              <a:buChar char=""/>
            </a:pPr>
            <a:r>
              <a:rPr lang="zh-TW" sz="2000" b="0" strike="noStrike" spc="-1">
                <a:solidFill>
                  <a:srgbClr val="000000"/>
                </a:solidFill>
                <a:latin typeface="Calibri"/>
              </a:rPr>
              <a:t>第六個大綱層次</a:t>
            </a:r>
            <a:endParaRPr lang="en-US" sz="2000" b="0" strike="noStrike" spc="-1">
              <a:solidFill>
                <a:srgbClr val="000000"/>
              </a:solidFill>
              <a:latin typeface="Calibri"/>
            </a:endParaRPr>
          </a:p>
          <a:p>
            <a:pPr marL="3024000" lvl="6" indent="-216000">
              <a:spcBef>
                <a:spcPts val="283"/>
              </a:spcBef>
              <a:buClr>
                <a:srgbClr val="000000"/>
              </a:buClr>
              <a:buSzPct val="45000"/>
              <a:buFont typeface="Wingdings" charset="2"/>
              <a:buChar char=""/>
            </a:pPr>
            <a:r>
              <a:rPr lang="zh-TW" sz="2000" b="0" strike="noStrike" spc="-1">
                <a:solidFill>
                  <a:srgbClr val="000000"/>
                </a:solidFill>
                <a:latin typeface="Calibri"/>
              </a:rPr>
              <a:t>第七個大綱層次</a:t>
            </a:r>
            <a:endParaRPr lang="en-US" sz="20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4104" r:id="rId1"/>
    <p:sldLayoutId id="2147484105" r:id="rId2"/>
    <p:sldLayoutId id="2147484106" r:id="rId3"/>
    <p:sldLayoutId id="2147484107" r:id="rId4"/>
    <p:sldLayoutId id="2147484108" r:id="rId5"/>
    <p:sldLayoutId id="2147484109" r:id="rId6"/>
    <p:sldLayoutId id="2147484110" r:id="rId7"/>
    <p:sldLayoutId id="2147484111" r:id="rId8"/>
    <p:sldLayoutId id="2147484112" r:id="rId9"/>
    <p:sldLayoutId id="2147484113" r:id="rId10"/>
    <p:sldLayoutId id="2147484114" r:id="rId11"/>
    <p:sldLayoutId id="2147484115" r:id="rId12"/>
    <p:sldLayoutId id="2147484480" r:id="rId13"/>
  </p:sldLayoutIdLst>
  <p:txStyles>
    <p:titleStyle/>
    <p:bodyStyle/>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aphicFrame>
        <p:nvGraphicFramePr>
          <p:cNvPr id="2010" name="Google Shape;35;p9"/>
          <p:cNvGraphicFramePr/>
          <p:nvPr/>
        </p:nvGraphicFramePr>
        <p:xfrm>
          <a:off x="122400" y="114480"/>
          <a:ext cx="18019440" cy="10040760"/>
        </p:xfrm>
        <a:graphic>
          <a:graphicData uri="http://schemas.openxmlformats.org/drawingml/2006/table">
            <a:tbl>
              <a:tblPr/>
              <a:tblGrid>
                <a:gridCol w="2311200"/>
                <a:gridCol w="9468720"/>
                <a:gridCol w="2420280"/>
                <a:gridCol w="3819240"/>
              </a:tblGrid>
              <a:tr h="626040">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Company / </a:t>
                      </a:r>
                      <a:r>
                        <a:rPr lang="zh-TW" sz="1600" b="1" strike="noStrike" spc="-1">
                          <a:solidFill>
                            <a:schemeClr val="dk1"/>
                          </a:solidFill>
                          <a:latin typeface="Microsoft JhengHei"/>
                          <a:ea typeface="Microsoft JhengHei"/>
                        </a:rPr>
                        <a:t>公司名稱</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gridSpan="2">
                  <a:txBody>
                    <a:bodyPr/>
                    <a:lstStyle/>
                    <a:p>
                      <a:pPr algn="ctr" defTabSz="1371600">
                        <a:lnSpc>
                          <a:spcPct val="150000"/>
                        </a:lnSpc>
                        <a:tabLst>
                          <a:tab pos="0" algn="l"/>
                        </a:tabLst>
                      </a:pPr>
                      <a:r>
                        <a:rPr lang="en-US" sz="2400" b="1" strike="noStrike" spc="-1">
                          <a:solidFill>
                            <a:schemeClr val="dk1"/>
                          </a:solidFill>
                          <a:latin typeface="Microsoft JhengHei"/>
                          <a:ea typeface="Microsoft JhengHei"/>
                        </a:rPr>
                        <a:t>                Freetrend </a:t>
                      </a:r>
                      <a:r>
                        <a:rPr lang="zh-TW" sz="2400" b="1" strike="noStrike" spc="-1">
                          <a:solidFill>
                            <a:schemeClr val="dk1"/>
                          </a:solidFill>
                          <a:latin typeface="Microsoft JhengHei"/>
                          <a:ea typeface="Microsoft JhengHei"/>
                        </a:rPr>
                        <a:t>賜昌集團</a:t>
                      </a:r>
                      <a:endParaRPr lang="en-US" sz="2400" b="0" strike="noStrike" spc="-1">
                        <a:solidFill>
                          <a:srgbClr val="000000"/>
                        </a:solidFill>
                        <a:latin typeface="Calibri"/>
                      </a:endParaRPr>
                    </a:p>
                  </a:txBody>
                  <a:tcPr marL="84240" marR="8424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rowSpan="2">
                  <a:txBody>
                    <a:bodyPr/>
                    <a:lstStyle/>
                    <a:p>
                      <a:pPr defTabSz="1371600">
                        <a:lnSpc>
                          <a:spcPct val="100000"/>
                        </a:lnSpc>
                        <a:tabLst>
                          <a:tab pos="0" algn="l"/>
                        </a:tabLst>
                      </a:pPr>
                      <a:r>
                        <a:rPr lang="en-US" sz="1600" b="1" strike="noStrike" spc="-1">
                          <a:solidFill>
                            <a:schemeClr val="dk1"/>
                          </a:solidFill>
                          <a:latin typeface="Microsoft JhengHei"/>
                          <a:ea typeface="Microsoft JhengHei"/>
                        </a:rPr>
                        <a:t>Page </a:t>
                      </a:r>
                      <a:r>
                        <a:rPr lang="zh-TW" sz="1600" b="1" strike="noStrike" spc="-1">
                          <a:solidFill>
                            <a:schemeClr val="dk1"/>
                          </a:solidFill>
                          <a:latin typeface="Microsoft JhengHei"/>
                          <a:ea typeface="Microsoft JhengHei"/>
                        </a:rPr>
                        <a:t>頁次：</a:t>
                      </a:r>
                      <a:endParaRPr lang="en-US" sz="1600" b="0" strike="noStrike" spc="-1">
                        <a:solidFill>
                          <a:srgbClr val="000000"/>
                        </a:solidFill>
                        <a:latin typeface="Calibri"/>
                      </a:endParaRPr>
                    </a:p>
                    <a:p>
                      <a:pPr defTabSz="914400">
                        <a:lnSpc>
                          <a:spcPct val="100000"/>
                        </a:lnSpc>
                        <a:spcBef>
                          <a:spcPts val="300"/>
                        </a:spcBef>
                        <a:tabLst>
                          <a:tab pos="0" algn="l"/>
                        </a:tabLst>
                      </a:pPr>
                      <a:r>
                        <a:rPr lang="en-US" sz="1600" b="1" strike="noStrike" spc="-1">
                          <a:solidFill>
                            <a:schemeClr val="dk1"/>
                          </a:solidFill>
                          <a:latin typeface="Microsoft JhengHei"/>
                          <a:ea typeface="Microsoft JhengHei"/>
                        </a:rPr>
                        <a:t>Latest Update </a:t>
                      </a:r>
                      <a:r>
                        <a:rPr lang="zh-TW" sz="1600" b="1" strike="noStrike" spc="-1">
                          <a:solidFill>
                            <a:schemeClr val="dk1"/>
                          </a:solidFill>
                          <a:latin typeface="Microsoft JhengHei"/>
                          <a:ea typeface="Microsoft JhengHei"/>
                        </a:rPr>
                        <a:t>最後更新：</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r>
              <a:tr h="601560">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Process ID / Name</a:t>
                      </a:r>
                      <a:endParaRPr lang="en-US" sz="1600" b="0" strike="noStrike" spc="-1">
                        <a:solidFill>
                          <a:srgbClr val="000000"/>
                        </a:solidFill>
                        <a:latin typeface="Calibri"/>
                      </a:endParaRPr>
                    </a:p>
                    <a:p>
                      <a:pPr algn="ctr" defTabSz="1371600">
                        <a:lnSpc>
                          <a:spcPct val="100000"/>
                        </a:lnSpc>
                        <a:tabLst>
                          <a:tab pos="0" algn="l"/>
                        </a:tabLst>
                      </a:pPr>
                      <a:r>
                        <a:rPr lang="zh-TW" sz="1600" b="1" strike="noStrike" spc="-1">
                          <a:solidFill>
                            <a:schemeClr val="dk1"/>
                          </a:solidFill>
                          <a:latin typeface="Microsoft JhengHei"/>
                          <a:ea typeface="Microsoft JhengHei"/>
                        </a:rPr>
                        <a:t>流程代碼 </a:t>
                      </a:r>
                      <a:r>
                        <a:rPr lang="en-US" sz="1600" b="1" strike="noStrike" spc="-1">
                          <a:solidFill>
                            <a:schemeClr val="dk1"/>
                          </a:solidFill>
                          <a:latin typeface="Microsoft JhengHei"/>
                          <a:ea typeface="Microsoft JhengHei"/>
                        </a:rPr>
                        <a:t>/ </a:t>
                      </a:r>
                      <a:r>
                        <a:rPr lang="zh-TW" sz="1600" b="1" strike="noStrike" spc="-1">
                          <a:solidFill>
                            <a:schemeClr val="dk1"/>
                          </a:solidFill>
                          <a:latin typeface="Microsoft JhengHei"/>
                          <a:ea typeface="Microsoft JhengHei"/>
                        </a:rPr>
                        <a:t>名稱</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gridSpan="2">
                  <a:txBody>
                    <a:bodyPr/>
                    <a:lstStyle/>
                    <a:p>
                      <a:endParaRPr lang="en-US" sz="16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370080">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Input</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endParaRPr lang="en-US" sz="1600" b="1"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Output</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pPr algn="ctr" defTabSz="1371600">
                        <a:lnSpc>
                          <a:spcPct val="100000"/>
                        </a:lnSpc>
                        <a:tabLst>
                          <a:tab pos="0" algn="l"/>
                        </a:tabLst>
                      </a:pPr>
                      <a:r>
                        <a:rPr lang="en-US" sz="1600" b="1" strike="noStrike" spc="-1">
                          <a:solidFill>
                            <a:schemeClr val="dk1"/>
                          </a:solidFill>
                          <a:latin typeface="Microsoft JhengHei"/>
                          <a:ea typeface="Microsoft JhengHei"/>
                        </a:rPr>
                        <a:t>Process Activities</a:t>
                      </a:r>
                      <a:endParaRPr lang="en-US" sz="1600" b="0" strike="noStrike" spc="-1">
                        <a:solidFill>
                          <a:srgbClr val="000000"/>
                        </a:solidFill>
                        <a:latin typeface="Calibr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r>
              <a:tr h="8429040">
                <a:tc>
                  <a:txBody>
                    <a:bodyPr/>
                    <a:lstStyle/>
                    <a:p>
                      <a:endParaRPr lang="en-US" sz="10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endParaRPr lang="en-US" sz="10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endParaRPr lang="en-US" sz="10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c>
                  <a:txBody>
                    <a:bodyPr/>
                    <a:lstStyle/>
                    <a:p>
                      <a:endParaRPr lang="en-US" sz="1000" b="0" strike="noStrike" spc="-1">
                        <a:solidFill>
                          <a:schemeClr val="dk1"/>
                        </a:solidFill>
                        <a:latin typeface="Microsoft JhengHei"/>
                        <a:ea typeface="Microsoft JhengHei"/>
                      </a:endParaRPr>
                    </a:p>
                  </a:txBody>
                  <a:tcPr marL="84240" marR="84240" anchor="ctr">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chemeClr val="lt1"/>
                    </a:solidFill>
                  </a:tcPr>
                </a:tc>
              </a:tr>
            </a:tbl>
          </a:graphicData>
        </a:graphic>
      </p:graphicFrame>
      <p:pic>
        <p:nvPicPr>
          <p:cNvPr id="2011" name="Google Shape;37;p9" descr="A red and black logo&#10;&#10;Description automatically generated"/>
          <p:cNvPicPr/>
          <p:nvPr/>
        </p:nvPicPr>
        <p:blipFill>
          <a:blip r:embed="rId14"/>
          <a:stretch/>
        </p:blipFill>
        <p:spPr>
          <a:xfrm>
            <a:off x="7067520" y="213120"/>
            <a:ext cx="482040" cy="419400"/>
          </a:xfrm>
          <a:prstGeom prst="rect">
            <a:avLst/>
          </a:prstGeom>
          <a:ln w="0">
            <a:noFill/>
          </a:ln>
        </p:spPr>
      </p:pic>
      <p:sp>
        <p:nvSpPr>
          <p:cNvPr id="2012" name="PlaceHolder 1"/>
          <p:cNvSpPr>
            <a:spLocks noGrp="1"/>
          </p:cNvSpPr>
          <p:nvPr>
            <p:ph type="dt" idx="18"/>
          </p:nvPr>
        </p:nvSpPr>
        <p:spPr>
          <a:xfrm>
            <a:off x="16862040" y="726480"/>
            <a:ext cx="1163880" cy="260280"/>
          </a:xfrm>
          <a:prstGeom prst="rect">
            <a:avLst/>
          </a:prstGeom>
          <a:noFill/>
          <a:ln w="0">
            <a:noFill/>
          </a:ln>
        </p:spPr>
        <p:txBody>
          <a:bodyPr lIns="0" tIns="0" rIns="0" bIns="0" anchor="b">
            <a:noAutofit/>
          </a:bodyPr>
          <a:lstStyle>
            <a:lvl1pPr indent="0">
              <a:buNone/>
              <a:defRPr lang="en-US" sz="1400" b="0" strike="noStrike" spc="-1">
                <a:solidFill>
                  <a:srgbClr val="000000"/>
                </a:solidFill>
                <a:latin typeface="Calibri"/>
              </a:defRPr>
            </a:lvl1pPr>
          </a:lstStyle>
          <a:p>
            <a:pPr indent="0">
              <a:buNone/>
            </a:pPr>
            <a:r>
              <a:rPr lang="en-US" sz="1400" b="0" strike="noStrike" spc="-1">
                <a:solidFill>
                  <a:srgbClr val="000000"/>
                </a:solidFill>
                <a:latin typeface="Calibri"/>
              </a:rPr>
              <a:t>&lt;日期/時間&gt;</a:t>
            </a:r>
          </a:p>
        </p:txBody>
      </p:sp>
      <p:sp>
        <p:nvSpPr>
          <p:cNvPr id="2013" name="PlaceHolder 2"/>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r>
              <a:rPr lang="zh-TW" sz="4400" b="0" strike="noStrike" spc="-1">
                <a:solidFill>
                  <a:srgbClr val="000000"/>
                </a:solidFill>
                <a:latin typeface="Calibri"/>
              </a:rPr>
              <a:t>請按這裡編輯題名文字格式</a:t>
            </a:r>
            <a:endParaRPr lang="en-US" sz="4400" b="0" strike="noStrike" spc="-1">
              <a:solidFill>
                <a:srgbClr val="000000"/>
              </a:solidFill>
              <a:latin typeface="Calibri"/>
            </a:endParaRPr>
          </a:p>
        </p:txBody>
      </p:sp>
      <p:sp>
        <p:nvSpPr>
          <p:cNvPr id="2014" name="PlaceHolder 3"/>
          <p:cNvSpPr>
            <a:spLocks noGrp="1"/>
          </p:cNvSpPr>
          <p:nvPr>
            <p:ph type="body"/>
          </p:nvPr>
        </p:nvSpPr>
        <p:spPr>
          <a:xfrm>
            <a:off x="914400" y="2407320"/>
            <a:ext cx="16458840" cy="59666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zh-TW" sz="3200" b="0" strike="noStrike" spc="-1">
                <a:solidFill>
                  <a:srgbClr val="000000"/>
                </a:solidFill>
                <a:latin typeface="Calibri"/>
              </a:rPr>
              <a:t>請按這裡編輯大綱文字格式</a:t>
            </a:r>
            <a:endParaRPr lang="en-US" sz="3200" b="0" strike="noStrike" spc="-1">
              <a:solidFill>
                <a:srgbClr val="000000"/>
              </a:solidFill>
              <a:latin typeface="Calibri"/>
            </a:endParaRPr>
          </a:p>
          <a:p>
            <a:pPr marL="864000" lvl="1" indent="-324000">
              <a:spcBef>
                <a:spcPts val="1134"/>
              </a:spcBef>
              <a:buClr>
                <a:srgbClr val="000000"/>
              </a:buClr>
              <a:buSzPct val="75000"/>
              <a:buFont typeface="Symbol" charset="2"/>
              <a:buChar char=""/>
            </a:pPr>
            <a:r>
              <a:rPr lang="zh-TW" sz="2800" b="0" strike="noStrike" spc="-1">
                <a:solidFill>
                  <a:srgbClr val="000000"/>
                </a:solidFill>
                <a:latin typeface="Calibri"/>
              </a:rPr>
              <a:t>第二個大綱層次</a:t>
            </a:r>
            <a:endParaRPr lang="en-US" sz="2800" b="0" strike="noStrike" spc="-1">
              <a:solidFill>
                <a:srgbClr val="000000"/>
              </a:solidFill>
              <a:latin typeface="Calibri"/>
            </a:endParaRPr>
          </a:p>
          <a:p>
            <a:pPr marL="1296000" lvl="2" indent="-288000">
              <a:spcBef>
                <a:spcPts val="850"/>
              </a:spcBef>
              <a:buClr>
                <a:srgbClr val="000000"/>
              </a:buClr>
              <a:buSzPct val="45000"/>
              <a:buFont typeface="Wingdings" charset="2"/>
              <a:buChar char=""/>
            </a:pPr>
            <a:r>
              <a:rPr lang="zh-TW" sz="2400" b="0" strike="noStrike" spc="-1">
                <a:solidFill>
                  <a:srgbClr val="000000"/>
                </a:solidFill>
                <a:latin typeface="Calibri"/>
              </a:rPr>
              <a:t>第三個大綱層次</a:t>
            </a:r>
            <a:endParaRPr lang="en-US" sz="2400" b="0" strike="noStrike" spc="-1">
              <a:solidFill>
                <a:srgbClr val="000000"/>
              </a:solidFill>
              <a:latin typeface="Calibri"/>
            </a:endParaRPr>
          </a:p>
          <a:p>
            <a:pPr marL="1728000" lvl="3" indent="-216000">
              <a:spcBef>
                <a:spcPts val="567"/>
              </a:spcBef>
              <a:buClr>
                <a:srgbClr val="000000"/>
              </a:buClr>
              <a:buSzPct val="75000"/>
              <a:buFont typeface="Symbol" charset="2"/>
              <a:buChar char=""/>
            </a:pPr>
            <a:r>
              <a:rPr lang="zh-TW" sz="2000" b="0" strike="noStrike" spc="-1">
                <a:solidFill>
                  <a:srgbClr val="000000"/>
                </a:solidFill>
                <a:latin typeface="Calibri"/>
              </a:rPr>
              <a:t>第四個大綱層次</a:t>
            </a:r>
            <a:endParaRPr lang="en-US" sz="2000" b="0" strike="noStrike" spc="-1">
              <a:solidFill>
                <a:srgbClr val="000000"/>
              </a:solidFill>
              <a:latin typeface="Calibri"/>
            </a:endParaRPr>
          </a:p>
          <a:p>
            <a:pPr marL="2160000" lvl="4" indent="-216000">
              <a:spcBef>
                <a:spcPts val="283"/>
              </a:spcBef>
              <a:buClr>
                <a:srgbClr val="000000"/>
              </a:buClr>
              <a:buSzPct val="45000"/>
              <a:buFont typeface="Wingdings" charset="2"/>
              <a:buChar char=""/>
            </a:pPr>
            <a:r>
              <a:rPr lang="zh-TW" sz="2000" b="0" strike="noStrike" spc="-1">
                <a:solidFill>
                  <a:srgbClr val="000000"/>
                </a:solidFill>
                <a:latin typeface="Calibri"/>
              </a:rPr>
              <a:t>第五個大綱層次</a:t>
            </a:r>
            <a:endParaRPr lang="en-US" sz="2000" b="0" strike="noStrike" spc="-1">
              <a:solidFill>
                <a:srgbClr val="000000"/>
              </a:solidFill>
              <a:latin typeface="Calibri"/>
            </a:endParaRPr>
          </a:p>
          <a:p>
            <a:pPr marL="2592000" lvl="5" indent="-216000">
              <a:spcBef>
                <a:spcPts val="283"/>
              </a:spcBef>
              <a:buClr>
                <a:srgbClr val="000000"/>
              </a:buClr>
              <a:buSzPct val="45000"/>
              <a:buFont typeface="Wingdings" charset="2"/>
              <a:buChar char=""/>
            </a:pPr>
            <a:r>
              <a:rPr lang="zh-TW" sz="2000" b="0" strike="noStrike" spc="-1">
                <a:solidFill>
                  <a:srgbClr val="000000"/>
                </a:solidFill>
                <a:latin typeface="Calibri"/>
              </a:rPr>
              <a:t>第六個大綱層次</a:t>
            </a:r>
            <a:endParaRPr lang="en-US" sz="2000" b="0" strike="noStrike" spc="-1">
              <a:solidFill>
                <a:srgbClr val="000000"/>
              </a:solidFill>
              <a:latin typeface="Calibri"/>
            </a:endParaRPr>
          </a:p>
          <a:p>
            <a:pPr marL="3024000" lvl="6" indent="-216000">
              <a:spcBef>
                <a:spcPts val="283"/>
              </a:spcBef>
              <a:buClr>
                <a:srgbClr val="000000"/>
              </a:buClr>
              <a:buSzPct val="45000"/>
              <a:buFont typeface="Wingdings" charset="2"/>
              <a:buChar char=""/>
            </a:pPr>
            <a:r>
              <a:rPr lang="zh-TW" sz="2000" b="0" strike="noStrike" spc="-1">
                <a:solidFill>
                  <a:srgbClr val="000000"/>
                </a:solidFill>
                <a:latin typeface="Calibri"/>
              </a:rPr>
              <a:t>第七個大綱層次</a:t>
            </a:r>
            <a:endParaRPr lang="en-US" sz="20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4286" r:id="rId1"/>
    <p:sldLayoutId id="2147484287" r:id="rId2"/>
    <p:sldLayoutId id="2147484288" r:id="rId3"/>
    <p:sldLayoutId id="2147484289" r:id="rId4"/>
    <p:sldLayoutId id="2147484290" r:id="rId5"/>
    <p:sldLayoutId id="2147484291" r:id="rId6"/>
    <p:sldLayoutId id="2147484292" r:id="rId7"/>
    <p:sldLayoutId id="2147484293" r:id="rId8"/>
    <p:sldLayoutId id="2147484294" r:id="rId9"/>
    <p:sldLayoutId id="2147484295" r:id="rId10"/>
    <p:sldLayoutId id="2147484296" r:id="rId11"/>
    <p:sldLayoutId id="2147484297" r:id="rId12"/>
  </p:sldLayoutIdLst>
  <p:txStyles>
    <p:titleStyle/>
    <p:bodyStyle/>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578" name="圖片 4"/>
          <p:cNvPicPr/>
          <p:nvPr/>
        </p:nvPicPr>
        <p:blipFill>
          <a:blip r:embed="rId14"/>
          <a:stretch/>
        </p:blipFill>
        <p:spPr>
          <a:xfrm>
            <a:off x="0" y="0"/>
            <a:ext cx="18287280" cy="10287720"/>
          </a:xfrm>
          <a:prstGeom prst="rect">
            <a:avLst/>
          </a:prstGeom>
          <a:ln w="0">
            <a:noFill/>
          </a:ln>
        </p:spPr>
      </p:pic>
      <p:sp>
        <p:nvSpPr>
          <p:cNvPr id="257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lgn="ctr">
              <a:buNone/>
            </a:pPr>
            <a:r>
              <a:rPr lang="zh-TW" sz="4400" b="0" strike="noStrike" spc="-1">
                <a:solidFill>
                  <a:srgbClr val="000000"/>
                </a:solidFill>
                <a:latin typeface="Calibri"/>
              </a:rPr>
              <a:t>請按這裡編輯題名文字格式</a:t>
            </a:r>
            <a:endParaRPr lang="en-US" sz="4400" b="0" strike="noStrike" spc="-1">
              <a:solidFill>
                <a:srgbClr val="000000"/>
              </a:solidFill>
              <a:latin typeface="Calibri"/>
            </a:endParaRPr>
          </a:p>
        </p:txBody>
      </p:sp>
      <p:sp>
        <p:nvSpPr>
          <p:cNvPr id="2580" name="PlaceHolder 2"/>
          <p:cNvSpPr>
            <a:spLocks noGrp="1"/>
          </p:cNvSpPr>
          <p:nvPr>
            <p:ph type="body"/>
          </p:nvPr>
        </p:nvSpPr>
        <p:spPr>
          <a:xfrm>
            <a:off x="914400" y="2407320"/>
            <a:ext cx="16458840" cy="596664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zh-TW" sz="3200" b="0" strike="noStrike" spc="-1">
                <a:solidFill>
                  <a:srgbClr val="000000"/>
                </a:solidFill>
                <a:latin typeface="Calibri"/>
              </a:rPr>
              <a:t>請按這裡編輯大綱文字格式</a:t>
            </a:r>
            <a:endParaRPr lang="en-US" sz="3200" b="0" strike="noStrike" spc="-1">
              <a:solidFill>
                <a:srgbClr val="000000"/>
              </a:solidFill>
              <a:latin typeface="Calibri"/>
            </a:endParaRPr>
          </a:p>
          <a:p>
            <a:pPr marL="864000" lvl="1" indent="-324000">
              <a:spcBef>
                <a:spcPts val="1134"/>
              </a:spcBef>
              <a:buClr>
                <a:srgbClr val="000000"/>
              </a:buClr>
              <a:buSzPct val="75000"/>
              <a:buFont typeface="Symbol" charset="2"/>
              <a:buChar char=""/>
            </a:pPr>
            <a:r>
              <a:rPr lang="zh-TW" sz="2800" b="0" strike="noStrike" spc="-1">
                <a:solidFill>
                  <a:srgbClr val="000000"/>
                </a:solidFill>
                <a:latin typeface="Calibri"/>
              </a:rPr>
              <a:t>第二個大綱層次</a:t>
            </a:r>
            <a:endParaRPr lang="en-US" sz="2800" b="0" strike="noStrike" spc="-1">
              <a:solidFill>
                <a:srgbClr val="000000"/>
              </a:solidFill>
              <a:latin typeface="Calibri"/>
            </a:endParaRPr>
          </a:p>
          <a:p>
            <a:pPr marL="1296000" lvl="2" indent="-288000">
              <a:spcBef>
                <a:spcPts val="850"/>
              </a:spcBef>
              <a:buClr>
                <a:srgbClr val="000000"/>
              </a:buClr>
              <a:buSzPct val="45000"/>
              <a:buFont typeface="Wingdings" charset="2"/>
              <a:buChar char=""/>
            </a:pPr>
            <a:r>
              <a:rPr lang="zh-TW" sz="2400" b="0" strike="noStrike" spc="-1">
                <a:solidFill>
                  <a:srgbClr val="000000"/>
                </a:solidFill>
                <a:latin typeface="Calibri"/>
              </a:rPr>
              <a:t>第三個大綱層次</a:t>
            </a:r>
            <a:endParaRPr lang="en-US" sz="2400" b="0" strike="noStrike" spc="-1">
              <a:solidFill>
                <a:srgbClr val="000000"/>
              </a:solidFill>
              <a:latin typeface="Calibri"/>
            </a:endParaRPr>
          </a:p>
          <a:p>
            <a:pPr marL="1728000" lvl="3" indent="-216000">
              <a:spcBef>
                <a:spcPts val="567"/>
              </a:spcBef>
              <a:buClr>
                <a:srgbClr val="000000"/>
              </a:buClr>
              <a:buSzPct val="75000"/>
              <a:buFont typeface="Symbol" charset="2"/>
              <a:buChar char=""/>
            </a:pPr>
            <a:r>
              <a:rPr lang="zh-TW" sz="2000" b="0" strike="noStrike" spc="-1">
                <a:solidFill>
                  <a:srgbClr val="000000"/>
                </a:solidFill>
                <a:latin typeface="Calibri"/>
              </a:rPr>
              <a:t>第四個大綱層次</a:t>
            </a:r>
            <a:endParaRPr lang="en-US" sz="2000" b="0" strike="noStrike" spc="-1">
              <a:solidFill>
                <a:srgbClr val="000000"/>
              </a:solidFill>
              <a:latin typeface="Calibri"/>
            </a:endParaRPr>
          </a:p>
          <a:p>
            <a:pPr marL="2160000" lvl="4" indent="-216000">
              <a:spcBef>
                <a:spcPts val="283"/>
              </a:spcBef>
              <a:buClr>
                <a:srgbClr val="000000"/>
              </a:buClr>
              <a:buSzPct val="45000"/>
              <a:buFont typeface="Wingdings" charset="2"/>
              <a:buChar char=""/>
            </a:pPr>
            <a:r>
              <a:rPr lang="zh-TW" sz="2000" b="0" strike="noStrike" spc="-1">
                <a:solidFill>
                  <a:srgbClr val="000000"/>
                </a:solidFill>
                <a:latin typeface="Calibri"/>
              </a:rPr>
              <a:t>第五個大綱層次</a:t>
            </a:r>
            <a:endParaRPr lang="en-US" sz="2000" b="0" strike="noStrike" spc="-1">
              <a:solidFill>
                <a:srgbClr val="000000"/>
              </a:solidFill>
              <a:latin typeface="Calibri"/>
            </a:endParaRPr>
          </a:p>
          <a:p>
            <a:pPr marL="2592000" lvl="5" indent="-216000">
              <a:spcBef>
                <a:spcPts val="283"/>
              </a:spcBef>
              <a:buClr>
                <a:srgbClr val="000000"/>
              </a:buClr>
              <a:buSzPct val="45000"/>
              <a:buFont typeface="Wingdings" charset="2"/>
              <a:buChar char=""/>
            </a:pPr>
            <a:r>
              <a:rPr lang="zh-TW" sz="2000" b="0" strike="noStrike" spc="-1">
                <a:solidFill>
                  <a:srgbClr val="000000"/>
                </a:solidFill>
                <a:latin typeface="Calibri"/>
              </a:rPr>
              <a:t>第六個大綱層次</a:t>
            </a:r>
            <a:endParaRPr lang="en-US" sz="2000" b="0" strike="noStrike" spc="-1">
              <a:solidFill>
                <a:srgbClr val="000000"/>
              </a:solidFill>
              <a:latin typeface="Calibri"/>
            </a:endParaRPr>
          </a:p>
          <a:p>
            <a:pPr marL="3024000" lvl="6" indent="-216000">
              <a:spcBef>
                <a:spcPts val="283"/>
              </a:spcBef>
              <a:buClr>
                <a:srgbClr val="000000"/>
              </a:buClr>
              <a:buSzPct val="45000"/>
              <a:buFont typeface="Wingdings" charset="2"/>
              <a:buChar char=""/>
            </a:pPr>
            <a:r>
              <a:rPr lang="zh-TW" sz="2000" b="0" strike="noStrike" spc="-1">
                <a:solidFill>
                  <a:srgbClr val="000000"/>
                </a:solidFill>
                <a:latin typeface="Calibri"/>
              </a:rPr>
              <a:t>第七個大綱層次</a:t>
            </a:r>
            <a:endParaRPr lang="en-US" sz="2000" b="0" strike="noStrike" spc="-1">
              <a:solidFill>
                <a:srgbClr val="000000"/>
              </a:solidFill>
              <a:latin typeface="Calibri"/>
            </a:endParaRPr>
          </a:p>
        </p:txBody>
      </p:sp>
    </p:spTree>
  </p:cSld>
  <p:clrMap bg1="lt1" tx1="dk1" bg2="lt2" tx2="dk2" accent1="accent1" accent2="accent2" accent3="accent3" accent4="accent4" accent5="accent5" accent6="accent6" hlink="hlink" folHlink="folHlink"/>
  <p:sldLayoutIdLst>
    <p:sldLayoutId id="2147484468" r:id="rId1"/>
    <p:sldLayoutId id="2147484469" r:id="rId2"/>
    <p:sldLayoutId id="2147484470" r:id="rId3"/>
    <p:sldLayoutId id="2147484471" r:id="rId4"/>
    <p:sldLayoutId id="2147484472" r:id="rId5"/>
    <p:sldLayoutId id="2147484473" r:id="rId6"/>
    <p:sldLayoutId id="2147484474" r:id="rId7"/>
    <p:sldLayoutId id="2147484475" r:id="rId8"/>
    <p:sldLayoutId id="2147484476" r:id="rId9"/>
    <p:sldLayoutId id="2147484477" r:id="rId10"/>
    <p:sldLayoutId id="2147484478" r:id="rId11"/>
    <p:sldLayoutId id="2147484479" r:id="rId12"/>
  </p:sldLayoutIdLst>
  <p:txStyles>
    <p:titleStyle/>
    <p:bodyStyle/>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56" name="矩形 1"/>
          <p:cNvSpPr/>
          <p:nvPr/>
        </p:nvSpPr>
        <p:spPr>
          <a:xfrm>
            <a:off x="843480" y="5144400"/>
            <a:ext cx="6536520" cy="1552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zh-TW" sz="4800" b="1" strike="noStrike" spc="-1">
                <a:solidFill>
                  <a:schemeClr val="dk1"/>
                </a:solidFill>
                <a:latin typeface="Microsoft JhengHei"/>
                <a:ea typeface="Microsoft JhengHei"/>
              </a:rPr>
              <a:t>賜昌集團 </a:t>
            </a:r>
            <a:r>
              <a:rPr lang="en-US" sz="4800" b="1" strike="noStrike" spc="-1">
                <a:solidFill>
                  <a:schemeClr val="dk1"/>
                </a:solidFill>
                <a:latin typeface="Microsoft JhengHei"/>
                <a:ea typeface="Microsoft JhengHei"/>
              </a:rPr>
              <a:t>SAP</a:t>
            </a:r>
            <a:r>
              <a:rPr lang="zh-TW" sz="4800" b="1" strike="noStrike" spc="-1">
                <a:solidFill>
                  <a:schemeClr val="dk1"/>
                </a:solidFill>
                <a:latin typeface="Microsoft JhengHei"/>
                <a:ea typeface="Microsoft JhengHei"/>
              </a:rPr>
              <a:t>推進中心</a:t>
            </a:r>
            <a:endParaRPr lang="en-US" sz="4800" b="0" strike="noStrike" spc="-1">
              <a:solidFill>
                <a:srgbClr val="000000"/>
              </a:solidFill>
              <a:latin typeface="Calibri"/>
            </a:endParaRPr>
          </a:p>
        </p:txBody>
      </p:sp>
      <p:sp>
        <p:nvSpPr>
          <p:cNvPr id="2857" name="TextBox 2"/>
          <p:cNvSpPr/>
          <p:nvPr/>
        </p:nvSpPr>
        <p:spPr>
          <a:xfrm>
            <a:off x="852840" y="7871400"/>
            <a:ext cx="2828380" cy="73721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en-US" sz="2100" b="0" strike="noStrike" spc="-1" dirty="0">
                <a:solidFill>
                  <a:schemeClr val="dk1"/>
                </a:solidFill>
                <a:latin typeface="Microsoft JhengHei"/>
                <a:ea typeface="Microsoft JhengHei"/>
              </a:rPr>
              <a:t>Presentation by </a:t>
            </a:r>
            <a:r>
              <a:rPr lang="en-US" sz="2100" b="1" strike="noStrike" spc="-1" dirty="0">
                <a:solidFill>
                  <a:schemeClr val="dk1"/>
                </a:solidFill>
                <a:latin typeface="Microsoft JhengHei"/>
                <a:ea typeface="Microsoft JhengHei"/>
              </a:rPr>
              <a:t>DSIT</a:t>
            </a:r>
            <a:endParaRPr lang="en-US" sz="2100" b="0" strike="noStrike" spc="-1" dirty="0">
              <a:solidFill>
                <a:srgbClr val="000000"/>
              </a:solidFill>
              <a:latin typeface="Calibri"/>
            </a:endParaRPr>
          </a:p>
          <a:p>
            <a:pPr defTabSz="457200">
              <a:lnSpc>
                <a:spcPct val="100000"/>
              </a:lnSpc>
            </a:pPr>
            <a:r>
              <a:rPr lang="en-US" sz="2100" b="0" strike="noStrike" spc="-1" dirty="0" smtClean="0">
                <a:solidFill>
                  <a:schemeClr val="dk1"/>
                </a:solidFill>
                <a:latin typeface="Microsoft JhengHei"/>
                <a:ea typeface="Microsoft JhengHei"/>
              </a:rPr>
              <a:t>2025/07/01</a:t>
            </a:r>
            <a:endParaRPr lang="en-US" sz="2100" b="0" strike="noStrike" spc="-1" dirty="0">
              <a:solidFill>
                <a:srgbClr val="000000"/>
              </a:solidFill>
              <a:latin typeface="Calibri"/>
            </a:endParaRPr>
          </a:p>
        </p:txBody>
      </p:sp>
      <p:sp>
        <p:nvSpPr>
          <p:cNvPr id="2858" name="矩形 1"/>
          <p:cNvSpPr/>
          <p:nvPr/>
        </p:nvSpPr>
        <p:spPr>
          <a:xfrm>
            <a:off x="843480" y="6523200"/>
            <a:ext cx="6536520" cy="644877"/>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3600" b="0" strike="noStrike" spc="-1" dirty="0" smtClean="0">
                <a:solidFill>
                  <a:schemeClr val="dk1"/>
                </a:solidFill>
                <a:latin typeface="Microsoft JhengHei"/>
                <a:ea typeface="Microsoft JhengHei"/>
              </a:rPr>
              <a:t>MM-IM-0210</a:t>
            </a:r>
            <a:endParaRPr lang="en-US" sz="3600" b="0" strike="noStrike" spc="-1" dirty="0">
              <a:solidFill>
                <a:srgbClr val="000000"/>
              </a:solidFill>
              <a:latin typeface="Calibri"/>
            </a:endParaRPr>
          </a:p>
        </p:txBody>
      </p:sp>
      <p:sp>
        <p:nvSpPr>
          <p:cNvPr id="2859" name="矩形 1"/>
          <p:cNvSpPr/>
          <p:nvPr/>
        </p:nvSpPr>
        <p:spPr>
          <a:xfrm>
            <a:off x="843480" y="7179120"/>
            <a:ext cx="6536520" cy="1198875"/>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r>
              <a:rPr lang="zh-TW" altLang="en-US" sz="3600" spc="-1" dirty="0" smtClean="0">
                <a:solidFill>
                  <a:schemeClr val="dk1"/>
                </a:solidFill>
                <a:latin typeface="Microsoft JhengHei"/>
                <a:ea typeface="Microsoft JhengHei"/>
              </a:rPr>
              <a:t>製工模具維修作業流程</a:t>
            </a:r>
            <a:endParaRPr lang="en-US" sz="3600" spc="-1" dirty="0" smtClean="0">
              <a:solidFill>
                <a:srgbClr val="000000"/>
              </a:solidFill>
            </a:endParaRPr>
          </a:p>
          <a:p>
            <a:pPr defTabSz="457200">
              <a:lnSpc>
                <a:spcPct val="100000"/>
              </a:lnSpc>
            </a:pPr>
            <a:endParaRPr lang="en-US" sz="3600" b="0" strike="noStrike" spc="-1" dirty="0">
              <a:solidFill>
                <a:srgbClr val="000000"/>
              </a:solidFill>
              <a:latin typeface="Calibri"/>
            </a:endParaRPr>
          </a:p>
        </p:txBody>
      </p:sp>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860" name="Google Shape;190;p2"/>
          <p:cNvGraphicFramePr/>
          <p:nvPr/>
        </p:nvGraphicFramePr>
        <p:xfrm>
          <a:off x="366120" y="1567440"/>
          <a:ext cx="17517960" cy="1640397"/>
        </p:xfrm>
        <a:graphic>
          <a:graphicData uri="http://schemas.openxmlformats.org/drawingml/2006/table">
            <a:tbl>
              <a:tblPr/>
              <a:tblGrid>
                <a:gridCol w="2061360"/>
                <a:gridCol w="2061360"/>
                <a:gridCol w="8327880"/>
                <a:gridCol w="1423080"/>
                <a:gridCol w="634680"/>
                <a:gridCol w="1192320"/>
                <a:gridCol w="576720"/>
                <a:gridCol w="1240560"/>
              </a:tblGrid>
              <a:tr h="504000">
                <a:tc rowSpan="3">
                  <a:txBody>
                    <a:bodyPr/>
                    <a:lstStyle/>
                    <a:p>
                      <a:pPr defTabSz="1371600">
                        <a:lnSpc>
                          <a:spcPct val="166000"/>
                        </a:lnSpc>
                        <a:tabLst>
                          <a:tab pos="0" algn="l"/>
                        </a:tabLst>
                      </a:pPr>
                      <a:r>
                        <a:rPr lang="zh-TW" sz="1800" b="1" strike="noStrike" spc="-1" dirty="0">
                          <a:solidFill>
                            <a:schemeClr val="lt1"/>
                          </a:solidFill>
                          <a:latin typeface="Microsoft JhengHei"/>
                          <a:ea typeface="Microsoft JhengHei"/>
                        </a:rPr>
                        <a:t>文件基本訊息</a:t>
                      </a:r>
                      <a:endParaRPr lang="en-US" sz="1800" b="0" strike="noStrike" spc="-1" dirty="0">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文件主題</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defTabSz="1371600">
                        <a:lnSpc>
                          <a:spcPct val="166000"/>
                        </a:lnSpc>
                        <a:tabLst>
                          <a:tab pos="0" algn="l"/>
                        </a:tabLst>
                      </a:pPr>
                      <a:r>
                        <a:rPr lang="en-US" sz="1800" b="1" strike="noStrike" spc="-1">
                          <a:solidFill>
                            <a:schemeClr val="lt1"/>
                          </a:solidFill>
                          <a:latin typeface="Microsoft JhengHei"/>
                          <a:ea typeface="Microsoft JhengHei"/>
                        </a:rPr>
                        <a:t> To be_Business Process</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defTabSz="1371600">
                        <a:lnSpc>
                          <a:spcPct val="166000"/>
                        </a:lnSpc>
                        <a:tabLst>
                          <a:tab pos="0" algn="l"/>
                        </a:tabLst>
                      </a:pPr>
                      <a:r>
                        <a:rPr lang="zh-TW" sz="1800" b="1" strike="noStrike" spc="-1">
                          <a:solidFill>
                            <a:schemeClr val="lt1"/>
                          </a:solidFill>
                          <a:latin typeface="Microsoft JhengHei"/>
                          <a:ea typeface="Microsoft JhengHei"/>
                        </a:rPr>
                        <a:t>創建日期</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gridSpan="4">
                  <a:txBody>
                    <a:bodyPr/>
                    <a:lstStyle/>
                    <a:p>
                      <a:pPr defTabSz="1371600">
                        <a:lnSpc>
                          <a:spcPct val="166000"/>
                        </a:lnSpc>
                        <a:tabLst>
                          <a:tab pos="0" algn="l"/>
                        </a:tabLst>
                      </a:pPr>
                      <a:r>
                        <a:rPr lang="en-US" sz="1800" b="1" strike="noStrike" spc="-1" dirty="0">
                          <a:solidFill>
                            <a:schemeClr val="lt1"/>
                          </a:solidFill>
                          <a:latin typeface="Microsoft JhengHei"/>
                          <a:ea typeface="Microsoft JhengHei"/>
                        </a:rPr>
                        <a:t> </a:t>
                      </a:r>
                      <a:r>
                        <a:rPr lang="en-US" sz="1800" b="1" strike="noStrike" spc="-1" dirty="0" smtClean="0">
                          <a:solidFill>
                            <a:schemeClr val="lt1"/>
                          </a:solidFill>
                          <a:latin typeface="Microsoft JhengHei"/>
                          <a:ea typeface="Microsoft JhengHei"/>
                        </a:rPr>
                        <a:t>2025/07/01</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66000"/>
                        </a:lnSpc>
                        <a:tabLst>
                          <a:tab pos="0" algn="l"/>
                        </a:tabLst>
                      </a:pPr>
                      <a:r>
                        <a:rPr lang="zh-TW" sz="1800" b="1" strike="noStrike" spc="-1" dirty="0">
                          <a:solidFill>
                            <a:schemeClr val="lt1"/>
                          </a:solidFill>
                          <a:latin typeface="Microsoft JhengHei"/>
                          <a:ea typeface="Microsoft JhengHei"/>
                        </a:rPr>
                        <a:t>作者</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ED7D31"/>
                    </a:solidFill>
                  </a:tcPr>
                </a:tc>
                <a:tc>
                  <a:txBody>
                    <a:bodyPr/>
                    <a:lstStyle/>
                    <a:p>
                      <a:pPr defTabSz="1371600">
                        <a:lnSpc>
                          <a:spcPct val="166000"/>
                        </a:lnSpc>
                        <a:tabLst>
                          <a:tab pos="0" algn="l"/>
                        </a:tabLst>
                      </a:pPr>
                      <a:r>
                        <a:rPr lang="en-US" sz="1800" b="1" strike="noStrike" spc="-1" dirty="0" smtClean="0">
                          <a:solidFill>
                            <a:schemeClr val="dk1"/>
                          </a:solidFill>
                          <a:latin typeface="Microsoft JhengHei"/>
                          <a:ea typeface="Microsoft JhengHei"/>
                        </a:rPr>
                        <a:t>DSIT</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defTabSz="1371600">
                        <a:lnSpc>
                          <a:spcPct val="166000"/>
                        </a:lnSpc>
                        <a:tabLst>
                          <a:tab pos="0" algn="l"/>
                        </a:tabLst>
                      </a:pPr>
                      <a:r>
                        <a:rPr lang="zh-TW" sz="1800" b="1" strike="noStrike" spc="-1" dirty="0">
                          <a:solidFill>
                            <a:schemeClr val="dk1"/>
                          </a:solidFill>
                          <a:latin typeface="Microsoft JhengHei"/>
                          <a:ea typeface="Microsoft JhengHei"/>
                        </a:rPr>
                        <a:t>文件狀態</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endParaRPr lang="en-US" sz="1800" b="1" strike="noStrike" spc="-1" dirty="0">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defTabSz="1371600">
                        <a:lnSpc>
                          <a:spcPct val="166000"/>
                        </a:lnSpc>
                        <a:tabLst>
                          <a:tab pos="0" algn="l"/>
                        </a:tabLst>
                      </a:pPr>
                      <a:r>
                        <a:rPr lang="zh-TW" sz="1800" b="1" strike="noStrike" spc="-1" dirty="0">
                          <a:solidFill>
                            <a:schemeClr val="dk1"/>
                          </a:solidFill>
                          <a:latin typeface="Microsoft JhengHei"/>
                          <a:ea typeface="Microsoft JhengHei"/>
                        </a:rPr>
                        <a:t>草稿版</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algn="ctr" defTabSz="1371600">
                        <a:lnSpc>
                          <a:spcPct val="166000"/>
                        </a:lnSpc>
                        <a:tabLst>
                          <a:tab pos="0" algn="l"/>
                        </a:tabLst>
                      </a:pPr>
                      <a:r>
                        <a:rPr lang="x-none" sz="1800" b="1" strike="noStrike" spc="-1" dirty="0">
                          <a:solidFill>
                            <a:schemeClr val="dk1"/>
                          </a:solidFill>
                          <a:latin typeface="Microsoft JhengHei"/>
                          <a:ea typeface="Microsoft JhengHei"/>
                        </a:rPr>
                        <a:t>V</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defTabSz="1371600">
                        <a:lnSpc>
                          <a:spcPct val="166000"/>
                        </a:lnSpc>
                        <a:tabLst>
                          <a:tab pos="0" algn="l"/>
                        </a:tabLst>
                      </a:pPr>
                      <a:r>
                        <a:rPr lang="zh-TW" sz="1800" b="1" strike="noStrike" spc="-1" dirty="0">
                          <a:solidFill>
                            <a:schemeClr val="dk1"/>
                          </a:solidFill>
                          <a:latin typeface="Microsoft JhengHei"/>
                          <a:ea typeface="Microsoft JhengHei"/>
                        </a:rPr>
                        <a:t>確認版</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66000"/>
                        </a:lnSpc>
                        <a:tabLst>
                          <a:tab pos="0" algn="l"/>
                        </a:tabLst>
                      </a:pP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marL="0" marR="0" indent="0" defTabSz="1371600" eaLnBrk="1" fontAlgn="auto" latinLnBrk="0" hangingPunct="1">
                        <a:lnSpc>
                          <a:spcPct val="166000"/>
                        </a:lnSpc>
                        <a:spcBef>
                          <a:spcPts val="0"/>
                        </a:spcBef>
                        <a:spcAft>
                          <a:spcPts val="0"/>
                        </a:spcAft>
                        <a:buClrTx/>
                        <a:buSzTx/>
                        <a:buFontTx/>
                        <a:buNone/>
                        <a:tabLst>
                          <a:tab pos="0" algn="l"/>
                        </a:tabLst>
                        <a:defRPr/>
                      </a:pP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pPr defTabSz="1371600">
                        <a:lnSpc>
                          <a:spcPct val="166000"/>
                        </a:lnSpc>
                        <a:tabLst>
                          <a:tab pos="0" algn="l"/>
                        </a:tabLst>
                      </a:pPr>
                      <a:r>
                        <a:rPr lang="zh-TW" sz="1800" b="1" strike="noStrike" spc="-1" dirty="0">
                          <a:solidFill>
                            <a:schemeClr val="dk1"/>
                          </a:solidFill>
                          <a:latin typeface="Microsoft JhengHei"/>
                          <a:ea typeface="Microsoft JhengHei"/>
                        </a:rPr>
                        <a:t>版本</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gridSpan="4">
                  <a:txBody>
                    <a:bodyPr/>
                    <a:lstStyle/>
                    <a:p>
                      <a:pPr defTabSz="1371600">
                        <a:lnSpc>
                          <a:spcPct val="166000"/>
                        </a:lnSpc>
                        <a:tabLst>
                          <a:tab pos="0" algn="l"/>
                        </a:tabLst>
                      </a:pPr>
                      <a:r>
                        <a:rPr lang="en-US" sz="1800" b="1" strike="noStrike" spc="-1">
                          <a:solidFill>
                            <a:schemeClr val="dk1"/>
                          </a:solidFill>
                          <a:latin typeface="Microsoft JhengHei"/>
                          <a:ea typeface="Microsoft JhengHei"/>
                        </a:rPr>
                        <a:t> </a:t>
                      </a:r>
                      <a:r>
                        <a:rPr lang="en-US" sz="1800" b="1" strike="noStrike" spc="-1" smtClean="0">
                          <a:solidFill>
                            <a:schemeClr val="dk1"/>
                          </a:solidFill>
                          <a:latin typeface="Microsoft JhengHei"/>
                          <a:ea typeface="Microsoft JhengHei"/>
                        </a:rPr>
                        <a:t>v2.1</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bl>
          </a:graphicData>
        </a:graphic>
      </p:graphicFrame>
      <p:graphicFrame>
        <p:nvGraphicFramePr>
          <p:cNvPr id="2861" name="Google Shape;191;p2"/>
          <p:cNvGraphicFramePr/>
          <p:nvPr/>
        </p:nvGraphicFramePr>
        <p:xfrm>
          <a:off x="366120" y="3155400"/>
          <a:ext cx="17517960" cy="3288477"/>
        </p:xfrm>
        <a:graphic>
          <a:graphicData uri="http://schemas.openxmlformats.org/drawingml/2006/table">
            <a:tbl>
              <a:tblPr/>
              <a:tblGrid>
                <a:gridCol w="2061360"/>
                <a:gridCol w="2061360"/>
                <a:gridCol w="8327880"/>
                <a:gridCol w="3269880"/>
                <a:gridCol w="1797480"/>
              </a:tblGrid>
              <a:tr h="504000">
                <a:tc rowSpan="6">
                  <a:txBody>
                    <a:bodyPr/>
                    <a:lstStyle/>
                    <a:p>
                      <a:pPr defTabSz="1371600">
                        <a:lnSpc>
                          <a:spcPct val="166000"/>
                        </a:lnSpc>
                        <a:tabLst>
                          <a:tab pos="0" algn="l"/>
                        </a:tabLst>
                      </a:pPr>
                      <a:r>
                        <a:rPr lang="zh-TW" sz="1800" b="1" strike="noStrike" spc="-1" dirty="0">
                          <a:solidFill>
                            <a:schemeClr val="lt1"/>
                          </a:solidFill>
                          <a:latin typeface="Microsoft JhengHei"/>
                          <a:ea typeface="Microsoft JhengHei"/>
                        </a:rPr>
                        <a:t>文件版本</a:t>
                      </a:r>
                      <a:endParaRPr lang="en-US" sz="1800" b="0" strike="noStrike" spc="-1" dirty="0">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版本號</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cap="flat" cmpd="sng" algn="ctr">
                      <a:solidFill>
                        <a:srgbClr val="FFFFFF"/>
                      </a:solidFill>
                      <a:prstDash val="solid"/>
                      <a:round/>
                      <a:headEnd type="none" w="med" len="med"/>
                      <a:tailEnd type="none" w="med" len="med"/>
                    </a:lnB>
                    <a:solidFill>
                      <a:srgbClr val="ED7D31"/>
                    </a:solidFill>
                  </a:tcPr>
                </a:tc>
                <a:tc>
                  <a:txBody>
                    <a:bodyPr/>
                    <a:lstStyle/>
                    <a:p>
                      <a:pPr defTabSz="1371600">
                        <a:lnSpc>
                          <a:spcPct val="166000"/>
                        </a:lnSpc>
                        <a:tabLst>
                          <a:tab pos="0" algn="l"/>
                        </a:tabLst>
                      </a:pPr>
                      <a:r>
                        <a:rPr lang="zh-TW" sz="1800" b="1" strike="noStrike" spc="-1" dirty="0">
                          <a:solidFill>
                            <a:schemeClr val="lt1"/>
                          </a:solidFill>
                          <a:latin typeface="Microsoft JhengHei"/>
                          <a:ea typeface="Microsoft JhengHei"/>
                        </a:rPr>
                        <a:t>變更說明</a:t>
                      </a:r>
                      <a:r>
                        <a:rPr lang="en-US" sz="1800" b="1" strike="noStrike" spc="-1" dirty="0">
                          <a:solidFill>
                            <a:schemeClr val="lt1"/>
                          </a:solidFill>
                          <a:latin typeface="Microsoft JhengHei"/>
                          <a:ea typeface="Microsoft JhengHei"/>
                        </a:rPr>
                        <a:t>(</a:t>
                      </a:r>
                      <a:r>
                        <a:rPr lang="zh-TW" sz="1800" b="1" strike="noStrike" spc="-1" dirty="0">
                          <a:solidFill>
                            <a:schemeClr val="lt1"/>
                          </a:solidFill>
                          <a:latin typeface="Microsoft JhengHei"/>
                          <a:ea typeface="Microsoft JhengHei"/>
                        </a:rPr>
                        <a:t>修改內容說明</a:t>
                      </a:r>
                      <a:r>
                        <a:rPr lang="en-US" sz="1800" b="1" strike="noStrike" spc="-1" dirty="0">
                          <a:solidFill>
                            <a:schemeClr val="lt1"/>
                          </a:solidFill>
                          <a:latin typeface="Microsoft JhengHei"/>
                          <a:ea typeface="Microsoft JhengHei"/>
                        </a:rPr>
                        <a:t>)</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cap="flat" cmpd="sng" algn="ctr">
                      <a:solidFill>
                        <a:srgbClr val="FFFFFF"/>
                      </a:solidFill>
                      <a:prstDash val="solid"/>
                      <a:round/>
                      <a:headEnd type="none" w="med" len="med"/>
                      <a:tailEnd type="none" w="med" len="me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修改人</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cap="flat" cmpd="sng" algn="ctr">
                      <a:solidFill>
                        <a:srgbClr val="FFFFFF"/>
                      </a:solidFill>
                      <a:prstDash val="solid"/>
                      <a:round/>
                      <a:headEnd type="none" w="med" len="med"/>
                      <a:tailEnd type="none" w="med" len="me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日期</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38160" cap="flat" cmpd="sng" algn="ctr">
                      <a:solidFill>
                        <a:srgbClr val="FFFFFF"/>
                      </a:solidFill>
                      <a:prstDash val="solid"/>
                      <a:round/>
                      <a:headEnd type="none" w="med" len="med"/>
                      <a:tailEnd type="none" w="med" len="med"/>
                    </a:lnB>
                    <a:solidFill>
                      <a:srgbClr val="ED7D31"/>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66000"/>
                        </a:lnSpc>
                        <a:tabLst>
                          <a:tab pos="0" algn="l"/>
                        </a:tabLst>
                      </a:pPr>
                      <a:r>
                        <a:rPr lang="en-US" sz="1800" b="0" strike="noStrike" spc="-1" dirty="0" smtClean="0">
                          <a:solidFill>
                            <a:srgbClr val="000000"/>
                          </a:solidFill>
                          <a:latin typeface="Calibri"/>
                        </a:rPr>
                        <a:t>2.1</a:t>
                      </a:r>
                      <a:endParaRPr lang="en-US" sz="1800" b="0" strike="noStrike" spc="-1" dirty="0">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ED7D31"/>
                    </a:solidFill>
                  </a:tcPr>
                </a:tc>
                <a:tc>
                  <a:txBody>
                    <a:bodyPr/>
                    <a:lstStyle/>
                    <a:p>
                      <a:pPr defTabSz="1371600">
                        <a:lnSpc>
                          <a:spcPct val="100000"/>
                        </a:lnSpc>
                        <a:tabLst>
                          <a:tab pos="0" algn="l"/>
                        </a:tabLst>
                      </a:pPr>
                      <a:r>
                        <a:rPr lang="zh-TW" altLang="en-US" sz="1800" b="0" strike="noStrike" spc="-1" dirty="0" smtClean="0">
                          <a:solidFill>
                            <a:srgbClr val="000000"/>
                          </a:solidFill>
                          <a:latin typeface="Calibri"/>
                        </a:rPr>
                        <a:t>修正維護完成</a:t>
                      </a:r>
                      <a:r>
                        <a:rPr lang="zh-TW" altLang="en-US" sz="1800" b="0" strike="noStrike" spc="-1" dirty="0" smtClean="0">
                          <a:solidFill>
                            <a:srgbClr val="000000"/>
                          </a:solidFill>
                          <a:latin typeface="Calibri"/>
                        </a:rPr>
                        <a:t>後，廠內</a:t>
                      </a:r>
                      <a:r>
                        <a:rPr lang="en-US" altLang="zh-TW" sz="1800" b="0" strike="noStrike" spc="-1" dirty="0" smtClean="0">
                          <a:solidFill>
                            <a:srgbClr val="000000"/>
                          </a:solidFill>
                          <a:latin typeface="Calibri"/>
                        </a:rPr>
                        <a:t>/</a:t>
                      </a:r>
                      <a:r>
                        <a:rPr lang="zh-TW" altLang="en-US" sz="1800" b="0" strike="noStrike" spc="-1" dirty="0" smtClean="0">
                          <a:solidFill>
                            <a:srgbClr val="000000"/>
                          </a:solidFill>
                          <a:latin typeface="Calibri"/>
                        </a:rPr>
                        <a:t>送</a:t>
                      </a:r>
                      <a:r>
                        <a:rPr lang="zh-TW" altLang="en-US" sz="1800" b="0" strike="noStrike" spc="-1" dirty="0" smtClean="0">
                          <a:solidFill>
                            <a:srgbClr val="000000"/>
                          </a:solidFill>
                          <a:latin typeface="Calibri"/>
                        </a:rPr>
                        <a:t>外維修作</a:t>
                      </a:r>
                      <a:r>
                        <a:rPr lang="zh-TW" altLang="en-US" sz="1800" b="0" strike="noStrike" spc="-1" dirty="0" smtClean="0">
                          <a:solidFill>
                            <a:srgbClr val="000000"/>
                          </a:solidFill>
                          <a:latin typeface="Calibri"/>
                        </a:rPr>
                        <a:t>不同的異動類型回原倉別</a:t>
                      </a:r>
                      <a:r>
                        <a:rPr lang="en-US" altLang="zh-TW" sz="1800" b="0" strike="noStrike" spc="-1" dirty="0" smtClean="0">
                          <a:solidFill>
                            <a:srgbClr val="000000"/>
                          </a:solidFill>
                          <a:latin typeface="Calibri"/>
                        </a:rPr>
                        <a:t>, </a:t>
                      </a:r>
                      <a:r>
                        <a:rPr lang="zh-TW" altLang="en-US" sz="1800" b="0" strike="noStrike" spc="-1" dirty="0" smtClean="0">
                          <a:solidFill>
                            <a:srgbClr val="000000"/>
                          </a:solidFill>
                          <a:latin typeface="Calibri"/>
                        </a:rPr>
                        <a:t>補回串接費用採購流程</a:t>
                      </a:r>
                      <a:endParaRPr lang="en-US" sz="1800" b="0" strike="noStrike" spc="-1" dirty="0">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algn="ctr" defTabSz="914400">
                        <a:lnSpc>
                          <a:spcPct val="166000"/>
                        </a:lnSpc>
                        <a:tabLst>
                          <a:tab pos="0" algn="l"/>
                        </a:tabLst>
                      </a:pPr>
                      <a:r>
                        <a:rPr lang="en-US" sz="1800" b="0" strike="noStrike" spc="-1" dirty="0" smtClean="0">
                          <a:solidFill>
                            <a:srgbClr val="000000"/>
                          </a:solidFill>
                          <a:latin typeface="Calibri"/>
                        </a:rPr>
                        <a:t>Vincent Yeh</a:t>
                      </a:r>
                      <a:endParaRPr lang="en-US" sz="1800" b="0" strike="noStrike" spc="-1" dirty="0">
                        <a:solidFill>
                          <a:srgbClr val="000000"/>
                        </a:solidFill>
                        <a:latin typeface="Calibri"/>
                      </a:endParaRPr>
                    </a:p>
                  </a:txBody>
                  <a:tcPr anchor="ctr">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pPr algn="ctr" defTabSz="1371600">
                        <a:lnSpc>
                          <a:spcPct val="100000"/>
                        </a:lnSpc>
                        <a:tabLst>
                          <a:tab pos="0" algn="l"/>
                        </a:tabLst>
                      </a:pPr>
                      <a:r>
                        <a:rPr lang="en-US" sz="1800" b="0" strike="noStrike" spc="-1" dirty="0" smtClean="0">
                          <a:solidFill>
                            <a:srgbClr val="000000"/>
                          </a:solidFill>
                          <a:latin typeface="Calibri"/>
                        </a:rPr>
                        <a:t>2025/07/22</a:t>
                      </a:r>
                      <a:endParaRPr lang="en-US" sz="1800" b="0" strike="noStrike" spc="-1" dirty="0">
                        <a:solidFill>
                          <a:srgbClr val="000000"/>
                        </a:solidFill>
                        <a:latin typeface="Calibri"/>
                      </a:endParaRPr>
                    </a:p>
                  </a:txBody>
                  <a:tcPr anchor="ctr">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914400">
                        <a:lnSpc>
                          <a:spcPct val="166000"/>
                        </a:lnSpc>
                        <a:tabLst>
                          <a:tab pos="0" algn="l"/>
                        </a:tabLst>
                      </a:pP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cap="flat" cmpd="sng" algn="ctr">
                      <a:solidFill>
                        <a:srgbClr val="FFFFFF"/>
                      </a:solidFill>
                      <a:prstDash val="solid"/>
                      <a:round/>
                      <a:headEnd type="none" w="med" len="med"/>
                      <a:tailEnd type="none" w="med" len="med"/>
                    </a:lnT>
                    <a:lnB w="12240">
                      <a:solidFill>
                        <a:srgbClr val="FFFFFF"/>
                      </a:solidFill>
                      <a:prstDash val="solid"/>
                    </a:lnB>
                    <a:solidFill>
                      <a:srgbClr val="ED7D31"/>
                    </a:solidFill>
                  </a:tcPr>
                </a:tc>
                <a:tc>
                  <a:txBody>
                    <a:bodyPr/>
                    <a:lstStyle/>
                    <a:p>
                      <a:pPr defTabSz="1371600">
                        <a:lnSpc>
                          <a:spcPct val="166000"/>
                        </a:lnSpc>
                        <a:tabLst>
                          <a:tab pos="0" algn="l"/>
                        </a:tabLst>
                      </a:pP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cap="flat" cmpd="sng" algn="ctr">
                      <a:solidFill>
                        <a:srgbClr val="FFFFFF"/>
                      </a:solidFill>
                      <a:prstDash val="solid"/>
                      <a:round/>
                      <a:headEnd type="none" w="med" len="med"/>
                      <a:tailEnd type="none" w="med" len="med"/>
                    </a:lnT>
                    <a:lnB w="12240">
                      <a:solidFill>
                        <a:srgbClr val="FFFFFF"/>
                      </a:solidFill>
                      <a:prstDash val="solid"/>
                    </a:lnB>
                    <a:solidFill>
                      <a:srgbClr val="FCECE7"/>
                    </a:solidFill>
                  </a:tcPr>
                </a:tc>
                <a:tc>
                  <a:txBody>
                    <a:bodyPr/>
                    <a:lstStyle/>
                    <a:p>
                      <a:pPr algn="ctr" defTabSz="914400">
                        <a:lnSpc>
                          <a:spcPct val="166000"/>
                        </a:lnSpc>
                        <a:tabLst>
                          <a:tab pos="0" algn="l"/>
                        </a:tabLst>
                      </a:pPr>
                      <a:endParaRPr lang="en-US" sz="1800" b="0" strike="noStrike" spc="-1">
                        <a:solidFill>
                          <a:srgbClr val="000000"/>
                        </a:solidFill>
                        <a:latin typeface="Calibri"/>
                      </a:endParaRPr>
                    </a:p>
                  </a:txBody>
                  <a:tcPr>
                    <a:lnL w="12240">
                      <a:solidFill>
                        <a:srgbClr val="FFFFFF"/>
                      </a:solidFill>
                      <a:prstDash val="solid"/>
                    </a:lnL>
                    <a:lnR w="12240">
                      <a:solidFill>
                        <a:srgbClr val="FFFFFF"/>
                      </a:solidFill>
                      <a:prstDash val="solid"/>
                    </a:lnR>
                    <a:lnT w="12240" cap="flat" cmpd="sng" algn="ctr">
                      <a:solidFill>
                        <a:srgbClr val="FFFFFF"/>
                      </a:solidFill>
                      <a:prstDash val="solid"/>
                      <a:round/>
                      <a:headEnd type="none" w="med" len="med"/>
                      <a:tailEnd type="none" w="med" len="med"/>
                    </a:lnT>
                    <a:lnB w="12240">
                      <a:solidFill>
                        <a:srgbClr val="FFFFFF"/>
                      </a:solidFill>
                      <a:prstDash val="solid"/>
                    </a:lnB>
                    <a:solidFill>
                      <a:srgbClr val="FCECE7"/>
                    </a:solidFill>
                  </a:tcPr>
                </a:tc>
                <a:tc>
                  <a:txBody>
                    <a:bodyPr/>
                    <a:lstStyle/>
                    <a:p>
                      <a:pPr algn="ctr" defTabSz="1371600">
                        <a:lnSpc>
                          <a:spcPct val="100000"/>
                        </a:lnSpc>
                        <a:tabLst>
                          <a:tab pos="0" algn="l"/>
                        </a:tabLst>
                      </a:pPr>
                      <a:endParaRPr lang="en-US" sz="1800" b="0" strike="noStrike" spc="-1">
                        <a:solidFill>
                          <a:srgbClr val="000000"/>
                        </a:solidFill>
                        <a:latin typeface="Calibri"/>
                      </a:endParaRPr>
                    </a:p>
                  </a:txBody>
                  <a:tcPr anchor="ctr">
                    <a:lnL w="12240">
                      <a:solidFill>
                        <a:srgbClr val="FFFFFF"/>
                      </a:solidFill>
                      <a:prstDash val="solid"/>
                    </a:lnL>
                    <a:lnR w="12240">
                      <a:solidFill>
                        <a:srgbClr val="FFFFFF"/>
                      </a:solidFill>
                      <a:prstDash val="solid"/>
                    </a:lnR>
                    <a:lnT w="12240" cap="flat" cmpd="sng" algn="ctr">
                      <a:solidFill>
                        <a:srgbClr val="FFFFFF"/>
                      </a:solidFill>
                      <a:prstDash val="solid"/>
                      <a:round/>
                      <a:headEnd type="none" w="med" len="med"/>
                      <a:tailEnd type="none" w="med" len="med"/>
                    </a:lnT>
                    <a:lnB w="12240">
                      <a:solidFill>
                        <a:srgbClr val="FFFFFF"/>
                      </a:solidFill>
                      <a:prstDash val="solid"/>
                    </a:lnB>
                    <a:solidFill>
                      <a:srgbClr val="FCECE7"/>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66000"/>
                        </a:lnSpc>
                        <a:tabLst>
                          <a:tab pos="0" algn="l"/>
                        </a:tabLst>
                      </a:pP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defTabSz="1371600">
                        <a:lnSpc>
                          <a:spcPct val="166000"/>
                        </a:lnSpc>
                        <a:tabLst>
                          <a:tab pos="0" algn="l"/>
                        </a:tabLst>
                      </a:pP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66000"/>
                        </a:lnSpc>
                        <a:tabLst>
                          <a:tab pos="0" algn="l"/>
                        </a:tabLst>
                      </a:pP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66000"/>
                        </a:lnSpc>
                        <a:tabLst>
                          <a:tab pos="0" algn="l"/>
                        </a:tabLst>
                      </a:pP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endParaRPr lang="en-US" sz="1800" b="0" strike="noStrike" spc="-1">
                        <a:solidFill>
                          <a:schemeClr val="lt1"/>
                        </a:solidFill>
                        <a:latin typeface="Microsoft JhengHei"/>
                        <a:ea typeface="Microsoft JhengHe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dirty="0">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endParaRPr lang="en-US" sz="1800" b="0" strike="noStrike" spc="-1">
                        <a:solidFill>
                          <a:schemeClr val="lt1"/>
                        </a:solidFill>
                        <a:latin typeface="Microsoft JhengHei"/>
                        <a:ea typeface="Microsoft JhengHe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endParaRPr lang="en-US" sz="1800" b="0" strike="noStrike" spc="-1" dirty="0">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dirty="0">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dirty="0">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r>
            </a:tbl>
          </a:graphicData>
        </a:graphic>
      </p:graphicFrame>
      <p:graphicFrame>
        <p:nvGraphicFramePr>
          <p:cNvPr id="2862" name="Google Shape;192;p2"/>
          <p:cNvGraphicFramePr/>
          <p:nvPr/>
        </p:nvGraphicFramePr>
        <p:xfrm>
          <a:off x="366120" y="6255360"/>
          <a:ext cx="17518320" cy="504000"/>
        </p:xfrm>
        <a:graphic>
          <a:graphicData uri="http://schemas.openxmlformats.org/drawingml/2006/table">
            <a:tbl>
              <a:tblPr/>
              <a:tblGrid>
                <a:gridCol w="2061360"/>
                <a:gridCol w="2066760"/>
                <a:gridCol w="1797480"/>
                <a:gridCol w="1932120"/>
                <a:gridCol w="1932120"/>
                <a:gridCol w="1932120"/>
                <a:gridCol w="1932120"/>
                <a:gridCol w="1932120"/>
                <a:gridCol w="1932120"/>
              </a:tblGrid>
              <a:tr h="504000">
                <a:tc>
                  <a:txBody>
                    <a:bodyPr/>
                    <a:lstStyle/>
                    <a:p>
                      <a:pPr defTabSz="1371600">
                        <a:lnSpc>
                          <a:spcPct val="150000"/>
                        </a:lnSpc>
                        <a:tabLst>
                          <a:tab pos="0" algn="l"/>
                        </a:tabLst>
                      </a:pPr>
                      <a:r>
                        <a:rPr lang="zh-TW" sz="1800" b="1" strike="noStrike" spc="-1">
                          <a:solidFill>
                            <a:schemeClr val="lt1"/>
                          </a:solidFill>
                          <a:latin typeface="Microsoft JhengHei"/>
                          <a:ea typeface="Microsoft JhengHei"/>
                        </a:rPr>
                        <a:t>機密等級</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50000"/>
                        </a:lnSpc>
                        <a:tabLst>
                          <a:tab pos="0" algn="l"/>
                        </a:tabLst>
                      </a:pPr>
                      <a:r>
                        <a:rPr lang="zh-TW" sz="1800" b="1" strike="noStrike" spc="-1">
                          <a:solidFill>
                            <a:schemeClr val="lt1"/>
                          </a:solidFill>
                          <a:latin typeface="Microsoft JhengHei"/>
                          <a:ea typeface="Microsoft JhengHei"/>
                        </a:rPr>
                        <a:t>極機密</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50000"/>
                        </a:lnSpc>
                        <a:tabLst>
                          <a:tab pos="0" algn="l"/>
                        </a:tabLst>
                      </a:pPr>
                      <a:r>
                        <a:rPr lang="en-US" sz="1800" b="1"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FCECE8"/>
                    </a:solidFill>
                  </a:tcPr>
                </a:tc>
                <a:tc>
                  <a:txBody>
                    <a:bodyPr/>
                    <a:lstStyle/>
                    <a:p>
                      <a:pPr algn="ctr" defTabSz="1371600">
                        <a:lnSpc>
                          <a:spcPct val="150000"/>
                        </a:lnSpc>
                        <a:tabLst>
                          <a:tab pos="0" algn="l"/>
                        </a:tabLst>
                      </a:pPr>
                      <a:r>
                        <a:rPr lang="zh-TW" sz="1800" b="1" strike="noStrike" spc="-1">
                          <a:solidFill>
                            <a:schemeClr val="lt1"/>
                          </a:solidFill>
                          <a:latin typeface="Microsoft JhengHei"/>
                          <a:ea typeface="Microsoft JhengHei"/>
                        </a:rPr>
                        <a:t>機密</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50000"/>
                        </a:lnSpc>
                        <a:tabLst>
                          <a:tab pos="0" algn="l"/>
                        </a:tabLst>
                      </a:pPr>
                      <a:r>
                        <a:rPr lang="en-US" sz="1800" b="1"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FCECE8"/>
                    </a:solidFill>
                  </a:tcPr>
                </a:tc>
                <a:tc>
                  <a:txBody>
                    <a:bodyPr/>
                    <a:lstStyle/>
                    <a:p>
                      <a:pPr algn="ctr" defTabSz="1371600">
                        <a:lnSpc>
                          <a:spcPct val="150000"/>
                        </a:lnSpc>
                        <a:tabLst>
                          <a:tab pos="0" algn="l"/>
                        </a:tabLst>
                      </a:pPr>
                      <a:r>
                        <a:rPr lang="zh-TW" sz="1800" b="1" strike="noStrike" spc="-1">
                          <a:solidFill>
                            <a:schemeClr val="lt1"/>
                          </a:solidFill>
                          <a:latin typeface="Microsoft JhengHei"/>
                          <a:ea typeface="Microsoft JhengHei"/>
                        </a:rPr>
                        <a:t>內部使用</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50000"/>
                        </a:lnSpc>
                        <a:tabLst>
                          <a:tab pos="0" algn="l"/>
                        </a:tabLst>
                      </a:pPr>
                      <a:r>
                        <a:rPr lang="en-US" sz="1800" b="1" strike="noStrike" spc="-1">
                          <a:solidFill>
                            <a:schemeClr val="dk1"/>
                          </a:solidFill>
                          <a:latin typeface="Microsoft JhengHei"/>
                          <a:ea typeface="Microsoft JhengHei"/>
                        </a:rPr>
                        <a:t>V </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FCECE8"/>
                    </a:solidFill>
                  </a:tcPr>
                </a:tc>
                <a:tc>
                  <a:txBody>
                    <a:bodyPr/>
                    <a:lstStyle/>
                    <a:p>
                      <a:pPr algn="ctr" defTabSz="1371600">
                        <a:lnSpc>
                          <a:spcPct val="150000"/>
                        </a:lnSpc>
                        <a:tabLst>
                          <a:tab pos="0" algn="l"/>
                        </a:tabLst>
                      </a:pPr>
                      <a:r>
                        <a:rPr lang="zh-TW" sz="1800" b="1" strike="noStrike" spc="-1">
                          <a:solidFill>
                            <a:schemeClr val="lt1"/>
                          </a:solidFill>
                          <a:latin typeface="Microsoft JhengHei"/>
                          <a:ea typeface="Microsoft JhengHei"/>
                        </a:rPr>
                        <a:t>一般</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50000"/>
                        </a:lnSpc>
                        <a:tabLst>
                          <a:tab pos="0" algn="l"/>
                        </a:tabLst>
                      </a:pPr>
                      <a:r>
                        <a:rPr lang="en-US" sz="1800" b="1"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FCECE8"/>
                    </a:solidFill>
                  </a:tcPr>
                </a:tc>
              </a:tr>
            </a:tbl>
          </a:graphicData>
        </a:graphic>
      </p:graphicFrame>
      <p:graphicFrame>
        <p:nvGraphicFramePr>
          <p:cNvPr id="2863" name="Google Shape;193;p2"/>
          <p:cNvGraphicFramePr/>
          <p:nvPr/>
        </p:nvGraphicFramePr>
        <p:xfrm>
          <a:off x="366120" y="6835320"/>
          <a:ext cx="17517600" cy="3237995"/>
        </p:xfrm>
        <a:graphic>
          <a:graphicData uri="http://schemas.openxmlformats.org/drawingml/2006/table">
            <a:tbl>
              <a:tblPr/>
              <a:tblGrid>
                <a:gridCol w="2045520"/>
                <a:gridCol w="2066760"/>
                <a:gridCol w="8024760"/>
                <a:gridCol w="2861280"/>
                <a:gridCol w="2519280"/>
              </a:tblGrid>
              <a:tr h="504000">
                <a:tc rowSpan="6">
                  <a:txBody>
                    <a:bodyPr/>
                    <a:lstStyle/>
                    <a:p>
                      <a:pPr defTabSz="1371600">
                        <a:lnSpc>
                          <a:spcPct val="166000"/>
                        </a:lnSpc>
                        <a:tabLst>
                          <a:tab pos="0" algn="l"/>
                        </a:tabLst>
                      </a:pPr>
                      <a:r>
                        <a:rPr lang="zh-TW" sz="1800" b="1" strike="noStrike" spc="-1" dirty="0">
                          <a:solidFill>
                            <a:schemeClr val="lt1"/>
                          </a:solidFill>
                          <a:latin typeface="Microsoft JhengHei"/>
                          <a:ea typeface="Microsoft JhengHei"/>
                        </a:rPr>
                        <a:t>審批</a:t>
                      </a:r>
                      <a:endParaRPr lang="en-US" sz="1800" b="0" strike="noStrike" spc="-1" dirty="0">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角色</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姓名 與 職稱</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簽名</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日期</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rgbClr val="ED7D31"/>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66000"/>
                        </a:lnSpc>
                        <a:tabLst>
                          <a:tab pos="0" algn="l"/>
                        </a:tabLst>
                      </a:pPr>
                      <a:r>
                        <a:rPr lang="zh-TW" sz="1800" b="1" strike="noStrike" spc="-1">
                          <a:solidFill>
                            <a:schemeClr val="lt1"/>
                          </a:solidFill>
                          <a:latin typeface="Microsoft JhengHei"/>
                          <a:ea typeface="Microsoft JhengHei"/>
                        </a:rPr>
                        <a:t>專案顧問</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ED7D31"/>
                    </a:solidFill>
                  </a:tcPr>
                </a:tc>
                <a:tc>
                  <a:txBody>
                    <a:bodyPr/>
                    <a:lstStyle/>
                    <a:p>
                      <a:pPr defTabSz="914400">
                        <a:lnSpc>
                          <a:spcPct val="166000"/>
                        </a:lnSpc>
                        <a:tabLst>
                          <a:tab pos="0" algn="l"/>
                        </a:tabLst>
                      </a:pPr>
                      <a:r>
                        <a:rPr lang="en-US" sz="1800" b="1" strike="noStrike" spc="-1" dirty="0" smtClean="0">
                          <a:solidFill>
                            <a:schemeClr val="dk1"/>
                          </a:solidFill>
                          <a:latin typeface="Microsoft JhengHei"/>
                          <a:ea typeface="Microsoft JhengHei"/>
                        </a:rPr>
                        <a:t>Vincent</a:t>
                      </a:r>
                      <a:r>
                        <a:rPr lang="en-US" sz="1800" b="1" strike="noStrike" spc="-1" baseline="0" dirty="0" smtClean="0">
                          <a:solidFill>
                            <a:schemeClr val="dk1"/>
                          </a:solidFill>
                          <a:latin typeface="Microsoft JhengHei"/>
                          <a:ea typeface="Microsoft JhengHei"/>
                        </a:rPr>
                        <a:t> Yeh</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38160">
                      <a:solidFill>
                        <a:srgbClr val="FFFFFF"/>
                      </a:solidFill>
                      <a:prstDash val="solid"/>
                    </a:lnT>
                    <a:lnB w="12240">
                      <a:solidFill>
                        <a:srgbClr val="FFFFFF"/>
                      </a:solidFill>
                      <a:prstDash val="soli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00000"/>
                        </a:lnSpc>
                        <a:tabLst>
                          <a:tab pos="0" algn="l"/>
                        </a:tabLst>
                      </a:pPr>
                      <a:r>
                        <a:rPr lang="zh-TW" sz="1800" b="1" strike="noStrike" spc="-1">
                          <a:solidFill>
                            <a:schemeClr val="lt1"/>
                          </a:solidFill>
                          <a:latin typeface="Microsoft JhengHei"/>
                          <a:ea typeface="Microsoft JhengHei"/>
                        </a:rPr>
                        <a:t>關鍵使用者</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endParaRPr lang="en-US" sz="1800" b="1"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00000"/>
                        </a:lnSpc>
                        <a:tabLst>
                          <a:tab pos="0" algn="l"/>
                        </a:tabLst>
                      </a:pPr>
                      <a:r>
                        <a:rPr lang="zh-TW" sz="1800" b="1" strike="noStrike" spc="-1">
                          <a:solidFill>
                            <a:schemeClr val="lt1"/>
                          </a:solidFill>
                          <a:latin typeface="Microsoft JhengHei"/>
                          <a:ea typeface="Microsoft JhengHei"/>
                        </a:rPr>
                        <a:t>流程負責人</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defTabSz="914400">
                        <a:lnSpc>
                          <a:spcPct val="166000"/>
                        </a:lnSpc>
                        <a:tabLst>
                          <a:tab pos="0" algn="l"/>
                        </a:tabLst>
                      </a:pP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00000"/>
                        </a:lnSpc>
                        <a:tabLst>
                          <a:tab pos="0" algn="l"/>
                        </a:tabLst>
                      </a:pPr>
                      <a:r>
                        <a:rPr lang="en-US" sz="1800" b="0"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00000"/>
                        </a:lnSpc>
                        <a:tabLst>
                          <a:tab pos="0" algn="l"/>
                        </a:tabLst>
                      </a:pPr>
                      <a:r>
                        <a:rPr lang="en-US" sz="1800" b="0"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00000"/>
                        </a:lnSpc>
                        <a:tabLst>
                          <a:tab pos="0" algn="l"/>
                        </a:tabLst>
                      </a:pPr>
                      <a:r>
                        <a:rPr lang="zh-TW" sz="1800" b="1" strike="noStrike" spc="-1">
                          <a:solidFill>
                            <a:schemeClr val="lt1"/>
                          </a:solidFill>
                          <a:latin typeface="Microsoft JhengHei"/>
                          <a:ea typeface="Microsoft JhengHei"/>
                        </a:rPr>
                        <a:t>資訊單位</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defTabSz="914400">
                        <a:lnSpc>
                          <a:spcPct val="166000"/>
                        </a:lnSpc>
                        <a:tabLst>
                          <a:tab pos="0" algn="l"/>
                        </a:tabLst>
                      </a:pPr>
                      <a:r>
                        <a:rPr lang="zh-TW" altLang="en-US" sz="1800" b="0" strike="noStrike" spc="-1" dirty="0" smtClean="0">
                          <a:solidFill>
                            <a:srgbClr val="000000"/>
                          </a:solidFill>
                          <a:latin typeface="Microsoft JhengHei"/>
                          <a:ea typeface="Microsoft JhengHei"/>
                        </a:rPr>
                        <a:t>余哲 </a:t>
                      </a:r>
                      <a:r>
                        <a:rPr lang="en-US" sz="1800" b="0" strike="noStrike" spc="-1" dirty="0" smtClean="0">
                          <a:solidFill>
                            <a:srgbClr val="000000"/>
                          </a:solidFill>
                          <a:latin typeface="Microsoft JhengHei"/>
                          <a:ea typeface="Microsoft JhengHei"/>
                        </a:rPr>
                        <a:t>Mark Yu</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c>
                  <a:txBody>
                    <a:bodyPr/>
                    <a:lstStyle/>
                    <a:p>
                      <a:endParaRPr lang="en-US" sz="1800" b="0" strike="noStrike" spc="-1">
                        <a:solidFill>
                          <a:schemeClr val="dk1"/>
                        </a:solidFill>
                        <a:latin typeface="Microsoft JhengHei"/>
                        <a:ea typeface="Microsoft JhengHe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CECE7"/>
                    </a:solidFill>
                  </a:tcPr>
                </a:tc>
              </a:tr>
              <a:tr h="504000">
                <a:tc v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c>
                  <a:txBody>
                    <a:bodyPr/>
                    <a:lstStyle/>
                    <a:p>
                      <a:pPr algn="ctr" defTabSz="1371600">
                        <a:lnSpc>
                          <a:spcPct val="100000"/>
                        </a:lnSpc>
                        <a:tabLst>
                          <a:tab pos="0" algn="l"/>
                        </a:tabLst>
                      </a:pPr>
                      <a:r>
                        <a:rPr lang="zh-TW" sz="1800" b="1" strike="noStrike" spc="-1">
                          <a:solidFill>
                            <a:schemeClr val="lt1"/>
                          </a:solidFill>
                          <a:latin typeface="Microsoft JhengHei"/>
                          <a:ea typeface="Microsoft JhengHei"/>
                        </a:rPr>
                        <a:t>專案經理</a:t>
                      </a:r>
                      <a:endParaRPr lang="en-US" sz="1800" b="0" strike="noStrike" spc="-1">
                        <a:solidFill>
                          <a:srgbClr val="000000"/>
                        </a:solidFill>
                        <a:latin typeface="Calibri"/>
                      </a:endParaRPr>
                    </a:p>
                  </a:txBody>
                  <a:tcPr marL="102600" marR="102600" anchor="ctr">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ED7D31"/>
                    </a:solidFill>
                  </a:tcPr>
                </a:tc>
                <a:tc>
                  <a:txBody>
                    <a:bodyPr/>
                    <a:lstStyle/>
                    <a:p>
                      <a:pPr defTabSz="914400">
                        <a:lnSpc>
                          <a:spcPct val="166000"/>
                        </a:lnSpc>
                        <a:tabLst>
                          <a:tab pos="0" algn="l"/>
                        </a:tabLst>
                      </a:pPr>
                      <a:r>
                        <a:rPr lang="zh-TW" sz="1800" b="1" strike="noStrike" spc="-1" dirty="0">
                          <a:solidFill>
                            <a:schemeClr val="dk1"/>
                          </a:solidFill>
                          <a:latin typeface="Microsoft JhengHei"/>
                          <a:ea typeface="Microsoft JhengHei"/>
                        </a:rPr>
                        <a:t>蘇靖之 </a:t>
                      </a:r>
                      <a:r>
                        <a:rPr lang="en-US" sz="1800" b="1" strike="noStrike" spc="-1" dirty="0" err="1">
                          <a:solidFill>
                            <a:schemeClr val="dk1"/>
                          </a:solidFill>
                          <a:latin typeface="Microsoft JhengHei"/>
                          <a:ea typeface="Microsoft JhengHei"/>
                        </a:rPr>
                        <a:t>Giovenni</a:t>
                      </a:r>
                      <a:r>
                        <a:rPr lang="en-US" sz="1800" b="1" strike="noStrike" spc="-1" dirty="0">
                          <a:solidFill>
                            <a:schemeClr val="dk1"/>
                          </a:solidFill>
                          <a:latin typeface="Microsoft JhengHei"/>
                          <a:ea typeface="Microsoft JhengHei"/>
                        </a:rPr>
                        <a:t> Su </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00000"/>
                        </a:lnSpc>
                        <a:tabLst>
                          <a:tab pos="0" algn="l"/>
                        </a:tabLst>
                      </a:pPr>
                      <a:r>
                        <a:rPr lang="en-US" sz="1800" b="0" strike="noStrike" spc="-1">
                          <a:solidFill>
                            <a:schemeClr val="dk1"/>
                          </a:solidFill>
                          <a:latin typeface="Microsoft JhengHei"/>
                          <a:ea typeface="Microsoft JhengHei"/>
                        </a:rPr>
                        <a:t> </a:t>
                      </a:r>
                      <a:endParaRPr lang="en-US" sz="1800" b="0" strike="noStrike" spc="-1">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c>
                  <a:txBody>
                    <a:bodyPr/>
                    <a:lstStyle/>
                    <a:p>
                      <a:pPr algn="ctr" defTabSz="1371600">
                        <a:lnSpc>
                          <a:spcPct val="100000"/>
                        </a:lnSpc>
                        <a:tabLst>
                          <a:tab pos="0" algn="l"/>
                        </a:tabLst>
                      </a:pPr>
                      <a:r>
                        <a:rPr lang="en-US" sz="1800" b="0" strike="noStrike" spc="-1" dirty="0">
                          <a:solidFill>
                            <a:schemeClr val="dk1"/>
                          </a:solidFill>
                          <a:latin typeface="Microsoft JhengHei"/>
                          <a:ea typeface="Microsoft JhengHei"/>
                        </a:rPr>
                        <a:t> </a:t>
                      </a:r>
                      <a:endParaRPr lang="en-US" sz="1800" b="0" strike="noStrike" spc="-1" dirty="0">
                        <a:solidFill>
                          <a:srgbClr val="000000"/>
                        </a:solidFill>
                        <a:latin typeface="Calibri"/>
                      </a:endParaRPr>
                    </a:p>
                  </a:txBody>
                  <a:tcPr marL="102600" marR="10260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rgbClr val="F8D6CC"/>
                    </a:solidFill>
                  </a:tcPr>
                </a:tc>
              </a:tr>
            </a:tbl>
          </a:graphicData>
        </a:graphic>
      </p:graphicFrame>
      <p:sp>
        <p:nvSpPr>
          <p:cNvPr id="2864" name="TextBox 1"/>
          <p:cNvSpPr/>
          <p:nvPr/>
        </p:nvSpPr>
        <p:spPr>
          <a:xfrm>
            <a:off x="2521800" y="811440"/>
            <a:ext cx="8244000" cy="829543"/>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r>
              <a:rPr lang="en-US" altLang="zh-TW" sz="2400" spc="-1" dirty="0" smtClean="0">
                <a:solidFill>
                  <a:schemeClr val="dk1"/>
                </a:solidFill>
                <a:latin typeface="Microsoft JhengHei"/>
                <a:ea typeface="Microsoft JhengHei"/>
              </a:rPr>
              <a:t>MM-IM-0210 </a:t>
            </a:r>
            <a:r>
              <a:rPr lang="zh-TW" altLang="en-US" sz="2400" spc="-1" dirty="0" smtClean="0">
                <a:solidFill>
                  <a:schemeClr val="dk1"/>
                </a:solidFill>
                <a:latin typeface="Microsoft JhengHei"/>
                <a:ea typeface="Microsoft JhengHei"/>
              </a:rPr>
              <a:t>製工模具維修作業流程</a:t>
            </a:r>
            <a:endParaRPr lang="en-US" sz="2400" spc="-1" dirty="0" smtClean="0">
              <a:solidFill>
                <a:srgbClr val="000000"/>
              </a:solidFill>
            </a:endParaRPr>
          </a:p>
          <a:p>
            <a:pPr defTabSz="457200">
              <a:lnSpc>
                <a:spcPct val="100000"/>
              </a:lnSpc>
            </a:pPr>
            <a:endParaRPr lang="en-US" sz="2400" b="0" strike="noStrike" spc="-1" dirty="0">
              <a:solidFill>
                <a:srgbClr val="000000"/>
              </a:solidFill>
              <a:latin typeface="Calibri"/>
            </a:endParaRPr>
          </a:p>
        </p:txBody>
      </p:sp>
      <p:sp>
        <p:nvSpPr>
          <p:cNvPr id="7" name="Google Shape;38;p9">
            <a:extLst>
              <a:ext uri="{FF2B5EF4-FFF2-40B4-BE49-F238E27FC236}">
                <a16:creationId xmlns="" xmlns:a16="http://schemas.microsoft.com/office/drawing/2014/main" id="{424A9B21-226E-4E89-EEBE-161D8D8BED1D}"/>
              </a:ext>
            </a:extLst>
          </p:cNvPr>
          <p:cNvSpPr txBox="1"/>
          <p:nvPr/>
        </p:nvSpPr>
        <p:spPr>
          <a:xfrm>
            <a:off x="15787734" y="572262"/>
            <a:ext cx="2071638" cy="547772"/>
          </a:xfrm>
          <a:prstGeom prst="rect">
            <a:avLst/>
          </a:prstGeom>
          <a:noFill/>
          <a:ln>
            <a:noFill/>
          </a:ln>
        </p:spPr>
        <p:txBody>
          <a:bodyPr spcFirstLastPara="1" wrap="square" lIns="137138" tIns="68550" rIns="137138" bIns="68550" anchor="ctr" anchorCtr="0">
            <a:noAutofit/>
          </a:bodyPr>
          <a:lstStyle/>
          <a:p>
            <a:pPr algn="r"/>
            <a:r>
              <a:rPr lang="en-US" sz="1500" dirty="0" smtClean="0">
                <a:solidFill>
                  <a:srgbClr val="888888"/>
                </a:solidFill>
                <a:latin typeface="Arial"/>
                <a:ea typeface="Arial"/>
                <a:cs typeface="Arial"/>
                <a:sym typeface="Arial"/>
              </a:rPr>
              <a:t>2025/07/22</a:t>
            </a:r>
            <a:endParaRPr sz="1500" dirty="0">
              <a:solidFill>
                <a:srgbClr val="888888"/>
              </a:solidFill>
              <a:latin typeface="Arial"/>
              <a:ea typeface="Arial"/>
              <a:cs typeface="Arial"/>
              <a:sym typeface="Arial"/>
            </a:endParaRPr>
          </a:p>
        </p:txBody>
      </p:sp>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2" name="流程圖: 結束點 1">
            <a:extLst>
              <a:ext uri="{FF2B5EF4-FFF2-40B4-BE49-F238E27FC236}">
                <a16:creationId xmlns:a16="http://schemas.microsoft.com/office/drawing/2014/main" xmlns="" id="{1FB9514E-6261-C7AC-D58E-6A5F2E6F81FD}"/>
              </a:ext>
            </a:extLst>
          </p:cNvPr>
          <p:cNvSpPr/>
          <p:nvPr/>
        </p:nvSpPr>
        <p:spPr bwMode="auto">
          <a:xfrm>
            <a:off x="413248" y="2366061"/>
            <a:ext cx="1797831" cy="782564"/>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horz" wrap="none" lIns="152823" tIns="76412" rIns="152823" bIns="76412" numCol="1" spcCol="0" rtlCol="0" fromWordArt="0" anchor="ctr" anchorCtr="0" forceAA="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eaLnBrk="0" hangingPunct="0"/>
            <a:r>
              <a:rPr lang="zh-TW" altLang="en-US" sz="1500" dirty="0">
                <a:latin typeface="微軟正黑體" panose="020B0604030504040204" pitchFamily="34" charset="-120"/>
                <a:ea typeface="微軟正黑體" panose="020B0604030504040204" pitchFamily="34" charset="-120"/>
              </a:rPr>
              <a:t>開始</a:t>
            </a:r>
          </a:p>
        </p:txBody>
      </p:sp>
      <p:cxnSp>
        <p:nvCxnSpPr>
          <p:cNvPr id="6" name="Straight Connector 284">
            <a:extLst>
              <a:ext uri="{FF2B5EF4-FFF2-40B4-BE49-F238E27FC236}">
                <a16:creationId xmlns:a16="http://schemas.microsoft.com/office/drawing/2014/main" xmlns="" id="{9B19B4BF-9599-B835-12D9-B67512228A7B}"/>
              </a:ext>
            </a:extLst>
          </p:cNvPr>
          <p:cNvCxnSpPr>
            <a:cxnSpLocks/>
          </p:cNvCxnSpPr>
          <p:nvPr/>
        </p:nvCxnSpPr>
        <p:spPr>
          <a:xfrm rot="5400000">
            <a:off x="5364812" y="5711906"/>
            <a:ext cx="8712302" cy="1091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extBox 53">
            <a:extLst>
              <a:ext uri="{FF2B5EF4-FFF2-40B4-BE49-F238E27FC236}">
                <a16:creationId xmlns:a16="http://schemas.microsoft.com/office/drawing/2014/main" xmlns="" id="{30381EE2-3320-4812-6081-3A15B03E8B32}"/>
              </a:ext>
            </a:extLst>
          </p:cNvPr>
          <p:cNvSpPr txBox="1"/>
          <p:nvPr/>
        </p:nvSpPr>
        <p:spPr>
          <a:xfrm>
            <a:off x="14394343" y="2013759"/>
            <a:ext cx="3594197" cy="7617470"/>
          </a:xfrm>
          <a:prstGeom prst="rect">
            <a:avLst/>
          </a:prstGeom>
          <a:noFill/>
        </p:spPr>
        <p:txBody>
          <a:bodyPr wrap="square" lIns="137160" tIns="68580" rIns="137160" bIns="68580" rtlCol="0">
            <a:spAutoFit/>
          </a:bodyPr>
          <a:lstStyle/>
          <a:p>
            <a:pPr marL="342900" indent="-342900">
              <a:buFont typeface="+mj-lt"/>
              <a:buAutoNum type="arabicPeriod"/>
            </a:pPr>
            <a:r>
              <a:rPr lang="zh-TW" altLang="en-US" dirty="0"/>
              <a:t>現場單位提出維修申請的</a:t>
            </a:r>
            <a:r>
              <a:rPr lang="zh-TW" altLang="en-US" dirty="0" smtClean="0"/>
              <a:t>需求提交主管核淮。</a:t>
            </a:r>
            <a:endParaRPr lang="en-US" altLang="zh-TW" dirty="0"/>
          </a:p>
          <a:p>
            <a:pPr marL="342900" indent="-342900">
              <a:buFont typeface="+mj-lt"/>
              <a:buAutoNum type="arabicPeriod"/>
            </a:pPr>
            <a:r>
              <a:rPr lang="zh-TW" altLang="en-US" dirty="0"/>
              <a:t>修模課或製工具課判斷是否可以自行維修或是需送外廠商維修。</a:t>
            </a:r>
            <a:endParaRPr lang="en-US" altLang="zh-TW" dirty="0"/>
          </a:p>
          <a:p>
            <a:pPr marL="342900" indent="-342900">
              <a:buFont typeface="+mj-lt"/>
              <a:buAutoNum type="arabicPeriod"/>
            </a:pPr>
            <a:r>
              <a:rPr lang="zh-TW" altLang="en-US" dirty="0" smtClean="0"/>
              <a:t>廠</a:t>
            </a:r>
            <a:r>
              <a:rPr lang="zh-TW" altLang="en-US" dirty="0"/>
              <a:t>內自行維修則轉入對應的維修倉</a:t>
            </a:r>
            <a:r>
              <a:rPr lang="zh-TW" altLang="en-US" dirty="0" smtClean="0"/>
              <a:t>。</a:t>
            </a:r>
            <a:endParaRPr lang="en-US" altLang="zh-TW" dirty="0" smtClean="0"/>
          </a:p>
          <a:p>
            <a:pPr marL="342900" indent="-342900">
              <a:buFont typeface="+mj-lt"/>
              <a:buAutoNum type="arabicPeriod"/>
            </a:pPr>
            <a:r>
              <a:rPr lang="zh-TW" altLang="en-US" dirty="0" smtClean="0"/>
              <a:t>當</a:t>
            </a:r>
            <a:r>
              <a:rPr lang="zh-TW" altLang="en-US" dirty="0"/>
              <a:t>廠內維修完成並試機</a:t>
            </a:r>
            <a:r>
              <a:rPr lang="en-US" altLang="zh-TW" dirty="0"/>
              <a:t>OK</a:t>
            </a:r>
            <a:r>
              <a:rPr lang="zh-TW" altLang="en-US" dirty="0"/>
              <a:t>後，則轉回原來的對應的製工模具倉</a:t>
            </a:r>
            <a:r>
              <a:rPr lang="zh-TW" altLang="en-US" dirty="0" smtClean="0"/>
              <a:t>。廠內自行維修以</a:t>
            </a:r>
            <a:r>
              <a:rPr lang="en-US" altLang="zh-TW" dirty="0" err="1" smtClean="0"/>
              <a:t>Mvt</a:t>
            </a:r>
            <a:r>
              <a:rPr lang="en-US" altLang="zh-TW" dirty="0" smtClean="0"/>
              <a:t>. 311</a:t>
            </a:r>
            <a:r>
              <a:rPr lang="zh-TW" altLang="en-US" dirty="0" smtClean="0"/>
              <a:t>轉入製工具倉</a:t>
            </a:r>
            <a:r>
              <a:rPr lang="en-US" altLang="zh-TW" dirty="0" smtClean="0"/>
              <a:t>;</a:t>
            </a:r>
            <a:r>
              <a:rPr lang="zh-TW" altLang="en-US" dirty="0" smtClean="0"/>
              <a:t>廠外維修以</a:t>
            </a:r>
            <a:r>
              <a:rPr lang="en-US" altLang="zh-TW" dirty="0" err="1" smtClean="0"/>
              <a:t>Mvt</a:t>
            </a:r>
            <a:r>
              <a:rPr lang="en-US" altLang="zh-TW" dirty="0" smtClean="0"/>
              <a:t>. 542</a:t>
            </a:r>
            <a:r>
              <a:rPr lang="zh-TW" altLang="en-US" dirty="0" smtClean="0"/>
              <a:t>轉入製工具倉</a:t>
            </a:r>
            <a:r>
              <a:rPr lang="en-US" altLang="zh-TW" dirty="0" smtClean="0"/>
              <a:t>;</a:t>
            </a:r>
            <a:endParaRPr lang="en-US" altLang="zh-TW" dirty="0"/>
          </a:p>
          <a:p>
            <a:pPr marL="342900" indent="-342900">
              <a:buFont typeface="+mj-lt"/>
              <a:buAutoNum type="arabicPeriod"/>
            </a:pPr>
            <a:r>
              <a:rPr lang="zh-TW" altLang="en-US" dirty="0" smtClean="0"/>
              <a:t>當是送外由廠商維修則轉入外包倉。</a:t>
            </a:r>
            <a:endParaRPr lang="en-US" altLang="zh-TW" dirty="0" smtClean="0"/>
          </a:p>
          <a:p>
            <a:pPr marL="342900" indent="-342900">
              <a:buFont typeface="+mj-lt"/>
              <a:buAutoNum type="arabicPeriod"/>
            </a:pPr>
            <a:r>
              <a:rPr lang="zh-TW" altLang="en-US" dirty="0" smtClean="0"/>
              <a:t>轉出時，進出口部門處理相關的出口報關作業</a:t>
            </a:r>
            <a:endParaRPr lang="en-US" altLang="zh-TW" dirty="0" smtClean="0"/>
          </a:p>
          <a:p>
            <a:pPr marL="342900" indent="-342900">
              <a:buFont typeface="+mj-lt"/>
              <a:buAutoNum type="arabicPeriod"/>
            </a:pPr>
            <a:r>
              <a:rPr lang="zh-TW" altLang="en-US" dirty="0" smtClean="0"/>
              <a:t>維修完成後，進出口部門處理相關的進口報關</a:t>
            </a:r>
            <a:r>
              <a:rPr lang="zh-TW" altLang="en-US" dirty="0" smtClean="0"/>
              <a:t>作業</a:t>
            </a:r>
            <a:endParaRPr lang="en-US" altLang="zh-TW" dirty="0" smtClean="0"/>
          </a:p>
          <a:p>
            <a:pPr marL="342900" indent="-342900">
              <a:buFont typeface="+mj-lt"/>
              <a:buAutoNum type="arabicPeriod"/>
            </a:pPr>
            <a:r>
              <a:rPr lang="zh-TW" altLang="en-US" dirty="0" smtClean="0"/>
              <a:t>當送</a:t>
            </a:r>
            <a:r>
              <a:rPr lang="zh-TW" altLang="en-US" dirty="0" smtClean="0"/>
              <a:t>外維修完畢</a:t>
            </a:r>
            <a:r>
              <a:rPr lang="zh-TW" altLang="en-US" dirty="0" smtClean="0"/>
              <a:t>，則提出費用的申請，則需開立費用性請採購流程</a:t>
            </a:r>
            <a:endParaRPr lang="en-US" altLang="zh-TW" dirty="0" smtClean="0"/>
          </a:p>
          <a:p>
            <a:pPr marL="342900" indent="-342900">
              <a:buFont typeface="+mj-lt"/>
              <a:buAutoNum type="arabicPeriod"/>
            </a:pPr>
            <a:endParaRPr lang="en-US" altLang="zh-TW" dirty="0" smtClean="0"/>
          </a:p>
          <a:p>
            <a:pPr marL="342900" indent="-342900">
              <a:buFont typeface="+mj-lt"/>
              <a:buAutoNum type="arabicPeriod"/>
            </a:pPr>
            <a:endParaRPr lang="en-US" altLang="zh-TW" dirty="0" smtClean="0"/>
          </a:p>
          <a:p>
            <a:pPr marL="342900" indent="-342900">
              <a:buFont typeface="+mj-lt"/>
              <a:buAutoNum type="arabicPeriod"/>
            </a:pPr>
            <a:endParaRPr lang="en-US" altLang="zh-TW" dirty="0"/>
          </a:p>
          <a:p>
            <a:endParaRPr lang="en-US" altLang="zh-TW" dirty="0"/>
          </a:p>
          <a:p>
            <a:pPr marL="342900" indent="-342900">
              <a:buFont typeface="+mj-lt"/>
              <a:buAutoNum type="arabicPeriod"/>
            </a:pPr>
            <a:endParaRPr lang="en-US" altLang="zh-TW" dirty="0"/>
          </a:p>
          <a:p>
            <a:endParaRPr lang="en-US" altLang="zh-TW" dirty="0"/>
          </a:p>
        </p:txBody>
      </p:sp>
      <p:sp>
        <p:nvSpPr>
          <p:cNvPr id="8" name="文字方塊 17">
            <a:extLst>
              <a:ext uri="{FF2B5EF4-FFF2-40B4-BE49-F238E27FC236}">
                <a16:creationId xmlns:a16="http://schemas.microsoft.com/office/drawing/2014/main" xmlns="" id="{A3961CAE-69E4-A1C1-045A-63D595BA671B}"/>
              </a:ext>
            </a:extLst>
          </p:cNvPr>
          <p:cNvSpPr txBox="1"/>
          <p:nvPr/>
        </p:nvSpPr>
        <p:spPr>
          <a:xfrm>
            <a:off x="6072166" y="1358080"/>
            <a:ext cx="2571768" cy="400110"/>
          </a:xfrm>
          <a:prstGeom prst="rect">
            <a:avLst/>
          </a:prstGeom>
          <a:noFill/>
        </p:spPr>
        <p:txBody>
          <a:bodyPr wrap="square" lIns="137160" tIns="68580" rIns="137160" bIns="68580" rtlCol="0">
            <a:spAutoFit/>
          </a:bodyPr>
          <a:lstStyle/>
          <a:p>
            <a:pPr algn="ctr"/>
            <a:r>
              <a:rPr lang="zh-TW" altLang="en-US" sz="1700" dirty="0"/>
              <a:t>修模課</a:t>
            </a:r>
            <a:r>
              <a:rPr lang="en-US" altLang="zh-TW" sz="1700" dirty="0"/>
              <a:t>/</a:t>
            </a:r>
            <a:r>
              <a:rPr lang="zh-TW" altLang="en-US" sz="1700" dirty="0"/>
              <a:t>製工具課</a:t>
            </a:r>
          </a:p>
        </p:txBody>
      </p:sp>
      <p:cxnSp>
        <p:nvCxnSpPr>
          <p:cNvPr id="11" name="肘形接點 68">
            <a:extLst>
              <a:ext uri="{FF2B5EF4-FFF2-40B4-BE49-F238E27FC236}">
                <a16:creationId xmlns:a16="http://schemas.microsoft.com/office/drawing/2014/main" xmlns="" id="{24024915-9D25-B9A4-2836-72F0277283A4}"/>
              </a:ext>
            </a:extLst>
          </p:cNvPr>
          <p:cNvCxnSpPr>
            <a:cxnSpLocks/>
            <a:stCxn id="2" idx="3"/>
          </p:cNvCxnSpPr>
          <p:nvPr/>
        </p:nvCxnSpPr>
        <p:spPr>
          <a:xfrm>
            <a:off x="2211080" y="2757343"/>
            <a:ext cx="842579" cy="2874"/>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48" name="文字方塊 17">
            <a:extLst>
              <a:ext uri="{FF2B5EF4-FFF2-40B4-BE49-F238E27FC236}">
                <a16:creationId xmlns:a16="http://schemas.microsoft.com/office/drawing/2014/main" xmlns="" id="{0F2761B4-5F29-64DD-1721-5831D073894C}"/>
              </a:ext>
            </a:extLst>
          </p:cNvPr>
          <p:cNvSpPr txBox="1"/>
          <p:nvPr/>
        </p:nvSpPr>
        <p:spPr>
          <a:xfrm>
            <a:off x="9923525" y="1388757"/>
            <a:ext cx="1853246" cy="400110"/>
          </a:xfrm>
          <a:prstGeom prst="rect">
            <a:avLst/>
          </a:prstGeom>
          <a:noFill/>
        </p:spPr>
        <p:txBody>
          <a:bodyPr wrap="square" lIns="137160" tIns="68580" rIns="137160" bIns="68580" rtlCol="0">
            <a:spAutoFit/>
          </a:bodyPr>
          <a:lstStyle/>
          <a:p>
            <a:pPr algn="ctr"/>
            <a:r>
              <a:rPr lang="zh-TW" altLang="en-US" sz="1700" dirty="0"/>
              <a:t>進出口</a:t>
            </a:r>
          </a:p>
        </p:txBody>
      </p:sp>
      <p:sp>
        <p:nvSpPr>
          <p:cNvPr id="60" name="文字方塊 59">
            <a:extLst>
              <a:ext uri="{FF2B5EF4-FFF2-40B4-BE49-F238E27FC236}">
                <a16:creationId xmlns:a16="http://schemas.microsoft.com/office/drawing/2014/main" xmlns="" id="{8ECF4CE1-DDC2-62E8-3C4E-7ECD29FF75F3}"/>
              </a:ext>
            </a:extLst>
          </p:cNvPr>
          <p:cNvSpPr txBox="1"/>
          <p:nvPr/>
        </p:nvSpPr>
        <p:spPr>
          <a:xfrm>
            <a:off x="2507711" y="807958"/>
            <a:ext cx="7218711" cy="415498"/>
          </a:xfrm>
          <a:prstGeom prst="rect">
            <a:avLst/>
          </a:prstGeom>
          <a:noFill/>
        </p:spPr>
        <p:txBody>
          <a:bodyPr wrap="square" lIns="137160" tIns="68580" rIns="137160" bIns="68580">
            <a:spAutoFit/>
          </a:bodyPr>
          <a:lstStyle/>
          <a:p>
            <a:pPr eaLnBrk="0" hangingPunct="0"/>
            <a:r>
              <a:rPr kumimoji="0" lang="en-US" altLang="zh-TW" b="1" dirty="0" smtClean="0">
                <a:latin typeface="微軟正黑體" panose="020B0604030504040204" pitchFamily="34" charset="-120"/>
                <a:ea typeface="微軟正黑體" panose="020B0604030504040204" pitchFamily="34" charset="-120"/>
              </a:rPr>
              <a:t>MM-IM-0</a:t>
            </a:r>
            <a:r>
              <a:rPr lang="en-US" altLang="zh-TW" b="1" dirty="0" smtClean="0">
                <a:latin typeface="微軟正黑體" panose="020B0604030504040204" pitchFamily="34" charset="-120"/>
                <a:ea typeface="微軟正黑體" panose="020B0604030504040204" pitchFamily="34" charset="-120"/>
              </a:rPr>
              <a:t>21</a:t>
            </a:r>
            <a:r>
              <a:rPr kumimoji="0" lang="en-US" altLang="zh-TW" b="1" dirty="0" smtClean="0">
                <a:latin typeface="微軟正黑體" panose="020B0604030504040204" pitchFamily="34" charset="-120"/>
                <a:ea typeface="微軟正黑體" panose="020B0604030504040204" pitchFamily="34" charset="-120"/>
              </a:rPr>
              <a:t>0 </a:t>
            </a:r>
            <a:r>
              <a:rPr lang="zh-TW" altLang="en-US" b="1" dirty="0" smtClean="0">
                <a:latin typeface="微軟正黑體" panose="020B0604030504040204" pitchFamily="34" charset="-120"/>
                <a:ea typeface="微軟正黑體" panose="020B0604030504040204" pitchFamily="34" charset="-120"/>
              </a:rPr>
              <a:t>製</a:t>
            </a:r>
            <a:r>
              <a:rPr lang="zh-TW" altLang="en-US" b="1" dirty="0">
                <a:latin typeface="微軟正黑體" panose="020B0604030504040204" pitchFamily="34" charset="-120"/>
                <a:ea typeface="微軟正黑體" panose="020B0604030504040204" pitchFamily="34" charset="-120"/>
              </a:rPr>
              <a:t>工模具維修作業流程</a:t>
            </a:r>
            <a:endParaRPr kumimoji="0" lang="zh-TW" altLang="en-US" b="1" dirty="0">
              <a:latin typeface="微軟正黑體" panose="020B0604030504040204" pitchFamily="34" charset="-120"/>
              <a:ea typeface="微軟正黑體" panose="020B0604030504040204" pitchFamily="34" charset="-120"/>
            </a:endParaRPr>
          </a:p>
        </p:txBody>
      </p:sp>
      <p:sp>
        <p:nvSpPr>
          <p:cNvPr id="205" name="流程圖: 結束點 204">
            <a:extLst>
              <a:ext uri="{FF2B5EF4-FFF2-40B4-BE49-F238E27FC236}">
                <a16:creationId xmlns:a16="http://schemas.microsoft.com/office/drawing/2014/main" xmlns="" id="{AF6DEB4F-42E0-79A4-1C86-971AEA2097AF}"/>
              </a:ext>
            </a:extLst>
          </p:cNvPr>
          <p:cNvSpPr/>
          <p:nvPr/>
        </p:nvSpPr>
        <p:spPr bwMode="auto">
          <a:xfrm>
            <a:off x="12303966" y="9148076"/>
            <a:ext cx="1797831" cy="782564"/>
          </a:xfrm>
          <a:prstGeom prst="flowChartTerminator">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horz" wrap="none" lIns="152823" tIns="76412" rIns="152823" bIns="76412" numCol="1" spcCol="0" rtlCol="0" fromWordArt="0" anchor="ctr" anchorCtr="0" forceAA="0" compatLnSpc="1">
            <a:prstTxWarp prst="textNoShape">
              <a:avLst/>
            </a:prstTxWarp>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eaLnBrk="0" hangingPunct="0"/>
            <a:r>
              <a:rPr lang="zh-TW" altLang="en-US" sz="1500" dirty="0">
                <a:latin typeface="微軟正黑體" panose="020B0604030504040204" pitchFamily="34" charset="-120"/>
                <a:ea typeface="微軟正黑體" panose="020B0604030504040204" pitchFamily="34" charset="-120"/>
              </a:rPr>
              <a:t>結束</a:t>
            </a:r>
          </a:p>
        </p:txBody>
      </p:sp>
      <p:cxnSp>
        <p:nvCxnSpPr>
          <p:cNvPr id="303" name="肘形接點 68">
            <a:extLst>
              <a:ext uri="{FF2B5EF4-FFF2-40B4-BE49-F238E27FC236}">
                <a16:creationId xmlns:a16="http://schemas.microsoft.com/office/drawing/2014/main" xmlns="" id="{F029D045-29C2-5BDE-06F3-34EEA44F1D55}"/>
              </a:ext>
            </a:extLst>
          </p:cNvPr>
          <p:cNvCxnSpPr>
            <a:cxnSpLocks/>
            <a:stCxn id="39" idx="3"/>
          </p:cNvCxnSpPr>
          <p:nvPr/>
        </p:nvCxnSpPr>
        <p:spPr>
          <a:xfrm>
            <a:off x="8073006" y="4016459"/>
            <a:ext cx="375852" cy="736925"/>
          </a:xfrm>
          <a:prstGeom prst="bentConnector2">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32" name="肘形接點 68">
            <a:extLst>
              <a:ext uri="{FF2B5EF4-FFF2-40B4-BE49-F238E27FC236}">
                <a16:creationId xmlns:a16="http://schemas.microsoft.com/office/drawing/2014/main" xmlns="" id="{455F687E-D5F2-BB6B-9318-21C6E7BF176C}"/>
              </a:ext>
            </a:extLst>
          </p:cNvPr>
          <p:cNvCxnSpPr>
            <a:cxnSpLocks/>
            <a:stCxn id="138" idx="3"/>
            <a:endCxn id="77" idx="1"/>
          </p:cNvCxnSpPr>
          <p:nvPr/>
        </p:nvCxnSpPr>
        <p:spPr>
          <a:xfrm flipV="1">
            <a:off x="9311726" y="5236414"/>
            <a:ext cx="689530" cy="7507"/>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43" name="肘形接點 68">
            <a:extLst>
              <a:ext uri="{FF2B5EF4-FFF2-40B4-BE49-F238E27FC236}">
                <a16:creationId xmlns:a16="http://schemas.microsoft.com/office/drawing/2014/main" xmlns="" id="{3ED44D61-8379-D9AF-8A76-04CA85A471FF}"/>
              </a:ext>
            </a:extLst>
          </p:cNvPr>
          <p:cNvCxnSpPr>
            <a:cxnSpLocks/>
          </p:cNvCxnSpPr>
          <p:nvPr/>
        </p:nvCxnSpPr>
        <p:spPr>
          <a:xfrm flipV="1">
            <a:off x="7286612" y="8573318"/>
            <a:ext cx="5203253" cy="1889"/>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23" name="肘形接點 68">
            <a:extLst>
              <a:ext uri="{FF2B5EF4-FFF2-40B4-BE49-F238E27FC236}">
                <a16:creationId xmlns:a16="http://schemas.microsoft.com/office/drawing/2014/main" xmlns="" id="{6E0750F7-1E48-A837-7251-6A5B0FC5E017}"/>
              </a:ext>
            </a:extLst>
          </p:cNvPr>
          <p:cNvCxnSpPr>
            <a:cxnSpLocks/>
            <a:endCxn id="39" idx="0"/>
          </p:cNvCxnSpPr>
          <p:nvPr/>
        </p:nvCxnSpPr>
        <p:spPr>
          <a:xfrm rot="16200000" flipH="1">
            <a:off x="7066282" y="3364363"/>
            <a:ext cx="441390" cy="727"/>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34" name="TextBox 46">
            <a:extLst>
              <a:ext uri="{FF2B5EF4-FFF2-40B4-BE49-F238E27FC236}">
                <a16:creationId xmlns:a16="http://schemas.microsoft.com/office/drawing/2014/main" xmlns="" id="{0497950F-113F-5E76-1425-A53965741E4E}"/>
              </a:ext>
            </a:extLst>
          </p:cNvPr>
          <p:cNvSpPr txBox="1"/>
          <p:nvPr/>
        </p:nvSpPr>
        <p:spPr>
          <a:xfrm>
            <a:off x="6899655" y="3652926"/>
            <a:ext cx="404262" cy="369389"/>
          </a:xfrm>
          <a:prstGeom prst="rect">
            <a:avLst/>
          </a:prstGeom>
          <a:noFill/>
        </p:spPr>
        <p:txBody>
          <a:bodyPr wrap="square" lIns="137160" tIns="68580" rIns="137160" bIns="68580" rtlCol="0">
            <a:spAutoFit/>
          </a:bodyPr>
          <a:lstStyle/>
          <a:p>
            <a:r>
              <a:rPr lang="zh-TW" altLang="en-US" sz="1500" dirty="0"/>
              <a:t>是</a:t>
            </a:r>
          </a:p>
        </p:txBody>
      </p:sp>
      <p:sp>
        <p:nvSpPr>
          <p:cNvPr id="39" name="流程圖: 決策 50">
            <a:extLst>
              <a:ext uri="{FF2B5EF4-FFF2-40B4-BE49-F238E27FC236}">
                <a16:creationId xmlns:a16="http://schemas.microsoft.com/office/drawing/2014/main" xmlns="" id="{AD12E8BF-FC22-85CD-B930-1ECBB327F5D1}"/>
              </a:ext>
            </a:extLst>
          </p:cNvPr>
          <p:cNvSpPr/>
          <p:nvPr/>
        </p:nvSpPr>
        <p:spPr bwMode="auto">
          <a:xfrm>
            <a:off x="6501675" y="3585422"/>
            <a:ext cx="1571331" cy="862074"/>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需送外維修</a:t>
            </a:r>
            <a:endParaRPr lang="en-US" altLang="zh-TW" sz="1500" dirty="0">
              <a:latin typeface="微軟正黑體" panose="020B0604030504040204" pitchFamily="34" charset="-120"/>
              <a:ea typeface="微軟正黑體" panose="020B0604030504040204" pitchFamily="34" charset="-120"/>
            </a:endParaRPr>
          </a:p>
        </p:txBody>
      </p:sp>
      <p:cxnSp>
        <p:nvCxnSpPr>
          <p:cNvPr id="59" name="肘形接點 68">
            <a:extLst>
              <a:ext uri="{FF2B5EF4-FFF2-40B4-BE49-F238E27FC236}">
                <a16:creationId xmlns:a16="http://schemas.microsoft.com/office/drawing/2014/main" xmlns="" id="{D909E32C-7A4E-ABCD-D165-1B2DE57A9E70}"/>
              </a:ext>
            </a:extLst>
          </p:cNvPr>
          <p:cNvCxnSpPr>
            <a:cxnSpLocks/>
            <a:stCxn id="39" idx="1"/>
            <a:endCxn id="146" idx="0"/>
          </p:cNvCxnSpPr>
          <p:nvPr/>
        </p:nvCxnSpPr>
        <p:spPr>
          <a:xfrm rot="10800000" flipV="1">
            <a:off x="6263187" y="4016458"/>
            <a:ext cx="238489" cy="646429"/>
          </a:xfrm>
          <a:prstGeom prst="bentConnector2">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221" name="TextBox 46">
            <a:extLst>
              <a:ext uri="{FF2B5EF4-FFF2-40B4-BE49-F238E27FC236}">
                <a16:creationId xmlns:a16="http://schemas.microsoft.com/office/drawing/2014/main" xmlns="" id="{D430A5A5-5974-986C-8204-140655B1C2AA}"/>
              </a:ext>
            </a:extLst>
          </p:cNvPr>
          <p:cNvSpPr txBox="1"/>
          <p:nvPr/>
        </p:nvSpPr>
        <p:spPr>
          <a:xfrm>
            <a:off x="6107379" y="3540496"/>
            <a:ext cx="404262" cy="369389"/>
          </a:xfrm>
          <a:prstGeom prst="rect">
            <a:avLst/>
          </a:prstGeom>
          <a:noFill/>
        </p:spPr>
        <p:txBody>
          <a:bodyPr wrap="square" lIns="137160" tIns="68580" rIns="137160" bIns="68580" rtlCol="0">
            <a:spAutoFit/>
          </a:bodyPr>
          <a:lstStyle/>
          <a:p>
            <a:r>
              <a:rPr lang="zh-TW" altLang="en-US" sz="1500" dirty="0"/>
              <a:t>否</a:t>
            </a:r>
          </a:p>
        </p:txBody>
      </p:sp>
      <p:cxnSp>
        <p:nvCxnSpPr>
          <p:cNvPr id="277" name="肘形接點 68">
            <a:extLst>
              <a:ext uri="{FF2B5EF4-FFF2-40B4-BE49-F238E27FC236}">
                <a16:creationId xmlns:a16="http://schemas.microsoft.com/office/drawing/2014/main" xmlns="" id="{0F6BF377-5C8C-39A3-4054-7BF726C5E643}"/>
              </a:ext>
            </a:extLst>
          </p:cNvPr>
          <p:cNvCxnSpPr>
            <a:cxnSpLocks/>
          </p:cNvCxnSpPr>
          <p:nvPr/>
        </p:nvCxnSpPr>
        <p:spPr>
          <a:xfrm rot="5400000">
            <a:off x="5850367" y="6271493"/>
            <a:ext cx="848932" cy="23294"/>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89" name="肘形接點 68">
            <a:extLst>
              <a:ext uri="{FF2B5EF4-FFF2-40B4-BE49-F238E27FC236}">
                <a16:creationId xmlns:a16="http://schemas.microsoft.com/office/drawing/2014/main" xmlns="" id="{15EED2C1-0745-C338-1DDA-D085D6F71C00}"/>
              </a:ext>
            </a:extLst>
          </p:cNvPr>
          <p:cNvCxnSpPr>
            <a:cxnSpLocks/>
            <a:endCxn id="159" idx="0"/>
          </p:cNvCxnSpPr>
          <p:nvPr/>
        </p:nvCxnSpPr>
        <p:spPr>
          <a:xfrm rot="16200000" flipH="1">
            <a:off x="5698641" y="8303901"/>
            <a:ext cx="1211636" cy="35958"/>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320" name="流程圖: 預設處理作業 21">
            <a:extLst>
              <a:ext uri="{FF2B5EF4-FFF2-40B4-BE49-F238E27FC236}">
                <a16:creationId xmlns:a16="http://schemas.microsoft.com/office/drawing/2014/main" xmlns="" id="{3A54FBDD-1A4D-C933-B9D5-E66BCB9925EE}"/>
              </a:ext>
            </a:extLst>
          </p:cNvPr>
          <p:cNvSpPr/>
          <p:nvPr/>
        </p:nvSpPr>
        <p:spPr bwMode="auto">
          <a:xfrm>
            <a:off x="372461" y="5120511"/>
            <a:ext cx="1813112" cy="1238591"/>
          </a:xfrm>
          <a:prstGeom prst="flowChartPredefinedProcess">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wrap="none" lIns="152823" tIns="76412" rIns="152823" bIns="76412" rtlCol="0" anchor="ctr"/>
          <a:lstStyle/>
          <a:p>
            <a:pPr algn="ctr" eaLnBrk="0" hangingPunct="0"/>
            <a:r>
              <a:rPr lang="en-US" altLang="zh-TW" sz="1500" dirty="0">
                <a:latin typeface="微軟正黑體" panose="020B0604030504040204" pitchFamily="34" charset="-120"/>
                <a:ea typeface="微軟正黑體" panose="020B0604030504040204" pitchFamily="34" charset="-120"/>
              </a:rPr>
              <a:t>MM-IM-0170</a:t>
            </a:r>
          </a:p>
          <a:p>
            <a:pPr algn="ctr" eaLnBrk="0" hangingPunct="0"/>
            <a:r>
              <a:rPr lang="zh-TW" altLang="en-US" sz="1500" dirty="0">
                <a:latin typeface="微軟正黑體" panose="020B0604030504040204" pitchFamily="34" charset="-120"/>
                <a:ea typeface="微軟正黑體" panose="020B0604030504040204" pitchFamily="34" charset="-120"/>
              </a:rPr>
              <a:t>製工模具報廢</a:t>
            </a:r>
            <a:endParaRPr lang="en-US" altLang="zh-TW" sz="1500" dirty="0">
              <a:latin typeface="微軟正黑體" panose="020B0604030504040204" pitchFamily="34" charset="-120"/>
              <a:ea typeface="微軟正黑體" panose="020B0604030504040204" pitchFamily="34" charset="-120"/>
            </a:endParaRPr>
          </a:p>
          <a:p>
            <a:pPr algn="ctr" eaLnBrk="0" hangingPunct="0"/>
            <a:r>
              <a:rPr lang="zh-TW" altLang="en-US" sz="1500" dirty="0">
                <a:latin typeface="微軟正黑體" panose="020B0604030504040204" pitchFamily="34" charset="-120"/>
                <a:ea typeface="微軟正黑體" panose="020B0604030504040204" pitchFamily="34" charset="-120"/>
              </a:rPr>
              <a:t>作業流程</a:t>
            </a:r>
          </a:p>
        </p:txBody>
      </p:sp>
      <p:cxnSp>
        <p:nvCxnSpPr>
          <p:cNvPr id="321" name="肘形接點 68">
            <a:extLst>
              <a:ext uri="{FF2B5EF4-FFF2-40B4-BE49-F238E27FC236}">
                <a16:creationId xmlns:a16="http://schemas.microsoft.com/office/drawing/2014/main" xmlns="" id="{5A27710A-DEBE-D8AC-E798-1286C19E72C1}"/>
              </a:ext>
            </a:extLst>
          </p:cNvPr>
          <p:cNvCxnSpPr>
            <a:cxnSpLocks/>
            <a:stCxn id="320" idx="3"/>
          </p:cNvCxnSpPr>
          <p:nvPr/>
        </p:nvCxnSpPr>
        <p:spPr>
          <a:xfrm flipV="1">
            <a:off x="2185572" y="2760217"/>
            <a:ext cx="868086" cy="2979589"/>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334" name="Straight Connector 284">
            <a:extLst>
              <a:ext uri="{FF2B5EF4-FFF2-40B4-BE49-F238E27FC236}">
                <a16:creationId xmlns:a16="http://schemas.microsoft.com/office/drawing/2014/main" xmlns="" id="{66EEDD7F-2E52-CD98-24FC-881810678C1A}"/>
              </a:ext>
            </a:extLst>
          </p:cNvPr>
          <p:cNvCxnSpPr>
            <a:cxnSpLocks/>
          </p:cNvCxnSpPr>
          <p:nvPr/>
        </p:nvCxnSpPr>
        <p:spPr>
          <a:xfrm>
            <a:off x="5143472" y="1361214"/>
            <a:ext cx="0" cy="86166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337" name="文字方塊 17">
            <a:extLst>
              <a:ext uri="{FF2B5EF4-FFF2-40B4-BE49-F238E27FC236}">
                <a16:creationId xmlns:a16="http://schemas.microsoft.com/office/drawing/2014/main" xmlns="" id="{DBA98B6C-6F2F-6D2E-EEB6-BCF7085C5BCA}"/>
              </a:ext>
            </a:extLst>
          </p:cNvPr>
          <p:cNvSpPr txBox="1"/>
          <p:nvPr/>
        </p:nvSpPr>
        <p:spPr>
          <a:xfrm>
            <a:off x="2924822" y="1388757"/>
            <a:ext cx="1853246" cy="400110"/>
          </a:xfrm>
          <a:prstGeom prst="rect">
            <a:avLst/>
          </a:prstGeom>
          <a:noFill/>
        </p:spPr>
        <p:txBody>
          <a:bodyPr wrap="square" lIns="137160" tIns="68580" rIns="137160" bIns="68580" rtlCol="0">
            <a:spAutoFit/>
          </a:bodyPr>
          <a:lstStyle/>
          <a:p>
            <a:pPr algn="ctr"/>
            <a:r>
              <a:rPr lang="zh-TW" altLang="en-US" sz="1700" dirty="0"/>
              <a:t>現場單位</a:t>
            </a:r>
          </a:p>
        </p:txBody>
      </p:sp>
      <p:sp>
        <p:nvSpPr>
          <p:cNvPr id="339" name="流程圖: 決策 50">
            <a:extLst>
              <a:ext uri="{FF2B5EF4-FFF2-40B4-BE49-F238E27FC236}">
                <a16:creationId xmlns:a16="http://schemas.microsoft.com/office/drawing/2014/main" xmlns="" id="{9E250B2A-5E13-2A28-48A5-8756314D2121}"/>
              </a:ext>
            </a:extLst>
          </p:cNvPr>
          <p:cNvSpPr/>
          <p:nvPr/>
        </p:nvSpPr>
        <p:spPr bwMode="auto">
          <a:xfrm>
            <a:off x="3000637" y="4001286"/>
            <a:ext cx="1571331" cy="862074"/>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a:latin typeface="微軟正黑體" panose="020B0604030504040204" pitchFamily="34" charset="-120"/>
                <a:ea typeface="微軟正黑體" panose="020B0604030504040204" pitchFamily="34" charset="-120"/>
              </a:rPr>
              <a:t>主管核准</a:t>
            </a:r>
            <a:endParaRPr lang="en-US" altLang="zh-TW" sz="1500" dirty="0">
              <a:latin typeface="微軟正黑體" panose="020B0604030504040204" pitchFamily="34" charset="-120"/>
              <a:ea typeface="微軟正黑體" panose="020B0604030504040204" pitchFamily="34" charset="-120"/>
            </a:endParaRPr>
          </a:p>
        </p:txBody>
      </p:sp>
      <p:sp>
        <p:nvSpPr>
          <p:cNvPr id="14" name="流程圖: 文件 42">
            <a:extLst>
              <a:ext uri="{FF2B5EF4-FFF2-40B4-BE49-F238E27FC236}">
                <a16:creationId xmlns:a16="http://schemas.microsoft.com/office/drawing/2014/main" xmlns="" id="{AD8F574D-DD78-EB00-0EE1-D8329CF831D8}"/>
              </a:ext>
            </a:extLst>
          </p:cNvPr>
          <p:cNvSpPr/>
          <p:nvPr/>
        </p:nvSpPr>
        <p:spPr bwMode="auto">
          <a:xfrm>
            <a:off x="3929026" y="3072592"/>
            <a:ext cx="1428760" cy="642942"/>
          </a:xfrm>
          <a:prstGeom prst="flowChartDocument">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fontAlgn="ctr"/>
            <a:endParaRPr lang="en-US" altLang="zh-CN" sz="1500" dirty="0">
              <a:solidFill>
                <a:prstClr val="black"/>
              </a:solidFill>
              <a:ea typeface="微軟正黑體"/>
            </a:endParaRPr>
          </a:p>
          <a:p>
            <a:pPr algn="ctr" fontAlgn="ctr"/>
            <a:r>
              <a:rPr lang="zh-TW" altLang="en-US" sz="1500" dirty="0">
                <a:latin typeface="微軟正黑體" panose="020B0604030504040204" pitchFamily="34" charset="-120"/>
                <a:ea typeface="微軟正黑體" panose="020B0604030504040204" pitchFamily="34" charset="-120"/>
              </a:rPr>
              <a:t>維修申請單</a:t>
            </a:r>
          </a:p>
        </p:txBody>
      </p:sp>
      <p:cxnSp>
        <p:nvCxnSpPr>
          <p:cNvPr id="342" name="肘形接點 68">
            <a:extLst>
              <a:ext uri="{FF2B5EF4-FFF2-40B4-BE49-F238E27FC236}">
                <a16:creationId xmlns:a16="http://schemas.microsoft.com/office/drawing/2014/main" xmlns="" id="{F1D244DD-4113-248D-1BCD-A3A474B0CD20}"/>
              </a:ext>
            </a:extLst>
          </p:cNvPr>
          <p:cNvCxnSpPr>
            <a:cxnSpLocks/>
            <a:endCxn id="339" idx="0"/>
          </p:cNvCxnSpPr>
          <p:nvPr/>
        </p:nvCxnSpPr>
        <p:spPr>
          <a:xfrm rot="16200000" flipH="1">
            <a:off x="3077045" y="3292027"/>
            <a:ext cx="1418363" cy="153"/>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357" name="TextBox 46">
            <a:extLst>
              <a:ext uri="{FF2B5EF4-FFF2-40B4-BE49-F238E27FC236}">
                <a16:creationId xmlns:a16="http://schemas.microsoft.com/office/drawing/2014/main" xmlns="" id="{F7233931-3D31-2B59-5C27-A63E18699916}"/>
              </a:ext>
            </a:extLst>
          </p:cNvPr>
          <p:cNvSpPr txBox="1"/>
          <p:nvPr/>
        </p:nvSpPr>
        <p:spPr>
          <a:xfrm>
            <a:off x="8169690" y="3557775"/>
            <a:ext cx="404262" cy="369389"/>
          </a:xfrm>
          <a:prstGeom prst="rect">
            <a:avLst/>
          </a:prstGeom>
          <a:noFill/>
        </p:spPr>
        <p:txBody>
          <a:bodyPr wrap="square" lIns="137160" tIns="68580" rIns="137160" bIns="68580" rtlCol="0">
            <a:spAutoFit/>
          </a:bodyPr>
          <a:lstStyle/>
          <a:p>
            <a:r>
              <a:rPr lang="zh-TW" altLang="en-US" sz="1500" dirty="0"/>
              <a:t>是</a:t>
            </a:r>
          </a:p>
        </p:txBody>
      </p:sp>
      <p:cxnSp>
        <p:nvCxnSpPr>
          <p:cNvPr id="371" name="肘形接點 68">
            <a:extLst>
              <a:ext uri="{FF2B5EF4-FFF2-40B4-BE49-F238E27FC236}">
                <a16:creationId xmlns:a16="http://schemas.microsoft.com/office/drawing/2014/main" xmlns="" id="{D29F9AF6-227E-D830-7D1F-786636FD3525}"/>
              </a:ext>
            </a:extLst>
          </p:cNvPr>
          <p:cNvCxnSpPr>
            <a:cxnSpLocks/>
            <a:stCxn id="339" idx="3"/>
            <a:endCxn id="286" idx="1"/>
          </p:cNvCxnSpPr>
          <p:nvPr/>
        </p:nvCxnSpPr>
        <p:spPr>
          <a:xfrm flipV="1">
            <a:off x="4571968" y="2529277"/>
            <a:ext cx="1729792" cy="1903046"/>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375" name="TextBox 46">
            <a:extLst>
              <a:ext uri="{FF2B5EF4-FFF2-40B4-BE49-F238E27FC236}">
                <a16:creationId xmlns:a16="http://schemas.microsoft.com/office/drawing/2014/main" xmlns="" id="{DBE8ADAF-E233-6FDE-2675-D6EDA5F339AB}"/>
              </a:ext>
            </a:extLst>
          </p:cNvPr>
          <p:cNvSpPr txBox="1"/>
          <p:nvPr/>
        </p:nvSpPr>
        <p:spPr>
          <a:xfrm>
            <a:off x="4643406" y="4001286"/>
            <a:ext cx="580224" cy="369389"/>
          </a:xfrm>
          <a:prstGeom prst="rect">
            <a:avLst/>
          </a:prstGeom>
          <a:noFill/>
        </p:spPr>
        <p:txBody>
          <a:bodyPr wrap="square" lIns="137160" tIns="68580" rIns="137160" bIns="68580" rtlCol="0">
            <a:spAutoFit/>
          </a:bodyPr>
          <a:lstStyle/>
          <a:p>
            <a:r>
              <a:rPr lang="en-US" altLang="zh-TW" sz="1500" dirty="0"/>
              <a:t>OK</a:t>
            </a:r>
            <a:endParaRPr lang="zh-TW" altLang="en-US" sz="1500" dirty="0"/>
          </a:p>
        </p:txBody>
      </p:sp>
      <p:sp>
        <p:nvSpPr>
          <p:cNvPr id="376" name="TextBox 46">
            <a:extLst>
              <a:ext uri="{FF2B5EF4-FFF2-40B4-BE49-F238E27FC236}">
                <a16:creationId xmlns:a16="http://schemas.microsoft.com/office/drawing/2014/main" xmlns="" id="{BAD64917-1FD6-E693-D172-7788C726EBF9}"/>
              </a:ext>
            </a:extLst>
          </p:cNvPr>
          <p:cNvSpPr txBox="1"/>
          <p:nvPr/>
        </p:nvSpPr>
        <p:spPr>
          <a:xfrm>
            <a:off x="3857588" y="4929980"/>
            <a:ext cx="580224" cy="369389"/>
          </a:xfrm>
          <a:prstGeom prst="rect">
            <a:avLst/>
          </a:prstGeom>
          <a:noFill/>
        </p:spPr>
        <p:txBody>
          <a:bodyPr wrap="square" lIns="137160" tIns="68580" rIns="137160" bIns="68580" rtlCol="0">
            <a:spAutoFit/>
          </a:bodyPr>
          <a:lstStyle/>
          <a:p>
            <a:r>
              <a:rPr lang="en-US" altLang="zh-TW" sz="1500" dirty="0"/>
              <a:t>NG</a:t>
            </a:r>
            <a:endParaRPr lang="zh-TW" altLang="en-US" sz="1500" dirty="0"/>
          </a:p>
        </p:txBody>
      </p:sp>
      <p:cxnSp>
        <p:nvCxnSpPr>
          <p:cNvPr id="377" name="肘形接點 68">
            <a:extLst>
              <a:ext uri="{FF2B5EF4-FFF2-40B4-BE49-F238E27FC236}">
                <a16:creationId xmlns:a16="http://schemas.microsoft.com/office/drawing/2014/main" xmlns="" id="{3F896760-A149-67C2-E948-7AE3D3397D97}"/>
              </a:ext>
            </a:extLst>
          </p:cNvPr>
          <p:cNvCxnSpPr>
            <a:cxnSpLocks/>
            <a:stCxn id="339" idx="2"/>
            <a:endCxn id="205" idx="2"/>
          </p:cNvCxnSpPr>
          <p:nvPr/>
        </p:nvCxnSpPr>
        <p:spPr>
          <a:xfrm rot="16200000" flipH="1">
            <a:off x="5960952" y="2688710"/>
            <a:ext cx="5067280" cy="9416579"/>
          </a:xfrm>
          <a:prstGeom prst="bentConnector3">
            <a:avLst>
              <a:gd name="adj1" fmla="val 104511"/>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73" name="Google Shape;38;p9">
            <a:extLst>
              <a:ext uri="{FF2B5EF4-FFF2-40B4-BE49-F238E27FC236}">
                <a16:creationId xmlns:a16="http://schemas.microsoft.com/office/drawing/2014/main" xmlns="" id="{424A9B21-226E-4E89-EEBE-161D8D8BED1D}"/>
              </a:ext>
            </a:extLst>
          </p:cNvPr>
          <p:cNvSpPr txBox="1"/>
          <p:nvPr/>
        </p:nvSpPr>
        <p:spPr>
          <a:xfrm>
            <a:off x="15501982" y="286510"/>
            <a:ext cx="648072" cy="547772"/>
          </a:xfrm>
          <a:prstGeom prst="rect">
            <a:avLst/>
          </a:prstGeom>
          <a:noFill/>
          <a:ln>
            <a:noFill/>
          </a:ln>
        </p:spPr>
        <p:txBody>
          <a:bodyPr spcFirstLastPara="1" wrap="square" lIns="137138" tIns="68550" rIns="137138" bIns="68550" anchor="ctr" anchorCtr="0">
            <a:noAutofit/>
          </a:bodyPr>
          <a:lstStyle/>
          <a:p>
            <a:pPr algn="r"/>
            <a:r>
              <a:rPr lang="en-US" sz="1500" dirty="0">
                <a:solidFill>
                  <a:srgbClr val="888888"/>
                </a:solidFill>
                <a:latin typeface="Arial"/>
                <a:ea typeface="Arial"/>
                <a:cs typeface="Arial"/>
                <a:sym typeface="Arial"/>
              </a:rPr>
              <a:t>1</a:t>
            </a:r>
            <a:endParaRPr sz="1500" dirty="0">
              <a:solidFill>
                <a:srgbClr val="888888"/>
              </a:solidFill>
              <a:latin typeface="Arial"/>
              <a:ea typeface="Arial"/>
              <a:cs typeface="Arial"/>
              <a:sym typeface="Arial"/>
            </a:endParaRPr>
          </a:p>
        </p:txBody>
      </p:sp>
      <p:cxnSp>
        <p:nvCxnSpPr>
          <p:cNvPr id="81" name="肘形接點 68">
            <a:extLst>
              <a:ext uri="{FF2B5EF4-FFF2-40B4-BE49-F238E27FC236}">
                <a16:creationId xmlns:a16="http://schemas.microsoft.com/office/drawing/2014/main" xmlns="" id="{3F896760-A149-67C2-E948-7AE3D3397D97}"/>
              </a:ext>
            </a:extLst>
          </p:cNvPr>
          <p:cNvCxnSpPr>
            <a:cxnSpLocks/>
            <a:stCxn id="160" idx="3"/>
            <a:endCxn id="205" idx="1"/>
          </p:cNvCxnSpPr>
          <p:nvPr/>
        </p:nvCxnSpPr>
        <p:spPr>
          <a:xfrm>
            <a:off x="7227838" y="9534921"/>
            <a:ext cx="5076128" cy="4437"/>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76" name="TextBox 46">
            <a:extLst>
              <a:ext uri="{FF2B5EF4-FFF2-40B4-BE49-F238E27FC236}">
                <a16:creationId xmlns:a16="http://schemas.microsoft.com/office/drawing/2014/main" xmlns="" id="{0497950F-113F-5E76-1425-A53965741E4E}"/>
              </a:ext>
            </a:extLst>
          </p:cNvPr>
          <p:cNvSpPr txBox="1"/>
          <p:nvPr/>
        </p:nvSpPr>
        <p:spPr>
          <a:xfrm>
            <a:off x="10441768" y="4872881"/>
            <a:ext cx="404262" cy="369389"/>
          </a:xfrm>
          <a:prstGeom prst="rect">
            <a:avLst/>
          </a:prstGeom>
          <a:noFill/>
        </p:spPr>
        <p:txBody>
          <a:bodyPr wrap="square" lIns="137160" tIns="68580" rIns="137160" bIns="68580" rtlCol="0">
            <a:spAutoFit/>
          </a:bodyPr>
          <a:lstStyle/>
          <a:p>
            <a:r>
              <a:rPr lang="zh-TW" altLang="en-US" sz="1500" dirty="0"/>
              <a:t>是</a:t>
            </a:r>
          </a:p>
        </p:txBody>
      </p:sp>
      <p:sp>
        <p:nvSpPr>
          <p:cNvPr id="77" name="流程圖: 決策 50">
            <a:extLst>
              <a:ext uri="{FF2B5EF4-FFF2-40B4-BE49-F238E27FC236}">
                <a16:creationId xmlns:a16="http://schemas.microsoft.com/office/drawing/2014/main" xmlns="" id="{AD12E8BF-FC22-85CD-B930-1ECBB327F5D1}"/>
              </a:ext>
            </a:extLst>
          </p:cNvPr>
          <p:cNvSpPr/>
          <p:nvPr/>
        </p:nvSpPr>
        <p:spPr bwMode="auto">
          <a:xfrm>
            <a:off x="10001256" y="4805377"/>
            <a:ext cx="1571331" cy="862074"/>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smtClean="0">
                <a:latin typeface="微軟正黑體" panose="020B0604030504040204" pitchFamily="34" charset="-120"/>
                <a:ea typeface="微軟正黑體" panose="020B0604030504040204" pitchFamily="34" charset="-120"/>
              </a:rPr>
              <a:t>是否需要報關</a:t>
            </a:r>
            <a:endParaRPr lang="en-US" altLang="zh-TW" sz="1500" dirty="0">
              <a:latin typeface="微軟正黑體" panose="020B0604030504040204" pitchFamily="34" charset="-120"/>
              <a:ea typeface="微軟正黑體" panose="020B0604030504040204" pitchFamily="34" charset="-120"/>
            </a:endParaRPr>
          </a:p>
        </p:txBody>
      </p:sp>
      <p:sp>
        <p:nvSpPr>
          <p:cNvPr id="78" name="TextBox 46">
            <a:extLst>
              <a:ext uri="{FF2B5EF4-FFF2-40B4-BE49-F238E27FC236}">
                <a16:creationId xmlns:a16="http://schemas.microsoft.com/office/drawing/2014/main" xmlns="" id="{D430A5A5-5974-986C-8204-140655B1C2AA}"/>
              </a:ext>
            </a:extLst>
          </p:cNvPr>
          <p:cNvSpPr txBox="1"/>
          <p:nvPr/>
        </p:nvSpPr>
        <p:spPr>
          <a:xfrm>
            <a:off x="11501454" y="4733939"/>
            <a:ext cx="404262" cy="369389"/>
          </a:xfrm>
          <a:prstGeom prst="rect">
            <a:avLst/>
          </a:prstGeom>
          <a:noFill/>
        </p:spPr>
        <p:txBody>
          <a:bodyPr wrap="square" lIns="137160" tIns="68580" rIns="137160" bIns="68580" rtlCol="0">
            <a:spAutoFit/>
          </a:bodyPr>
          <a:lstStyle/>
          <a:p>
            <a:r>
              <a:rPr lang="zh-TW" altLang="en-US" sz="1500" dirty="0"/>
              <a:t>否</a:t>
            </a:r>
          </a:p>
        </p:txBody>
      </p:sp>
      <p:sp>
        <p:nvSpPr>
          <p:cNvPr id="79" name="TextBox 46">
            <a:extLst>
              <a:ext uri="{FF2B5EF4-FFF2-40B4-BE49-F238E27FC236}">
                <a16:creationId xmlns:a16="http://schemas.microsoft.com/office/drawing/2014/main" xmlns="" id="{F7233931-3D31-2B59-5C27-A63E18699916}"/>
              </a:ext>
            </a:extLst>
          </p:cNvPr>
          <p:cNvSpPr txBox="1"/>
          <p:nvPr/>
        </p:nvSpPr>
        <p:spPr>
          <a:xfrm>
            <a:off x="10929950" y="4305311"/>
            <a:ext cx="404262" cy="369389"/>
          </a:xfrm>
          <a:prstGeom prst="rect">
            <a:avLst/>
          </a:prstGeom>
          <a:noFill/>
        </p:spPr>
        <p:txBody>
          <a:bodyPr wrap="square" lIns="137160" tIns="68580" rIns="137160" bIns="68580" rtlCol="0">
            <a:spAutoFit/>
          </a:bodyPr>
          <a:lstStyle/>
          <a:p>
            <a:r>
              <a:rPr lang="zh-TW" altLang="en-US" sz="1500" dirty="0"/>
              <a:t>是</a:t>
            </a:r>
          </a:p>
        </p:txBody>
      </p:sp>
      <p:cxnSp>
        <p:nvCxnSpPr>
          <p:cNvPr id="82" name="肘形接點 68">
            <a:extLst>
              <a:ext uri="{FF2B5EF4-FFF2-40B4-BE49-F238E27FC236}">
                <a16:creationId xmlns:a16="http://schemas.microsoft.com/office/drawing/2014/main" xmlns="" id="{455F687E-D5F2-BB6B-9318-21C6E7BF176C}"/>
              </a:ext>
            </a:extLst>
          </p:cNvPr>
          <p:cNvCxnSpPr>
            <a:cxnSpLocks/>
            <a:stCxn id="77" idx="0"/>
          </p:cNvCxnSpPr>
          <p:nvPr/>
        </p:nvCxnSpPr>
        <p:spPr>
          <a:xfrm rot="5400000" flipH="1" flipV="1">
            <a:off x="10394089" y="4412392"/>
            <a:ext cx="785818" cy="152"/>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88" name="TextBox 46">
            <a:extLst>
              <a:ext uri="{FF2B5EF4-FFF2-40B4-BE49-F238E27FC236}">
                <a16:creationId xmlns:a16="http://schemas.microsoft.com/office/drawing/2014/main" xmlns="" id="{0497950F-113F-5E76-1425-A53965741E4E}"/>
              </a:ext>
            </a:extLst>
          </p:cNvPr>
          <p:cNvSpPr txBox="1"/>
          <p:nvPr/>
        </p:nvSpPr>
        <p:spPr>
          <a:xfrm>
            <a:off x="10441768" y="6942929"/>
            <a:ext cx="404262" cy="369389"/>
          </a:xfrm>
          <a:prstGeom prst="rect">
            <a:avLst/>
          </a:prstGeom>
          <a:noFill/>
        </p:spPr>
        <p:txBody>
          <a:bodyPr wrap="square" lIns="137160" tIns="68580" rIns="137160" bIns="68580" rtlCol="0">
            <a:spAutoFit/>
          </a:bodyPr>
          <a:lstStyle/>
          <a:p>
            <a:r>
              <a:rPr lang="zh-TW" altLang="en-US" sz="1500" dirty="0"/>
              <a:t>是</a:t>
            </a:r>
          </a:p>
        </p:txBody>
      </p:sp>
      <p:sp>
        <p:nvSpPr>
          <p:cNvPr id="89" name="流程圖: 決策 50">
            <a:extLst>
              <a:ext uri="{FF2B5EF4-FFF2-40B4-BE49-F238E27FC236}">
                <a16:creationId xmlns:a16="http://schemas.microsoft.com/office/drawing/2014/main" xmlns="" id="{AD12E8BF-FC22-85CD-B930-1ECBB327F5D1}"/>
              </a:ext>
            </a:extLst>
          </p:cNvPr>
          <p:cNvSpPr/>
          <p:nvPr/>
        </p:nvSpPr>
        <p:spPr bwMode="auto">
          <a:xfrm>
            <a:off x="10133499" y="6843526"/>
            <a:ext cx="1571331" cy="862074"/>
          </a:xfrm>
          <a:prstGeom prst="flowChartDecision">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rot="0" spcFirstLastPara="0" vertOverflow="overflow" horzOverflow="overflow" vert="horz" wrap="none" lIns="152823" tIns="76412" rIns="152823" bIns="76412" numCol="1" spcCol="0" rtlCol="0" fromWordArt="0" anchor="ctr" anchorCtr="0" forceAA="0" compatLnSpc="1">
            <a:prstTxWarp prst="textNoShape">
              <a:avLst/>
            </a:prstTxWarp>
            <a:noAutofit/>
          </a:bodyPr>
          <a:lstStyle/>
          <a:p>
            <a:pPr algn="ctr" eaLnBrk="0" hangingPunct="0"/>
            <a:r>
              <a:rPr lang="zh-TW" altLang="en-US" sz="1500" dirty="0" smtClean="0">
                <a:latin typeface="微軟正黑體" panose="020B0604030504040204" pitchFamily="34" charset="-120"/>
                <a:ea typeface="微軟正黑體" panose="020B0604030504040204" pitchFamily="34" charset="-120"/>
              </a:rPr>
              <a:t>是否需要報關</a:t>
            </a:r>
            <a:endParaRPr lang="en-US" altLang="zh-TW" sz="1500" dirty="0">
              <a:latin typeface="微軟正黑體" panose="020B0604030504040204" pitchFamily="34" charset="-120"/>
              <a:ea typeface="微軟正黑體" panose="020B0604030504040204" pitchFamily="34" charset="-120"/>
            </a:endParaRPr>
          </a:p>
        </p:txBody>
      </p:sp>
      <p:sp>
        <p:nvSpPr>
          <p:cNvPr id="90" name="TextBox 46">
            <a:extLst>
              <a:ext uri="{FF2B5EF4-FFF2-40B4-BE49-F238E27FC236}">
                <a16:creationId xmlns:a16="http://schemas.microsoft.com/office/drawing/2014/main" xmlns="" id="{D430A5A5-5974-986C-8204-140655B1C2AA}"/>
              </a:ext>
            </a:extLst>
          </p:cNvPr>
          <p:cNvSpPr txBox="1"/>
          <p:nvPr/>
        </p:nvSpPr>
        <p:spPr>
          <a:xfrm>
            <a:off x="12287272" y="6946863"/>
            <a:ext cx="404262" cy="369389"/>
          </a:xfrm>
          <a:prstGeom prst="rect">
            <a:avLst/>
          </a:prstGeom>
          <a:noFill/>
        </p:spPr>
        <p:txBody>
          <a:bodyPr wrap="square" lIns="137160" tIns="68580" rIns="137160" bIns="68580" rtlCol="0">
            <a:spAutoFit/>
          </a:bodyPr>
          <a:lstStyle/>
          <a:p>
            <a:r>
              <a:rPr lang="zh-TW" altLang="en-US" sz="1500" dirty="0"/>
              <a:t>否</a:t>
            </a:r>
          </a:p>
        </p:txBody>
      </p:sp>
      <p:sp>
        <p:nvSpPr>
          <p:cNvPr id="91" name="TextBox 46">
            <a:extLst>
              <a:ext uri="{FF2B5EF4-FFF2-40B4-BE49-F238E27FC236}">
                <a16:creationId xmlns:a16="http://schemas.microsoft.com/office/drawing/2014/main" xmlns="" id="{F7233931-3D31-2B59-5C27-A63E18699916}"/>
              </a:ext>
            </a:extLst>
          </p:cNvPr>
          <p:cNvSpPr txBox="1"/>
          <p:nvPr/>
        </p:nvSpPr>
        <p:spPr>
          <a:xfrm>
            <a:off x="11072826" y="7589805"/>
            <a:ext cx="404262" cy="369389"/>
          </a:xfrm>
          <a:prstGeom prst="rect">
            <a:avLst/>
          </a:prstGeom>
          <a:noFill/>
        </p:spPr>
        <p:txBody>
          <a:bodyPr wrap="square" lIns="137160" tIns="68580" rIns="137160" bIns="68580" rtlCol="0">
            <a:spAutoFit/>
          </a:bodyPr>
          <a:lstStyle/>
          <a:p>
            <a:r>
              <a:rPr lang="zh-TW" altLang="en-US" sz="1500" dirty="0"/>
              <a:t>是</a:t>
            </a:r>
          </a:p>
        </p:txBody>
      </p:sp>
      <p:cxnSp>
        <p:nvCxnSpPr>
          <p:cNvPr id="106" name="肘形接點 68">
            <a:extLst>
              <a:ext uri="{FF2B5EF4-FFF2-40B4-BE49-F238E27FC236}">
                <a16:creationId xmlns:a16="http://schemas.microsoft.com/office/drawing/2014/main" xmlns="" id="{455F687E-D5F2-BB6B-9318-21C6E7BF176C}"/>
              </a:ext>
            </a:extLst>
          </p:cNvPr>
          <p:cNvCxnSpPr>
            <a:cxnSpLocks/>
            <a:endCxn id="109" idx="2"/>
          </p:cNvCxnSpPr>
          <p:nvPr/>
        </p:nvCxnSpPr>
        <p:spPr>
          <a:xfrm>
            <a:off x="11669180" y="3404806"/>
            <a:ext cx="1332472" cy="13697"/>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109" name="流程圖: 接點 51"/>
          <p:cNvSpPr/>
          <p:nvPr/>
        </p:nvSpPr>
        <p:spPr>
          <a:xfrm>
            <a:off x="13001652" y="3185223"/>
            <a:ext cx="544680" cy="466560"/>
          </a:xfrm>
          <a:prstGeom prst="flowChartConnector">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en-US" sz="1800" b="0" strike="noStrike" spc="-1">
                <a:solidFill>
                  <a:schemeClr val="dk1"/>
                </a:solidFill>
                <a:latin typeface="微軟正黑體"/>
                <a:ea typeface="微軟正黑體"/>
              </a:rPr>
              <a:t>A</a:t>
            </a:r>
            <a:endParaRPr lang="en-US" sz="1800" b="0" strike="noStrike" spc="-1">
              <a:solidFill>
                <a:srgbClr val="000000"/>
              </a:solidFill>
              <a:latin typeface="Calibri"/>
            </a:endParaRPr>
          </a:p>
        </p:txBody>
      </p:sp>
      <p:cxnSp>
        <p:nvCxnSpPr>
          <p:cNvPr id="111" name="肘形接點 68">
            <a:extLst>
              <a:ext uri="{FF2B5EF4-FFF2-40B4-BE49-F238E27FC236}">
                <a16:creationId xmlns:a16="http://schemas.microsoft.com/office/drawing/2014/main" xmlns="" id="{455F687E-D5F2-BB6B-9318-21C6E7BF176C}"/>
              </a:ext>
            </a:extLst>
          </p:cNvPr>
          <p:cNvCxnSpPr>
            <a:cxnSpLocks/>
            <a:stCxn id="77" idx="3"/>
            <a:endCxn id="109" idx="2"/>
          </p:cNvCxnSpPr>
          <p:nvPr/>
        </p:nvCxnSpPr>
        <p:spPr>
          <a:xfrm flipV="1">
            <a:off x="11572587" y="3418503"/>
            <a:ext cx="1429065" cy="1817911"/>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114" name="流程圖: 接點 51"/>
          <p:cNvSpPr/>
          <p:nvPr/>
        </p:nvSpPr>
        <p:spPr>
          <a:xfrm>
            <a:off x="7979726" y="5986270"/>
            <a:ext cx="544680" cy="466560"/>
          </a:xfrm>
          <a:prstGeom prst="flowChartConnector">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en-US" sz="1800" b="0" strike="noStrike" spc="-1">
                <a:solidFill>
                  <a:schemeClr val="dk1"/>
                </a:solidFill>
                <a:latin typeface="微軟正黑體"/>
                <a:ea typeface="微軟正黑體"/>
              </a:rPr>
              <a:t>A</a:t>
            </a:r>
            <a:endParaRPr lang="en-US" sz="1800" b="0" strike="noStrike" spc="-1">
              <a:solidFill>
                <a:srgbClr val="000000"/>
              </a:solidFill>
              <a:latin typeface="Calibri"/>
            </a:endParaRPr>
          </a:p>
        </p:txBody>
      </p:sp>
      <p:cxnSp>
        <p:nvCxnSpPr>
          <p:cNvPr id="115" name="肘形接點 68">
            <a:extLst>
              <a:ext uri="{FF2B5EF4-FFF2-40B4-BE49-F238E27FC236}">
                <a16:creationId xmlns:a16="http://schemas.microsoft.com/office/drawing/2014/main" xmlns="" id="{455F687E-D5F2-BB6B-9318-21C6E7BF176C}"/>
              </a:ext>
            </a:extLst>
          </p:cNvPr>
          <p:cNvCxnSpPr>
            <a:cxnSpLocks/>
            <a:stCxn id="114" idx="4"/>
          </p:cNvCxnSpPr>
          <p:nvPr/>
        </p:nvCxnSpPr>
        <p:spPr>
          <a:xfrm rot="16200000" flipH="1">
            <a:off x="8149743" y="6555153"/>
            <a:ext cx="216031" cy="11384"/>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121" name="流程圖: 接點 51"/>
          <p:cNvSpPr/>
          <p:nvPr/>
        </p:nvSpPr>
        <p:spPr>
          <a:xfrm>
            <a:off x="13073090" y="7047207"/>
            <a:ext cx="544680" cy="466560"/>
          </a:xfrm>
          <a:prstGeom prst="flowChartConnector">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en-US" sz="1800" b="0" strike="noStrike" spc="-1" dirty="0" smtClean="0">
                <a:solidFill>
                  <a:schemeClr val="dk1"/>
                </a:solidFill>
                <a:latin typeface="微軟正黑體"/>
                <a:ea typeface="微軟正黑體"/>
              </a:rPr>
              <a:t>B</a:t>
            </a:r>
            <a:endParaRPr lang="en-US" sz="1800" b="0" strike="noStrike" spc="-1" dirty="0">
              <a:solidFill>
                <a:srgbClr val="000000"/>
              </a:solidFill>
              <a:latin typeface="Calibri"/>
            </a:endParaRPr>
          </a:p>
        </p:txBody>
      </p:sp>
      <p:cxnSp>
        <p:nvCxnSpPr>
          <p:cNvPr id="122" name="肘形接點 68">
            <a:extLst>
              <a:ext uri="{FF2B5EF4-FFF2-40B4-BE49-F238E27FC236}">
                <a16:creationId xmlns:a16="http://schemas.microsoft.com/office/drawing/2014/main" xmlns="" id="{455F687E-D5F2-BB6B-9318-21C6E7BF176C}"/>
              </a:ext>
            </a:extLst>
          </p:cNvPr>
          <p:cNvCxnSpPr>
            <a:cxnSpLocks/>
            <a:stCxn id="89" idx="3"/>
            <a:endCxn id="121" idx="2"/>
          </p:cNvCxnSpPr>
          <p:nvPr/>
        </p:nvCxnSpPr>
        <p:spPr>
          <a:xfrm>
            <a:off x="11704830" y="7274563"/>
            <a:ext cx="1368260" cy="5924"/>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123" name="流程圖: 接點 51"/>
          <p:cNvSpPr/>
          <p:nvPr/>
        </p:nvSpPr>
        <p:spPr>
          <a:xfrm>
            <a:off x="4286216" y="9435294"/>
            <a:ext cx="544680" cy="466560"/>
          </a:xfrm>
          <a:prstGeom prst="flowChartConnector">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en-US" sz="1800" b="0" strike="noStrike" spc="-1" dirty="0" smtClean="0">
                <a:solidFill>
                  <a:schemeClr val="dk1"/>
                </a:solidFill>
                <a:latin typeface="微軟正黑體"/>
                <a:ea typeface="微軟正黑體"/>
              </a:rPr>
              <a:t>B</a:t>
            </a:r>
            <a:endParaRPr lang="en-US" sz="1800" b="0" strike="noStrike" spc="-1" dirty="0">
              <a:solidFill>
                <a:srgbClr val="000000"/>
              </a:solidFill>
              <a:latin typeface="Calibri"/>
            </a:endParaRPr>
          </a:p>
        </p:txBody>
      </p:sp>
      <p:cxnSp>
        <p:nvCxnSpPr>
          <p:cNvPr id="124" name="肘形接點 68">
            <a:extLst>
              <a:ext uri="{FF2B5EF4-FFF2-40B4-BE49-F238E27FC236}">
                <a16:creationId xmlns:a16="http://schemas.microsoft.com/office/drawing/2014/main" xmlns="" id="{15EED2C1-0745-C338-1DDA-D085D6F71C00}"/>
              </a:ext>
            </a:extLst>
          </p:cNvPr>
          <p:cNvCxnSpPr>
            <a:cxnSpLocks/>
            <a:stCxn id="123" idx="6"/>
          </p:cNvCxnSpPr>
          <p:nvPr/>
        </p:nvCxnSpPr>
        <p:spPr>
          <a:xfrm flipV="1">
            <a:off x="4830896" y="9649608"/>
            <a:ext cx="384014" cy="18966"/>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grpSp>
        <p:nvGrpSpPr>
          <p:cNvPr id="132" name="群組 131"/>
          <p:cNvGrpSpPr/>
          <p:nvPr/>
        </p:nvGrpSpPr>
        <p:grpSpPr>
          <a:xfrm>
            <a:off x="7500926" y="4429914"/>
            <a:ext cx="2162966" cy="1424040"/>
            <a:chOff x="8715372" y="4366006"/>
            <a:chExt cx="2162966" cy="1424040"/>
          </a:xfrm>
        </p:grpSpPr>
        <p:grpSp>
          <p:nvGrpSpPr>
            <p:cNvPr id="133" name="群組 30"/>
            <p:cNvGrpSpPr/>
            <p:nvPr/>
          </p:nvGrpSpPr>
          <p:grpSpPr>
            <a:xfrm>
              <a:off x="8715372" y="4572790"/>
              <a:ext cx="1814856" cy="1217256"/>
              <a:chOff x="15073354" y="8308668"/>
              <a:chExt cx="1814856" cy="1217256"/>
            </a:xfrm>
          </p:grpSpPr>
          <p:sp>
            <p:nvSpPr>
              <p:cNvPr id="137" name="流程圖: 程序 136"/>
              <p:cNvSpPr/>
              <p:nvPr/>
            </p:nvSpPr>
            <p:spPr>
              <a:xfrm>
                <a:off x="15073354" y="8308668"/>
                <a:ext cx="18108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en-GB" sz="1500" b="1" dirty="0" smtClean="0">
                    <a:latin typeface="微軟正黑體" panose="020B0604030504040204" pitchFamily="34" charset="-120"/>
                    <a:ea typeface="微軟正黑體" panose="020B0604030504040204" pitchFamily="34" charset="-120"/>
                  </a:rPr>
                  <a:t>MIGO</a:t>
                </a:r>
                <a:endParaRPr lang="en-GB" sz="1500" b="1" dirty="0">
                  <a:latin typeface="微軟正黑體" panose="020B0604030504040204" pitchFamily="34" charset="-120"/>
                  <a:ea typeface="微軟正黑體" panose="020B0604030504040204" pitchFamily="34" charset="-120"/>
                </a:endParaRPr>
              </a:p>
            </p:txBody>
          </p:sp>
          <p:sp>
            <p:nvSpPr>
              <p:cNvPr id="138" name="流程圖: 程序 137"/>
              <p:cNvSpPr/>
              <p:nvPr/>
            </p:nvSpPr>
            <p:spPr>
              <a:xfrm>
                <a:off x="15073354" y="8665858"/>
                <a:ext cx="1810800" cy="500066"/>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eaLnBrk="0" hangingPunct="0"/>
                <a:r>
                  <a:rPr lang="zh-TW" altLang="en-US" sz="1500" dirty="0" smtClean="0">
                    <a:latin typeface="微軟正黑體" panose="020B0604030504040204" pitchFamily="34" charset="-120"/>
                    <a:ea typeface="微軟正黑體" panose="020B0604030504040204" pitchFamily="34" charset="-120"/>
                  </a:rPr>
                  <a:t>轉入外包倉</a:t>
                </a:r>
              </a:p>
              <a:p>
                <a:pPr algn="ctr" eaLnBrk="0" hangingPunct="0"/>
                <a:r>
                  <a:rPr lang="en-US" altLang="zh-TW" sz="1500" dirty="0" smtClean="0">
                    <a:latin typeface="微軟正黑體" panose="020B0604030504040204" pitchFamily="34" charset="-120"/>
                    <a:ea typeface="微軟正黑體" panose="020B0604030504040204" pitchFamily="34" charset="-120"/>
                  </a:rPr>
                  <a:t>(Mvt.541)</a:t>
                </a:r>
                <a:endParaRPr lang="zh-TW" altLang="en-US" sz="1500" dirty="0">
                  <a:latin typeface="微軟正黑體" panose="020B0604030504040204" pitchFamily="34" charset="-120"/>
                  <a:ea typeface="微軟正黑體" panose="020B0604030504040204" pitchFamily="34" charset="-120"/>
                </a:endParaRPr>
              </a:p>
            </p:txBody>
          </p:sp>
          <p:sp>
            <p:nvSpPr>
              <p:cNvPr id="139" name="流程圖: 程序 138"/>
              <p:cNvSpPr/>
              <p:nvPr/>
            </p:nvSpPr>
            <p:spPr>
              <a:xfrm>
                <a:off x="15073354" y="9165924"/>
                <a:ext cx="936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en-US" altLang="zh-TW" sz="1500" spc="-1" dirty="0" smtClean="0">
                    <a:solidFill>
                      <a:schemeClr val="dk1"/>
                    </a:solidFill>
                    <a:latin typeface="微軟正黑體"/>
                    <a:ea typeface="微軟正黑體"/>
                  </a:rPr>
                  <a:t>SAP</a:t>
                </a:r>
                <a:endParaRPr lang="zh-TW" altLang="en-US" sz="1500" spc="-1" dirty="0">
                  <a:solidFill>
                    <a:schemeClr val="dk1"/>
                  </a:solidFill>
                  <a:latin typeface="微軟正黑體"/>
                  <a:ea typeface="微軟正黑體"/>
                </a:endParaRPr>
              </a:p>
            </p:txBody>
          </p:sp>
          <p:sp>
            <p:nvSpPr>
              <p:cNvPr id="140" name="流程圖: 程序 139"/>
              <p:cNvSpPr/>
              <p:nvPr/>
            </p:nvSpPr>
            <p:spPr>
              <a:xfrm>
                <a:off x="15906728" y="9165924"/>
                <a:ext cx="981482"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zh-TW" altLang="en-US" sz="1500" dirty="0" smtClean="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p:txBody>
          </p:sp>
        </p:grpSp>
        <p:grpSp>
          <p:nvGrpSpPr>
            <p:cNvPr id="134" name="Group 220">
              <a:extLst>
                <a:ext uri="{FF2B5EF4-FFF2-40B4-BE49-F238E27FC236}">
                  <a16:creationId xmlns:a16="http://schemas.microsoft.com/office/drawing/2014/main" xmlns="" id="{0C75984D-876F-5104-7AA0-5996E344A44D}"/>
                </a:ext>
              </a:extLst>
            </p:cNvPr>
            <p:cNvGrpSpPr/>
            <p:nvPr/>
          </p:nvGrpSpPr>
          <p:grpSpPr>
            <a:xfrm>
              <a:off x="10344938" y="4366006"/>
              <a:ext cx="533400" cy="408605"/>
              <a:chOff x="5906184" y="1486857"/>
              <a:chExt cx="355600" cy="272361"/>
            </a:xfrm>
          </p:grpSpPr>
          <p:sp>
            <p:nvSpPr>
              <p:cNvPr id="135" name="Oval 221">
                <a:extLst>
                  <a:ext uri="{FF2B5EF4-FFF2-40B4-BE49-F238E27FC236}">
                    <a16:creationId xmlns:a16="http://schemas.microsoft.com/office/drawing/2014/main" xmlns="" id="{6DEF57E8-FD09-6975-8166-901E555739DE}"/>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36" name="TextBox 222">
                <a:extLst>
                  <a:ext uri="{FF2B5EF4-FFF2-40B4-BE49-F238E27FC236}">
                    <a16:creationId xmlns:a16="http://schemas.microsoft.com/office/drawing/2014/main" xmlns="" id="{371D9DE6-3A68-9335-0D4F-1D91177F2DB2}"/>
                  </a:ext>
                </a:extLst>
              </p:cNvPr>
              <p:cNvSpPr txBox="1"/>
              <p:nvPr/>
            </p:nvSpPr>
            <p:spPr>
              <a:xfrm>
                <a:off x="5906184" y="1507079"/>
                <a:ext cx="355600" cy="215410"/>
              </a:xfrm>
              <a:prstGeom prst="rect">
                <a:avLst/>
              </a:prstGeom>
              <a:noFill/>
            </p:spPr>
            <p:txBody>
              <a:bodyPr wrap="square" rtlCol="0">
                <a:spAutoFit/>
              </a:bodyPr>
              <a:lstStyle/>
              <a:p>
                <a:r>
                  <a:rPr lang="en-US" altLang="zh-TW" sz="1500" dirty="0" smtClean="0">
                    <a:latin typeface="微軟正黑體" panose="020B0604030504040204" pitchFamily="34" charset="-120"/>
                    <a:ea typeface="微軟正黑體" panose="020B0604030504040204" pitchFamily="34" charset="-120"/>
                  </a:rPr>
                  <a:t>5</a:t>
                </a:r>
                <a:endParaRPr lang="zh-TW" altLang="en-US" sz="1500" dirty="0">
                  <a:latin typeface="微軟正黑體" panose="020B0604030504040204" pitchFamily="34" charset="-120"/>
                  <a:ea typeface="微軟正黑體" panose="020B0604030504040204" pitchFamily="34" charset="-120"/>
                </a:endParaRPr>
              </a:p>
            </p:txBody>
          </p:sp>
        </p:grpSp>
      </p:grpSp>
      <p:grpSp>
        <p:nvGrpSpPr>
          <p:cNvPr id="141" name="群組 140"/>
          <p:cNvGrpSpPr/>
          <p:nvPr/>
        </p:nvGrpSpPr>
        <p:grpSpPr>
          <a:xfrm>
            <a:off x="5357786" y="4456104"/>
            <a:ext cx="2162966" cy="1424040"/>
            <a:chOff x="8715372" y="4366006"/>
            <a:chExt cx="2162966" cy="1424040"/>
          </a:xfrm>
        </p:grpSpPr>
        <p:grpSp>
          <p:nvGrpSpPr>
            <p:cNvPr id="142" name="群組 30"/>
            <p:cNvGrpSpPr/>
            <p:nvPr/>
          </p:nvGrpSpPr>
          <p:grpSpPr>
            <a:xfrm>
              <a:off x="8715372" y="4572790"/>
              <a:ext cx="1810800" cy="1217256"/>
              <a:chOff x="15073354" y="8308668"/>
              <a:chExt cx="1810800" cy="1217256"/>
            </a:xfrm>
          </p:grpSpPr>
          <p:sp>
            <p:nvSpPr>
              <p:cNvPr id="146" name="流程圖: 程序 145"/>
              <p:cNvSpPr/>
              <p:nvPr/>
            </p:nvSpPr>
            <p:spPr>
              <a:xfrm>
                <a:off x="15073354" y="8308668"/>
                <a:ext cx="18108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en-GB" sz="1500" b="1" dirty="0" smtClean="0">
                    <a:latin typeface="微軟正黑體" panose="020B0604030504040204" pitchFamily="34" charset="-120"/>
                    <a:ea typeface="微軟正黑體" panose="020B0604030504040204" pitchFamily="34" charset="-120"/>
                  </a:rPr>
                  <a:t>MIGO</a:t>
                </a:r>
                <a:endParaRPr lang="en-GB" sz="1500" b="1" dirty="0">
                  <a:latin typeface="微軟正黑體" panose="020B0604030504040204" pitchFamily="34" charset="-120"/>
                  <a:ea typeface="微軟正黑體" panose="020B0604030504040204" pitchFamily="34" charset="-120"/>
                </a:endParaRPr>
              </a:p>
            </p:txBody>
          </p:sp>
          <p:sp>
            <p:nvSpPr>
              <p:cNvPr id="147" name="流程圖: 程序 146"/>
              <p:cNvSpPr/>
              <p:nvPr/>
            </p:nvSpPr>
            <p:spPr>
              <a:xfrm>
                <a:off x="15073354" y="8665858"/>
                <a:ext cx="1810800" cy="500066"/>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eaLnBrk="0" hangingPunct="0"/>
                <a:r>
                  <a:rPr lang="zh-TW" altLang="en-US" sz="1500" dirty="0" smtClean="0">
                    <a:latin typeface="微軟正黑體" panose="020B0604030504040204" pitchFamily="34" charset="-120"/>
                    <a:ea typeface="微軟正黑體" panose="020B0604030504040204" pitchFamily="34" charset="-120"/>
                  </a:rPr>
                  <a:t>轉入維修倉</a:t>
                </a:r>
              </a:p>
              <a:p>
                <a:pPr algn="ctr" eaLnBrk="0" hangingPunct="0"/>
                <a:r>
                  <a:rPr lang="en-US" altLang="zh-TW" sz="1500" dirty="0" smtClean="0">
                    <a:latin typeface="微軟正黑體" panose="020B0604030504040204" pitchFamily="34" charset="-120"/>
                    <a:ea typeface="微軟正黑體" panose="020B0604030504040204" pitchFamily="34" charset="-120"/>
                  </a:rPr>
                  <a:t>(Mvt.311)</a:t>
                </a:r>
                <a:endParaRPr lang="zh-TW" altLang="en-US" sz="1500" dirty="0">
                  <a:latin typeface="微軟正黑體" panose="020B0604030504040204" pitchFamily="34" charset="-120"/>
                  <a:ea typeface="微軟正黑體" panose="020B0604030504040204" pitchFamily="34" charset="-120"/>
                </a:endParaRPr>
              </a:p>
            </p:txBody>
          </p:sp>
          <p:sp>
            <p:nvSpPr>
              <p:cNvPr id="148" name="流程圖: 程序 147"/>
              <p:cNvSpPr/>
              <p:nvPr/>
            </p:nvSpPr>
            <p:spPr>
              <a:xfrm>
                <a:off x="15073354" y="9165924"/>
                <a:ext cx="936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en-US" altLang="zh-TW" sz="1500" spc="-1" dirty="0" smtClean="0">
                    <a:solidFill>
                      <a:schemeClr val="dk1"/>
                    </a:solidFill>
                    <a:latin typeface="微軟正黑體"/>
                    <a:ea typeface="微軟正黑體"/>
                  </a:rPr>
                  <a:t>SAP</a:t>
                </a:r>
                <a:endParaRPr lang="zh-TW" altLang="en-US" sz="1500" spc="-1" dirty="0">
                  <a:solidFill>
                    <a:schemeClr val="dk1"/>
                  </a:solidFill>
                  <a:latin typeface="微軟正黑體"/>
                  <a:ea typeface="微軟正黑體"/>
                </a:endParaRPr>
              </a:p>
            </p:txBody>
          </p:sp>
          <p:sp>
            <p:nvSpPr>
              <p:cNvPr id="149" name="流程圖: 程序 148"/>
              <p:cNvSpPr/>
              <p:nvPr/>
            </p:nvSpPr>
            <p:spPr>
              <a:xfrm>
                <a:off x="15999001" y="9165924"/>
                <a:ext cx="882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zh-TW" altLang="en-US" sz="1500" dirty="0" smtClean="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p:txBody>
          </p:sp>
        </p:grpSp>
        <p:grpSp>
          <p:nvGrpSpPr>
            <p:cNvPr id="143" name="Group 220">
              <a:extLst>
                <a:ext uri="{FF2B5EF4-FFF2-40B4-BE49-F238E27FC236}">
                  <a16:creationId xmlns:a16="http://schemas.microsoft.com/office/drawing/2014/main" xmlns="" id="{0C75984D-876F-5104-7AA0-5996E344A44D}"/>
                </a:ext>
              </a:extLst>
            </p:cNvPr>
            <p:cNvGrpSpPr/>
            <p:nvPr/>
          </p:nvGrpSpPr>
          <p:grpSpPr>
            <a:xfrm>
              <a:off x="10344938" y="4366006"/>
              <a:ext cx="533400" cy="408605"/>
              <a:chOff x="5906184" y="1486857"/>
              <a:chExt cx="355600" cy="272361"/>
            </a:xfrm>
          </p:grpSpPr>
          <p:sp>
            <p:nvSpPr>
              <p:cNvPr id="144" name="Oval 221">
                <a:extLst>
                  <a:ext uri="{FF2B5EF4-FFF2-40B4-BE49-F238E27FC236}">
                    <a16:creationId xmlns:a16="http://schemas.microsoft.com/office/drawing/2014/main" xmlns="" id="{6DEF57E8-FD09-6975-8166-901E555739DE}"/>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45" name="TextBox 222">
                <a:extLst>
                  <a:ext uri="{FF2B5EF4-FFF2-40B4-BE49-F238E27FC236}">
                    <a16:creationId xmlns:a16="http://schemas.microsoft.com/office/drawing/2014/main" xmlns="" id="{371D9DE6-3A68-9335-0D4F-1D91177F2DB2}"/>
                  </a:ext>
                </a:extLst>
              </p:cNvPr>
              <p:cNvSpPr txBox="1"/>
              <p:nvPr/>
            </p:nvSpPr>
            <p:spPr>
              <a:xfrm>
                <a:off x="5906184" y="1507079"/>
                <a:ext cx="355600" cy="215410"/>
              </a:xfrm>
              <a:prstGeom prst="rect">
                <a:avLst/>
              </a:prstGeom>
              <a:noFill/>
            </p:spPr>
            <p:txBody>
              <a:bodyPr wrap="square" rtlCol="0">
                <a:spAutoFit/>
              </a:bodyPr>
              <a:lstStyle/>
              <a:p>
                <a:r>
                  <a:rPr lang="en-US" altLang="zh-TW" sz="1500" dirty="0" smtClean="0">
                    <a:latin typeface="微軟正黑體" panose="020B0604030504040204" pitchFamily="34" charset="-120"/>
                    <a:ea typeface="微軟正黑體" panose="020B0604030504040204" pitchFamily="34" charset="-120"/>
                  </a:rPr>
                  <a:t>3</a:t>
                </a:r>
                <a:endParaRPr lang="zh-TW" altLang="en-US" sz="1500" dirty="0">
                  <a:latin typeface="微軟正黑體" panose="020B0604030504040204" pitchFamily="34" charset="-120"/>
                  <a:ea typeface="微軟正黑體" panose="020B0604030504040204" pitchFamily="34" charset="-120"/>
                </a:endParaRPr>
              </a:p>
            </p:txBody>
          </p:sp>
        </p:grpSp>
      </p:grpSp>
      <p:grpSp>
        <p:nvGrpSpPr>
          <p:cNvPr id="154" name="群組 153"/>
          <p:cNvGrpSpPr>
            <a:grpSpLocks noChangeAspect="1"/>
          </p:cNvGrpSpPr>
          <p:nvPr/>
        </p:nvGrpSpPr>
        <p:grpSpPr>
          <a:xfrm>
            <a:off x="5417038" y="8720914"/>
            <a:ext cx="2162966" cy="1424040"/>
            <a:chOff x="8715372" y="4366006"/>
            <a:chExt cx="2162966" cy="1424040"/>
          </a:xfrm>
        </p:grpSpPr>
        <p:grpSp>
          <p:nvGrpSpPr>
            <p:cNvPr id="155" name="群組 30"/>
            <p:cNvGrpSpPr/>
            <p:nvPr/>
          </p:nvGrpSpPr>
          <p:grpSpPr>
            <a:xfrm>
              <a:off x="8715372" y="4572790"/>
              <a:ext cx="1814856" cy="1217256"/>
              <a:chOff x="15073354" y="8308668"/>
              <a:chExt cx="1814856" cy="1217256"/>
            </a:xfrm>
          </p:grpSpPr>
          <p:sp>
            <p:nvSpPr>
              <p:cNvPr id="159" name="流程圖: 程序 158"/>
              <p:cNvSpPr/>
              <p:nvPr/>
            </p:nvSpPr>
            <p:spPr>
              <a:xfrm>
                <a:off x="15073354" y="8308668"/>
                <a:ext cx="18108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en-GB" sz="1500" b="1" dirty="0" smtClean="0">
                    <a:latin typeface="微軟正黑體" panose="020B0604030504040204" pitchFamily="34" charset="-120"/>
                    <a:ea typeface="微軟正黑體" panose="020B0604030504040204" pitchFamily="34" charset="-120"/>
                  </a:rPr>
                  <a:t>MIGO</a:t>
                </a:r>
                <a:endParaRPr lang="en-GB" sz="1500" b="1" dirty="0">
                  <a:latin typeface="微軟正黑體" panose="020B0604030504040204" pitchFamily="34" charset="-120"/>
                  <a:ea typeface="微軟正黑體" panose="020B0604030504040204" pitchFamily="34" charset="-120"/>
                </a:endParaRPr>
              </a:p>
            </p:txBody>
          </p:sp>
          <p:sp>
            <p:nvSpPr>
              <p:cNvPr id="160" name="流程圖: 程序 159"/>
              <p:cNvSpPr/>
              <p:nvPr/>
            </p:nvSpPr>
            <p:spPr>
              <a:xfrm>
                <a:off x="15073354" y="8665858"/>
                <a:ext cx="1810800" cy="500066"/>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eaLnBrk="0" hangingPunct="0"/>
                <a:r>
                  <a:rPr lang="zh-TW" altLang="en-US" sz="1500" dirty="0" smtClean="0">
                    <a:latin typeface="微軟正黑體" panose="020B0604030504040204" pitchFamily="34" charset="-120"/>
                    <a:ea typeface="微軟正黑體" panose="020B0604030504040204" pitchFamily="34" charset="-120"/>
                  </a:rPr>
                  <a:t>轉回製工模具倉</a:t>
                </a:r>
              </a:p>
              <a:p>
                <a:pPr algn="ctr" eaLnBrk="0" hangingPunct="0"/>
                <a:r>
                  <a:rPr lang="en-US" altLang="zh-TW" sz="1500" dirty="0" smtClean="0">
                    <a:latin typeface="微軟正黑體" panose="020B0604030504040204" pitchFamily="34" charset="-120"/>
                    <a:ea typeface="微軟正黑體" panose="020B0604030504040204" pitchFamily="34" charset="-120"/>
                  </a:rPr>
                  <a:t>(</a:t>
                </a:r>
                <a:r>
                  <a:rPr lang="en-US" altLang="zh-TW" sz="1500" dirty="0" smtClean="0">
                    <a:latin typeface="微軟正黑體" panose="020B0604030504040204" pitchFamily="34" charset="-120"/>
                    <a:ea typeface="微軟正黑體" panose="020B0604030504040204" pitchFamily="34" charset="-120"/>
                  </a:rPr>
                  <a:t>Mvt.311/542)</a:t>
                </a:r>
                <a:endParaRPr lang="zh-TW" altLang="en-US" sz="1500" dirty="0">
                  <a:latin typeface="微軟正黑體" panose="020B0604030504040204" pitchFamily="34" charset="-120"/>
                  <a:ea typeface="微軟正黑體" panose="020B0604030504040204" pitchFamily="34" charset="-120"/>
                </a:endParaRPr>
              </a:p>
            </p:txBody>
          </p:sp>
          <p:sp>
            <p:nvSpPr>
              <p:cNvPr id="161" name="流程圖: 程序 160"/>
              <p:cNvSpPr/>
              <p:nvPr/>
            </p:nvSpPr>
            <p:spPr>
              <a:xfrm>
                <a:off x="15073354" y="9165924"/>
                <a:ext cx="936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r>
                  <a:rPr lang="en-US" altLang="zh-TW" sz="1500" spc="-1" dirty="0" smtClean="0">
                    <a:solidFill>
                      <a:schemeClr val="dk1"/>
                    </a:solidFill>
                    <a:latin typeface="微軟正黑體"/>
                    <a:ea typeface="微軟正黑體"/>
                  </a:rPr>
                  <a:t>SAP</a:t>
                </a:r>
                <a:endParaRPr lang="zh-TW" altLang="en-US" sz="1500" spc="-1" dirty="0">
                  <a:solidFill>
                    <a:schemeClr val="dk1"/>
                  </a:solidFill>
                  <a:latin typeface="微軟正黑體"/>
                  <a:ea typeface="微軟正黑體"/>
                </a:endParaRPr>
              </a:p>
            </p:txBody>
          </p:sp>
          <p:sp>
            <p:nvSpPr>
              <p:cNvPr id="162" name="流程圖: 程序 161"/>
              <p:cNvSpPr/>
              <p:nvPr/>
            </p:nvSpPr>
            <p:spPr>
              <a:xfrm>
                <a:off x="16006210" y="9165924"/>
                <a:ext cx="882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zh-TW" altLang="en-US" sz="1500" dirty="0" smtClean="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p:txBody>
          </p:sp>
        </p:grpSp>
        <p:grpSp>
          <p:nvGrpSpPr>
            <p:cNvPr id="156" name="Group 220">
              <a:extLst>
                <a:ext uri="{FF2B5EF4-FFF2-40B4-BE49-F238E27FC236}">
                  <a16:creationId xmlns:a16="http://schemas.microsoft.com/office/drawing/2014/main" xmlns="" id="{0C75984D-876F-5104-7AA0-5996E344A44D}"/>
                </a:ext>
              </a:extLst>
            </p:cNvPr>
            <p:cNvGrpSpPr/>
            <p:nvPr/>
          </p:nvGrpSpPr>
          <p:grpSpPr>
            <a:xfrm>
              <a:off x="10344938" y="4366006"/>
              <a:ext cx="533400" cy="408605"/>
              <a:chOff x="5906184" y="1486857"/>
              <a:chExt cx="355600" cy="272361"/>
            </a:xfrm>
          </p:grpSpPr>
          <p:sp>
            <p:nvSpPr>
              <p:cNvPr id="157" name="Oval 221">
                <a:extLst>
                  <a:ext uri="{FF2B5EF4-FFF2-40B4-BE49-F238E27FC236}">
                    <a16:creationId xmlns:a16="http://schemas.microsoft.com/office/drawing/2014/main" xmlns="" id="{6DEF57E8-FD09-6975-8166-901E555739DE}"/>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58" name="TextBox 222">
                <a:extLst>
                  <a:ext uri="{FF2B5EF4-FFF2-40B4-BE49-F238E27FC236}">
                    <a16:creationId xmlns:a16="http://schemas.microsoft.com/office/drawing/2014/main" xmlns="" id="{371D9DE6-3A68-9335-0D4F-1D91177F2DB2}"/>
                  </a:ext>
                </a:extLst>
              </p:cNvPr>
              <p:cNvSpPr txBox="1"/>
              <p:nvPr/>
            </p:nvSpPr>
            <p:spPr>
              <a:xfrm>
                <a:off x="5906184" y="1507079"/>
                <a:ext cx="355600" cy="215410"/>
              </a:xfrm>
              <a:prstGeom prst="rect">
                <a:avLst/>
              </a:prstGeom>
              <a:noFill/>
            </p:spPr>
            <p:txBody>
              <a:bodyPr wrap="square" rtlCol="0">
                <a:spAutoFit/>
              </a:bodyPr>
              <a:lstStyle/>
              <a:p>
                <a:r>
                  <a:rPr lang="en-US" altLang="zh-TW" sz="1500" dirty="0" smtClean="0">
                    <a:latin typeface="微軟正黑體" panose="020B0604030504040204" pitchFamily="34" charset="-120"/>
                    <a:ea typeface="微軟正黑體" panose="020B0604030504040204" pitchFamily="34" charset="-120"/>
                  </a:rPr>
                  <a:t>4</a:t>
                </a:r>
                <a:endParaRPr lang="zh-TW" altLang="en-US" sz="1500" dirty="0">
                  <a:latin typeface="微軟正黑體" panose="020B0604030504040204" pitchFamily="34" charset="-120"/>
                  <a:ea typeface="微軟正黑體" panose="020B0604030504040204" pitchFamily="34" charset="-120"/>
                </a:endParaRPr>
              </a:p>
            </p:txBody>
          </p:sp>
        </p:grpSp>
      </p:grpSp>
      <p:grpSp>
        <p:nvGrpSpPr>
          <p:cNvPr id="176" name="群組 175"/>
          <p:cNvGrpSpPr>
            <a:grpSpLocks noChangeAspect="1"/>
          </p:cNvGrpSpPr>
          <p:nvPr/>
        </p:nvGrpSpPr>
        <p:grpSpPr>
          <a:xfrm>
            <a:off x="10010780" y="8001814"/>
            <a:ext cx="2162966" cy="1424040"/>
            <a:chOff x="8715372" y="4366006"/>
            <a:chExt cx="2162966" cy="1424040"/>
          </a:xfrm>
        </p:grpSpPr>
        <p:grpSp>
          <p:nvGrpSpPr>
            <p:cNvPr id="177" name="群組 30"/>
            <p:cNvGrpSpPr/>
            <p:nvPr/>
          </p:nvGrpSpPr>
          <p:grpSpPr>
            <a:xfrm>
              <a:off x="8715372" y="4572790"/>
              <a:ext cx="1815965" cy="1217256"/>
              <a:chOff x="15073354" y="8308668"/>
              <a:chExt cx="1815965" cy="1217256"/>
            </a:xfrm>
          </p:grpSpPr>
          <p:sp>
            <p:nvSpPr>
              <p:cNvPr id="181" name="流程圖: 程序 180"/>
              <p:cNvSpPr/>
              <p:nvPr/>
            </p:nvSpPr>
            <p:spPr>
              <a:xfrm>
                <a:off x="15073354" y="8308668"/>
                <a:ext cx="18108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endParaRPr lang="en-GB" sz="1500" b="1" dirty="0">
                  <a:latin typeface="微軟正黑體" panose="020B0604030504040204" pitchFamily="34" charset="-120"/>
                  <a:ea typeface="微軟正黑體" panose="020B0604030504040204" pitchFamily="34" charset="-120"/>
                </a:endParaRPr>
              </a:p>
            </p:txBody>
          </p:sp>
          <p:sp>
            <p:nvSpPr>
              <p:cNvPr id="182" name="流程圖: 程序 181"/>
              <p:cNvSpPr/>
              <p:nvPr/>
            </p:nvSpPr>
            <p:spPr>
              <a:xfrm>
                <a:off x="15073354" y="8665858"/>
                <a:ext cx="1810800" cy="500066"/>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eaLnBrk="0" hangingPunct="0"/>
                <a:r>
                  <a:rPr lang="zh-TW" altLang="en-US" sz="1500" dirty="0" smtClean="0">
                    <a:latin typeface="微軟正黑體" panose="020B0604030504040204" pitchFamily="34" charset="-120"/>
                    <a:ea typeface="微軟正黑體" panose="020B0604030504040204" pitchFamily="34" charset="-120"/>
                  </a:rPr>
                  <a:t>進口報關</a:t>
                </a:r>
                <a:endParaRPr lang="zh-TW" altLang="en-US" sz="1500" dirty="0">
                  <a:latin typeface="微軟正黑體" panose="020B0604030504040204" pitchFamily="34" charset="-120"/>
                  <a:ea typeface="微軟正黑體" panose="020B0604030504040204" pitchFamily="34" charset="-120"/>
                </a:endParaRPr>
              </a:p>
            </p:txBody>
          </p:sp>
          <p:sp>
            <p:nvSpPr>
              <p:cNvPr id="183" name="流程圖: 程序 182"/>
              <p:cNvSpPr/>
              <p:nvPr/>
            </p:nvSpPr>
            <p:spPr>
              <a:xfrm>
                <a:off x="15073354" y="9165924"/>
                <a:ext cx="936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endParaRPr lang="zh-TW" altLang="en-US" sz="1500" spc="-1" dirty="0">
                  <a:solidFill>
                    <a:schemeClr val="dk1"/>
                  </a:solidFill>
                  <a:latin typeface="微軟正黑體"/>
                  <a:ea typeface="微軟正黑體"/>
                </a:endParaRPr>
              </a:p>
            </p:txBody>
          </p:sp>
          <p:sp>
            <p:nvSpPr>
              <p:cNvPr id="184" name="流程圖: 程序 183"/>
              <p:cNvSpPr/>
              <p:nvPr/>
            </p:nvSpPr>
            <p:spPr>
              <a:xfrm>
                <a:off x="16007319" y="9165924"/>
                <a:ext cx="882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zh-TW" altLang="en-US" sz="1500" dirty="0" smtClean="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p:txBody>
          </p:sp>
        </p:grpSp>
        <p:grpSp>
          <p:nvGrpSpPr>
            <p:cNvPr id="178" name="Group 220">
              <a:extLst>
                <a:ext uri="{FF2B5EF4-FFF2-40B4-BE49-F238E27FC236}">
                  <a16:creationId xmlns:a16="http://schemas.microsoft.com/office/drawing/2014/main" xmlns="" id="{0C75984D-876F-5104-7AA0-5996E344A44D}"/>
                </a:ext>
              </a:extLst>
            </p:cNvPr>
            <p:cNvGrpSpPr/>
            <p:nvPr/>
          </p:nvGrpSpPr>
          <p:grpSpPr>
            <a:xfrm>
              <a:off x="10344938" y="4366006"/>
              <a:ext cx="533400" cy="408605"/>
              <a:chOff x="5906184" y="1486857"/>
              <a:chExt cx="355600" cy="272361"/>
            </a:xfrm>
          </p:grpSpPr>
          <p:sp>
            <p:nvSpPr>
              <p:cNvPr id="179" name="Oval 221">
                <a:extLst>
                  <a:ext uri="{FF2B5EF4-FFF2-40B4-BE49-F238E27FC236}">
                    <a16:creationId xmlns:a16="http://schemas.microsoft.com/office/drawing/2014/main" xmlns="" id="{6DEF57E8-FD09-6975-8166-901E555739DE}"/>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80" name="TextBox 222">
                <a:extLst>
                  <a:ext uri="{FF2B5EF4-FFF2-40B4-BE49-F238E27FC236}">
                    <a16:creationId xmlns:a16="http://schemas.microsoft.com/office/drawing/2014/main" xmlns="" id="{371D9DE6-3A68-9335-0D4F-1D91177F2DB2}"/>
                  </a:ext>
                </a:extLst>
              </p:cNvPr>
              <p:cNvSpPr txBox="1"/>
              <p:nvPr/>
            </p:nvSpPr>
            <p:spPr>
              <a:xfrm>
                <a:off x="5906184" y="1507079"/>
                <a:ext cx="355600" cy="215410"/>
              </a:xfrm>
              <a:prstGeom prst="rect">
                <a:avLst/>
              </a:prstGeom>
              <a:noFill/>
            </p:spPr>
            <p:txBody>
              <a:bodyPr wrap="square" rtlCol="0">
                <a:spAutoFit/>
              </a:bodyPr>
              <a:lstStyle/>
              <a:p>
                <a:r>
                  <a:rPr lang="en-US" altLang="zh-TW" sz="1500" dirty="0" smtClean="0">
                    <a:latin typeface="微軟正黑體" panose="020B0604030504040204" pitchFamily="34" charset="-120"/>
                    <a:ea typeface="微軟正黑體" panose="020B0604030504040204" pitchFamily="34" charset="-120"/>
                  </a:rPr>
                  <a:t>7</a:t>
                </a:r>
                <a:endParaRPr lang="zh-TW" altLang="en-US" sz="1500" dirty="0">
                  <a:latin typeface="微軟正黑體" panose="020B0604030504040204" pitchFamily="34" charset="-120"/>
                  <a:ea typeface="微軟正黑體" panose="020B0604030504040204" pitchFamily="34" charset="-120"/>
                </a:endParaRPr>
              </a:p>
            </p:txBody>
          </p:sp>
        </p:grpSp>
      </p:grpSp>
      <p:cxnSp>
        <p:nvCxnSpPr>
          <p:cNvPr id="187" name="肘形接點 68">
            <a:extLst>
              <a:ext uri="{FF2B5EF4-FFF2-40B4-BE49-F238E27FC236}">
                <a16:creationId xmlns:a16="http://schemas.microsoft.com/office/drawing/2014/main" xmlns="" id="{455F687E-D5F2-BB6B-9318-21C6E7BF176C}"/>
              </a:ext>
            </a:extLst>
          </p:cNvPr>
          <p:cNvCxnSpPr>
            <a:cxnSpLocks/>
            <a:stCxn id="89" idx="2"/>
            <a:endCxn id="181" idx="0"/>
          </p:cNvCxnSpPr>
          <p:nvPr/>
        </p:nvCxnSpPr>
        <p:spPr>
          <a:xfrm rot="5400000">
            <a:off x="10666174" y="7955607"/>
            <a:ext cx="502998" cy="2985"/>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grpSp>
        <p:nvGrpSpPr>
          <p:cNvPr id="192" name="群組 191"/>
          <p:cNvGrpSpPr>
            <a:grpSpLocks noChangeAspect="1"/>
          </p:cNvGrpSpPr>
          <p:nvPr/>
        </p:nvGrpSpPr>
        <p:grpSpPr>
          <a:xfrm>
            <a:off x="9858380" y="2590799"/>
            <a:ext cx="2162966" cy="1424040"/>
            <a:chOff x="8715372" y="4366006"/>
            <a:chExt cx="2162966" cy="1424040"/>
          </a:xfrm>
        </p:grpSpPr>
        <p:grpSp>
          <p:nvGrpSpPr>
            <p:cNvPr id="193" name="群組 30"/>
            <p:cNvGrpSpPr/>
            <p:nvPr/>
          </p:nvGrpSpPr>
          <p:grpSpPr>
            <a:xfrm>
              <a:off x="8715372" y="4572790"/>
              <a:ext cx="1814856" cy="1217256"/>
              <a:chOff x="15073354" y="8308668"/>
              <a:chExt cx="1814856" cy="1217256"/>
            </a:xfrm>
          </p:grpSpPr>
          <p:sp>
            <p:nvSpPr>
              <p:cNvPr id="197" name="流程圖: 程序 196"/>
              <p:cNvSpPr/>
              <p:nvPr/>
            </p:nvSpPr>
            <p:spPr>
              <a:xfrm>
                <a:off x="15073354" y="8308668"/>
                <a:ext cx="18108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endParaRPr lang="en-GB" sz="1500" b="1" dirty="0">
                  <a:latin typeface="微軟正黑體" panose="020B0604030504040204" pitchFamily="34" charset="-120"/>
                  <a:ea typeface="微軟正黑體" panose="020B0604030504040204" pitchFamily="34" charset="-120"/>
                </a:endParaRPr>
              </a:p>
            </p:txBody>
          </p:sp>
          <p:sp>
            <p:nvSpPr>
              <p:cNvPr id="198" name="流程圖: 程序 197"/>
              <p:cNvSpPr/>
              <p:nvPr/>
            </p:nvSpPr>
            <p:spPr>
              <a:xfrm>
                <a:off x="15073354" y="8665858"/>
                <a:ext cx="1810800" cy="500066"/>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eaLnBrk="0" hangingPunct="0"/>
                <a:r>
                  <a:rPr lang="zh-TW" altLang="en-US" sz="1500" dirty="0" smtClean="0">
                    <a:latin typeface="微軟正黑體" panose="020B0604030504040204" pitchFamily="34" charset="-120"/>
                    <a:ea typeface="微軟正黑體" panose="020B0604030504040204" pitchFamily="34" charset="-120"/>
                  </a:rPr>
                  <a:t>出口報關</a:t>
                </a:r>
                <a:endParaRPr lang="zh-TW" altLang="en-US" sz="1500" dirty="0">
                  <a:latin typeface="微軟正黑體" panose="020B0604030504040204" pitchFamily="34" charset="-120"/>
                  <a:ea typeface="微軟正黑體" panose="020B0604030504040204" pitchFamily="34" charset="-120"/>
                </a:endParaRPr>
              </a:p>
            </p:txBody>
          </p:sp>
          <p:sp>
            <p:nvSpPr>
              <p:cNvPr id="199" name="流程圖: 程序 198"/>
              <p:cNvSpPr/>
              <p:nvPr/>
            </p:nvSpPr>
            <p:spPr>
              <a:xfrm>
                <a:off x="15073354" y="9165924"/>
                <a:ext cx="936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endParaRPr lang="zh-TW" altLang="en-US" sz="1500" spc="-1" dirty="0">
                  <a:solidFill>
                    <a:schemeClr val="dk1"/>
                  </a:solidFill>
                  <a:latin typeface="微軟正黑體"/>
                  <a:ea typeface="微軟正黑體"/>
                </a:endParaRPr>
              </a:p>
            </p:txBody>
          </p:sp>
          <p:sp>
            <p:nvSpPr>
              <p:cNvPr id="200" name="流程圖: 程序 199"/>
              <p:cNvSpPr/>
              <p:nvPr/>
            </p:nvSpPr>
            <p:spPr>
              <a:xfrm>
                <a:off x="16006210" y="9165924"/>
                <a:ext cx="882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zh-TW" altLang="en-US" sz="1500" dirty="0" smtClean="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p:txBody>
          </p:sp>
        </p:grpSp>
        <p:grpSp>
          <p:nvGrpSpPr>
            <p:cNvPr id="194" name="Group 220">
              <a:extLst>
                <a:ext uri="{FF2B5EF4-FFF2-40B4-BE49-F238E27FC236}">
                  <a16:creationId xmlns:a16="http://schemas.microsoft.com/office/drawing/2014/main" xmlns="" id="{0C75984D-876F-5104-7AA0-5996E344A44D}"/>
                </a:ext>
              </a:extLst>
            </p:cNvPr>
            <p:cNvGrpSpPr/>
            <p:nvPr/>
          </p:nvGrpSpPr>
          <p:grpSpPr>
            <a:xfrm>
              <a:off x="10344938" y="4366006"/>
              <a:ext cx="533400" cy="408605"/>
              <a:chOff x="5906184" y="1486857"/>
              <a:chExt cx="355600" cy="272361"/>
            </a:xfrm>
          </p:grpSpPr>
          <p:sp>
            <p:nvSpPr>
              <p:cNvPr id="195" name="Oval 221">
                <a:extLst>
                  <a:ext uri="{FF2B5EF4-FFF2-40B4-BE49-F238E27FC236}">
                    <a16:creationId xmlns:a16="http://schemas.microsoft.com/office/drawing/2014/main" xmlns="" id="{6DEF57E8-FD09-6975-8166-901E555739DE}"/>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196" name="TextBox 222">
                <a:extLst>
                  <a:ext uri="{FF2B5EF4-FFF2-40B4-BE49-F238E27FC236}">
                    <a16:creationId xmlns:a16="http://schemas.microsoft.com/office/drawing/2014/main" xmlns="" id="{371D9DE6-3A68-9335-0D4F-1D91177F2DB2}"/>
                  </a:ext>
                </a:extLst>
              </p:cNvPr>
              <p:cNvSpPr txBox="1"/>
              <p:nvPr/>
            </p:nvSpPr>
            <p:spPr>
              <a:xfrm>
                <a:off x="5906184" y="1507079"/>
                <a:ext cx="355600" cy="215410"/>
              </a:xfrm>
              <a:prstGeom prst="rect">
                <a:avLst/>
              </a:prstGeom>
              <a:noFill/>
            </p:spPr>
            <p:txBody>
              <a:bodyPr wrap="square" rtlCol="0">
                <a:spAutoFit/>
              </a:bodyPr>
              <a:lstStyle/>
              <a:p>
                <a:r>
                  <a:rPr lang="en-US" altLang="zh-TW" sz="1500" dirty="0" smtClean="0">
                    <a:latin typeface="微軟正黑體" panose="020B0604030504040204" pitchFamily="34" charset="-120"/>
                    <a:ea typeface="微軟正黑體" panose="020B0604030504040204" pitchFamily="34" charset="-120"/>
                  </a:rPr>
                  <a:t>6</a:t>
                </a:r>
                <a:endParaRPr lang="zh-TW" altLang="en-US" sz="1500" dirty="0">
                  <a:latin typeface="微軟正黑體" panose="020B0604030504040204" pitchFamily="34" charset="-120"/>
                  <a:ea typeface="微軟正黑體" panose="020B0604030504040204" pitchFamily="34" charset="-120"/>
                </a:endParaRPr>
              </a:p>
            </p:txBody>
          </p:sp>
        </p:grpSp>
      </p:grpSp>
      <p:grpSp>
        <p:nvGrpSpPr>
          <p:cNvPr id="218" name="群組 30"/>
          <p:cNvGrpSpPr/>
          <p:nvPr/>
        </p:nvGrpSpPr>
        <p:grpSpPr>
          <a:xfrm>
            <a:off x="7358050" y="6668861"/>
            <a:ext cx="1814856" cy="1217256"/>
            <a:chOff x="15073354" y="8308668"/>
            <a:chExt cx="1814856" cy="1217256"/>
          </a:xfrm>
        </p:grpSpPr>
        <p:sp>
          <p:nvSpPr>
            <p:cNvPr id="223" name="流程圖: 程序 222"/>
            <p:cNvSpPr/>
            <p:nvPr/>
          </p:nvSpPr>
          <p:spPr>
            <a:xfrm>
              <a:off x="15073354" y="8308668"/>
              <a:ext cx="18108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endParaRPr lang="en-GB" sz="1500" b="1" dirty="0">
                <a:latin typeface="微軟正黑體" panose="020B0604030504040204" pitchFamily="34" charset="-120"/>
                <a:ea typeface="微軟正黑體" panose="020B0604030504040204" pitchFamily="34" charset="-120"/>
              </a:endParaRPr>
            </a:p>
          </p:txBody>
        </p:sp>
        <p:sp>
          <p:nvSpPr>
            <p:cNvPr id="224" name="流程圖: 程序 223"/>
            <p:cNvSpPr/>
            <p:nvPr/>
          </p:nvSpPr>
          <p:spPr>
            <a:xfrm>
              <a:off x="15073354" y="8665858"/>
              <a:ext cx="1810800" cy="500066"/>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eaLnBrk="0" hangingPunct="0"/>
              <a:r>
                <a:rPr lang="zh-TW" altLang="en-US" sz="1500" dirty="0" smtClean="0">
                  <a:latin typeface="微軟正黑體" panose="020B0604030504040204" pitchFamily="34" charset="-120"/>
                  <a:ea typeface="微軟正黑體" panose="020B0604030504040204" pitchFamily="34" charset="-120"/>
                </a:rPr>
                <a:t>廠商通知已維修</a:t>
              </a:r>
              <a:r>
                <a:rPr lang="en-US" altLang="zh-TW" sz="1500" dirty="0" smtClean="0">
                  <a:latin typeface="微軟正黑體" panose="020B0604030504040204" pitchFamily="34" charset="-120"/>
                  <a:ea typeface="微軟正黑體" panose="020B0604030504040204" pitchFamily="34" charset="-120"/>
                </a:rPr>
                <a:t>OK</a:t>
              </a:r>
              <a:endParaRPr lang="zh-TW" altLang="en-US" sz="1500" dirty="0">
                <a:latin typeface="微軟正黑體" panose="020B0604030504040204" pitchFamily="34" charset="-120"/>
                <a:ea typeface="微軟正黑體" panose="020B0604030504040204" pitchFamily="34" charset="-120"/>
              </a:endParaRPr>
            </a:p>
          </p:txBody>
        </p:sp>
        <p:sp>
          <p:nvSpPr>
            <p:cNvPr id="225" name="流程圖: 程序 224"/>
            <p:cNvSpPr/>
            <p:nvPr/>
          </p:nvSpPr>
          <p:spPr>
            <a:xfrm>
              <a:off x="15073354" y="9165924"/>
              <a:ext cx="936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endParaRPr lang="zh-TW" altLang="en-US" sz="1500" spc="-1" dirty="0">
                <a:solidFill>
                  <a:schemeClr val="dk1"/>
                </a:solidFill>
                <a:latin typeface="微軟正黑體"/>
                <a:ea typeface="微軟正黑體"/>
              </a:endParaRPr>
            </a:p>
          </p:txBody>
        </p:sp>
        <p:sp>
          <p:nvSpPr>
            <p:cNvPr id="226" name="流程圖: 程序 225"/>
            <p:cNvSpPr/>
            <p:nvPr/>
          </p:nvSpPr>
          <p:spPr>
            <a:xfrm>
              <a:off x="16006210" y="9165924"/>
              <a:ext cx="882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zh-TW" altLang="en-US" sz="1500" dirty="0" smtClean="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p:txBody>
        </p:sp>
      </p:grpSp>
      <p:cxnSp>
        <p:nvCxnSpPr>
          <p:cNvPr id="236" name="肘形接點 68">
            <a:extLst>
              <a:ext uri="{FF2B5EF4-FFF2-40B4-BE49-F238E27FC236}">
                <a16:creationId xmlns:a16="http://schemas.microsoft.com/office/drawing/2014/main" xmlns="" id="{455F687E-D5F2-BB6B-9318-21C6E7BF176C}"/>
              </a:ext>
            </a:extLst>
          </p:cNvPr>
          <p:cNvCxnSpPr>
            <a:cxnSpLocks/>
            <a:endCxn id="121" idx="2"/>
          </p:cNvCxnSpPr>
          <p:nvPr/>
        </p:nvCxnSpPr>
        <p:spPr>
          <a:xfrm rot="5400000" flipH="1" flipV="1">
            <a:off x="11611935" y="7490132"/>
            <a:ext cx="1670800" cy="1251510"/>
          </a:xfrm>
          <a:prstGeom prst="bentConnector2">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48" name="肘形接點 68">
            <a:extLst>
              <a:ext uri="{FF2B5EF4-FFF2-40B4-BE49-F238E27FC236}">
                <a16:creationId xmlns:a16="http://schemas.microsoft.com/office/drawing/2014/main" xmlns="" id="{455F687E-D5F2-BB6B-9318-21C6E7BF176C}"/>
              </a:ext>
            </a:extLst>
          </p:cNvPr>
          <p:cNvCxnSpPr>
            <a:cxnSpLocks/>
            <a:stCxn id="224" idx="3"/>
            <a:endCxn id="89" idx="1"/>
          </p:cNvCxnSpPr>
          <p:nvPr/>
        </p:nvCxnSpPr>
        <p:spPr>
          <a:xfrm flipV="1">
            <a:off x="9168850" y="7274563"/>
            <a:ext cx="964649" cy="1521"/>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grpSp>
        <p:nvGrpSpPr>
          <p:cNvPr id="267" name="群組 266"/>
          <p:cNvGrpSpPr>
            <a:grpSpLocks noChangeAspect="1"/>
          </p:cNvGrpSpPr>
          <p:nvPr/>
        </p:nvGrpSpPr>
        <p:grpSpPr>
          <a:xfrm>
            <a:off x="2857456" y="1786708"/>
            <a:ext cx="2162966" cy="1424040"/>
            <a:chOff x="8715372" y="4366006"/>
            <a:chExt cx="2162966" cy="1424040"/>
          </a:xfrm>
        </p:grpSpPr>
        <p:grpSp>
          <p:nvGrpSpPr>
            <p:cNvPr id="268" name="群組 30"/>
            <p:cNvGrpSpPr/>
            <p:nvPr/>
          </p:nvGrpSpPr>
          <p:grpSpPr>
            <a:xfrm>
              <a:off x="8715372" y="4572790"/>
              <a:ext cx="1814856" cy="1217256"/>
              <a:chOff x="15073354" y="8308668"/>
              <a:chExt cx="1814856" cy="1217256"/>
            </a:xfrm>
          </p:grpSpPr>
          <p:sp>
            <p:nvSpPr>
              <p:cNvPr id="272" name="流程圖: 程序 271"/>
              <p:cNvSpPr/>
              <p:nvPr/>
            </p:nvSpPr>
            <p:spPr>
              <a:xfrm>
                <a:off x="15073354" y="8308668"/>
                <a:ext cx="18108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endParaRPr lang="en-GB" sz="1500" b="1" dirty="0">
                  <a:latin typeface="微軟正黑體" panose="020B0604030504040204" pitchFamily="34" charset="-120"/>
                  <a:ea typeface="微軟正黑體" panose="020B0604030504040204" pitchFamily="34" charset="-120"/>
                </a:endParaRPr>
              </a:p>
            </p:txBody>
          </p:sp>
          <p:sp>
            <p:nvSpPr>
              <p:cNvPr id="273" name="流程圖: 程序 272"/>
              <p:cNvSpPr/>
              <p:nvPr/>
            </p:nvSpPr>
            <p:spPr>
              <a:xfrm>
                <a:off x="15073354" y="8665858"/>
                <a:ext cx="1810800" cy="500066"/>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eaLnBrk="0" hangingPunct="0"/>
                <a:r>
                  <a:rPr lang="zh-TW" altLang="en-US" sz="1500" dirty="0" smtClean="0">
                    <a:latin typeface="微軟正黑體" panose="020B0604030504040204" pitchFamily="34" charset="-120"/>
                    <a:ea typeface="微軟正黑體" panose="020B0604030504040204" pitchFamily="34" charset="-120"/>
                  </a:rPr>
                  <a:t>提出維修申請單</a:t>
                </a:r>
                <a:endParaRPr lang="zh-TW" altLang="en-US" sz="1500" dirty="0">
                  <a:latin typeface="微軟正黑體" panose="020B0604030504040204" pitchFamily="34" charset="-120"/>
                  <a:ea typeface="微軟正黑體" panose="020B0604030504040204" pitchFamily="34" charset="-120"/>
                </a:endParaRPr>
              </a:p>
            </p:txBody>
          </p:sp>
          <p:sp>
            <p:nvSpPr>
              <p:cNvPr id="274" name="流程圖: 程序 273"/>
              <p:cNvSpPr/>
              <p:nvPr/>
            </p:nvSpPr>
            <p:spPr>
              <a:xfrm>
                <a:off x="15073354" y="9165924"/>
                <a:ext cx="936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endParaRPr lang="zh-TW" altLang="en-US" sz="1500" spc="-1" dirty="0">
                  <a:solidFill>
                    <a:schemeClr val="dk1"/>
                  </a:solidFill>
                  <a:latin typeface="微軟正黑體"/>
                  <a:ea typeface="微軟正黑體"/>
                </a:endParaRPr>
              </a:p>
            </p:txBody>
          </p:sp>
          <p:sp>
            <p:nvSpPr>
              <p:cNvPr id="278" name="流程圖: 程序 277"/>
              <p:cNvSpPr/>
              <p:nvPr/>
            </p:nvSpPr>
            <p:spPr>
              <a:xfrm>
                <a:off x="16006210" y="9165924"/>
                <a:ext cx="882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zh-TW" altLang="en-US" sz="1500" dirty="0" smtClean="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p:txBody>
          </p:sp>
        </p:grpSp>
        <p:grpSp>
          <p:nvGrpSpPr>
            <p:cNvPr id="269" name="Group 220">
              <a:extLst>
                <a:ext uri="{FF2B5EF4-FFF2-40B4-BE49-F238E27FC236}">
                  <a16:creationId xmlns:a16="http://schemas.microsoft.com/office/drawing/2014/main" xmlns="" id="{0C75984D-876F-5104-7AA0-5996E344A44D}"/>
                </a:ext>
              </a:extLst>
            </p:cNvPr>
            <p:cNvGrpSpPr/>
            <p:nvPr/>
          </p:nvGrpSpPr>
          <p:grpSpPr>
            <a:xfrm>
              <a:off x="10344938" y="4366006"/>
              <a:ext cx="533400" cy="408605"/>
              <a:chOff x="5906184" y="1486857"/>
              <a:chExt cx="355600" cy="272361"/>
            </a:xfrm>
          </p:grpSpPr>
          <p:sp>
            <p:nvSpPr>
              <p:cNvPr id="270" name="Oval 221">
                <a:extLst>
                  <a:ext uri="{FF2B5EF4-FFF2-40B4-BE49-F238E27FC236}">
                    <a16:creationId xmlns:a16="http://schemas.microsoft.com/office/drawing/2014/main" xmlns="" id="{6DEF57E8-FD09-6975-8166-901E555739DE}"/>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71" name="TextBox 222">
                <a:extLst>
                  <a:ext uri="{FF2B5EF4-FFF2-40B4-BE49-F238E27FC236}">
                    <a16:creationId xmlns:a16="http://schemas.microsoft.com/office/drawing/2014/main" xmlns="" id="{371D9DE6-3A68-9335-0D4F-1D91177F2DB2}"/>
                  </a:ext>
                </a:extLst>
              </p:cNvPr>
              <p:cNvSpPr txBox="1"/>
              <p:nvPr/>
            </p:nvSpPr>
            <p:spPr>
              <a:xfrm>
                <a:off x="5906184" y="1507079"/>
                <a:ext cx="355600" cy="215410"/>
              </a:xfrm>
              <a:prstGeom prst="rect">
                <a:avLst/>
              </a:prstGeom>
              <a:noFill/>
            </p:spPr>
            <p:txBody>
              <a:bodyPr wrap="square" rtlCol="0">
                <a:spAutoFit/>
              </a:bodyPr>
              <a:lstStyle/>
              <a:p>
                <a:r>
                  <a:rPr lang="en-US" altLang="zh-TW" sz="1500" dirty="0" smtClean="0">
                    <a:latin typeface="微軟正黑體" panose="020B0604030504040204" pitchFamily="34" charset="-120"/>
                    <a:ea typeface="微軟正黑體" panose="020B0604030504040204" pitchFamily="34" charset="-120"/>
                  </a:rPr>
                  <a:t>1</a:t>
                </a:r>
                <a:endParaRPr lang="zh-TW" altLang="en-US" sz="1500" dirty="0">
                  <a:latin typeface="微軟正黑體" panose="020B0604030504040204" pitchFamily="34" charset="-120"/>
                  <a:ea typeface="微軟正黑體" panose="020B0604030504040204" pitchFamily="34" charset="-120"/>
                </a:endParaRPr>
              </a:p>
            </p:txBody>
          </p:sp>
        </p:grpSp>
      </p:grpSp>
      <p:grpSp>
        <p:nvGrpSpPr>
          <p:cNvPr id="279" name="群組 278"/>
          <p:cNvGrpSpPr>
            <a:grpSpLocks noChangeAspect="1"/>
          </p:cNvGrpSpPr>
          <p:nvPr/>
        </p:nvGrpSpPr>
        <p:grpSpPr>
          <a:xfrm>
            <a:off x="6301760" y="1715270"/>
            <a:ext cx="2162966" cy="1424040"/>
            <a:chOff x="8715372" y="4366006"/>
            <a:chExt cx="2162966" cy="1424040"/>
          </a:xfrm>
        </p:grpSpPr>
        <p:grpSp>
          <p:nvGrpSpPr>
            <p:cNvPr id="280" name="群組 30"/>
            <p:cNvGrpSpPr/>
            <p:nvPr/>
          </p:nvGrpSpPr>
          <p:grpSpPr>
            <a:xfrm>
              <a:off x="8715372" y="4572790"/>
              <a:ext cx="1814856" cy="1217256"/>
              <a:chOff x="15073354" y="8308668"/>
              <a:chExt cx="1814856" cy="1217256"/>
            </a:xfrm>
          </p:grpSpPr>
          <p:sp>
            <p:nvSpPr>
              <p:cNvPr id="285" name="流程圖: 程序 284"/>
              <p:cNvSpPr/>
              <p:nvPr/>
            </p:nvSpPr>
            <p:spPr>
              <a:xfrm>
                <a:off x="15073354" y="8308668"/>
                <a:ext cx="18108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endParaRPr lang="en-GB" sz="1500" b="1" dirty="0">
                  <a:latin typeface="微軟正黑體" panose="020B0604030504040204" pitchFamily="34" charset="-120"/>
                  <a:ea typeface="微軟正黑體" panose="020B0604030504040204" pitchFamily="34" charset="-120"/>
                </a:endParaRPr>
              </a:p>
            </p:txBody>
          </p:sp>
          <p:sp>
            <p:nvSpPr>
              <p:cNvPr id="286" name="流程圖: 程序 285"/>
              <p:cNvSpPr/>
              <p:nvPr/>
            </p:nvSpPr>
            <p:spPr>
              <a:xfrm>
                <a:off x="15073354" y="8665858"/>
                <a:ext cx="1810800" cy="500066"/>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eaLnBrk="0" hangingPunct="0"/>
                <a:r>
                  <a:rPr lang="zh-TW" altLang="en-US" sz="1500" dirty="0" smtClean="0">
                    <a:latin typeface="微軟正黑體" panose="020B0604030504040204" pitchFamily="34" charset="-120"/>
                    <a:ea typeface="微軟正黑體" panose="020B0604030504040204" pitchFamily="34" charset="-120"/>
                  </a:rPr>
                  <a:t>可自行維修</a:t>
                </a:r>
                <a:endParaRPr lang="zh-TW" altLang="en-US" sz="1500" dirty="0">
                  <a:latin typeface="微軟正黑體" panose="020B0604030504040204" pitchFamily="34" charset="-120"/>
                  <a:ea typeface="微軟正黑體" panose="020B0604030504040204" pitchFamily="34" charset="-120"/>
                </a:endParaRPr>
              </a:p>
            </p:txBody>
          </p:sp>
          <p:sp>
            <p:nvSpPr>
              <p:cNvPr id="288" name="流程圖: 程序 287"/>
              <p:cNvSpPr/>
              <p:nvPr/>
            </p:nvSpPr>
            <p:spPr>
              <a:xfrm>
                <a:off x="15073354" y="9165924"/>
                <a:ext cx="936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endParaRPr lang="zh-TW" altLang="en-US" sz="1500" spc="-1" dirty="0">
                  <a:solidFill>
                    <a:schemeClr val="dk1"/>
                  </a:solidFill>
                  <a:latin typeface="微軟正黑體"/>
                  <a:ea typeface="微軟正黑體"/>
                </a:endParaRPr>
              </a:p>
            </p:txBody>
          </p:sp>
          <p:sp>
            <p:nvSpPr>
              <p:cNvPr id="290" name="流程圖: 程序 289"/>
              <p:cNvSpPr/>
              <p:nvPr/>
            </p:nvSpPr>
            <p:spPr>
              <a:xfrm>
                <a:off x="16006210" y="9165924"/>
                <a:ext cx="882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zh-TW" altLang="en-US" sz="1500" dirty="0" smtClean="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p:txBody>
          </p:sp>
        </p:grpSp>
        <p:grpSp>
          <p:nvGrpSpPr>
            <p:cNvPr id="281" name="Group 220">
              <a:extLst>
                <a:ext uri="{FF2B5EF4-FFF2-40B4-BE49-F238E27FC236}">
                  <a16:creationId xmlns:a16="http://schemas.microsoft.com/office/drawing/2014/main" xmlns="" id="{0C75984D-876F-5104-7AA0-5996E344A44D}"/>
                </a:ext>
              </a:extLst>
            </p:cNvPr>
            <p:cNvGrpSpPr/>
            <p:nvPr/>
          </p:nvGrpSpPr>
          <p:grpSpPr>
            <a:xfrm>
              <a:off x="10344938" y="4366006"/>
              <a:ext cx="533400" cy="408605"/>
              <a:chOff x="5906184" y="1486857"/>
              <a:chExt cx="355600" cy="272361"/>
            </a:xfrm>
          </p:grpSpPr>
          <p:sp>
            <p:nvSpPr>
              <p:cNvPr id="283" name="Oval 221">
                <a:extLst>
                  <a:ext uri="{FF2B5EF4-FFF2-40B4-BE49-F238E27FC236}">
                    <a16:creationId xmlns:a16="http://schemas.microsoft.com/office/drawing/2014/main" xmlns="" id="{6DEF57E8-FD09-6975-8166-901E555739DE}"/>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dirty="0"/>
              </a:p>
            </p:txBody>
          </p:sp>
          <p:sp>
            <p:nvSpPr>
              <p:cNvPr id="284" name="TextBox 222">
                <a:extLst>
                  <a:ext uri="{FF2B5EF4-FFF2-40B4-BE49-F238E27FC236}">
                    <a16:creationId xmlns:a16="http://schemas.microsoft.com/office/drawing/2014/main" xmlns="" id="{371D9DE6-3A68-9335-0D4F-1D91177F2DB2}"/>
                  </a:ext>
                </a:extLst>
              </p:cNvPr>
              <p:cNvSpPr txBox="1"/>
              <p:nvPr/>
            </p:nvSpPr>
            <p:spPr>
              <a:xfrm>
                <a:off x="5906184" y="1507079"/>
                <a:ext cx="355600" cy="215410"/>
              </a:xfrm>
              <a:prstGeom prst="rect">
                <a:avLst/>
              </a:prstGeom>
              <a:noFill/>
            </p:spPr>
            <p:txBody>
              <a:bodyPr wrap="square" rtlCol="0">
                <a:spAutoFit/>
              </a:bodyPr>
              <a:lstStyle/>
              <a:p>
                <a:r>
                  <a:rPr lang="en-US" altLang="zh-TW" sz="1500" dirty="0" smtClean="0">
                    <a:latin typeface="微軟正黑體" panose="020B0604030504040204" pitchFamily="34" charset="-120"/>
                    <a:ea typeface="微軟正黑體" panose="020B0604030504040204" pitchFamily="34" charset="-120"/>
                  </a:rPr>
                  <a:t>2</a:t>
                </a:r>
                <a:endParaRPr lang="zh-TW" altLang="en-US" sz="1500" dirty="0">
                  <a:latin typeface="微軟正黑體" panose="020B0604030504040204" pitchFamily="34" charset="-120"/>
                  <a:ea typeface="微軟正黑體" panose="020B0604030504040204" pitchFamily="34" charset="-120"/>
                </a:endParaRPr>
              </a:p>
            </p:txBody>
          </p:sp>
        </p:grpSp>
      </p:grpSp>
      <p:grpSp>
        <p:nvGrpSpPr>
          <p:cNvPr id="311" name="群組 310"/>
          <p:cNvGrpSpPr>
            <a:grpSpLocks noChangeAspect="1"/>
          </p:cNvGrpSpPr>
          <p:nvPr/>
        </p:nvGrpSpPr>
        <p:grpSpPr>
          <a:xfrm>
            <a:off x="5379052" y="6531160"/>
            <a:ext cx="2162966" cy="1393702"/>
            <a:chOff x="8715372" y="4396344"/>
            <a:chExt cx="2162966" cy="1393702"/>
          </a:xfrm>
        </p:grpSpPr>
        <p:grpSp>
          <p:nvGrpSpPr>
            <p:cNvPr id="312" name="群組 30"/>
            <p:cNvGrpSpPr/>
            <p:nvPr/>
          </p:nvGrpSpPr>
          <p:grpSpPr>
            <a:xfrm>
              <a:off x="8715372" y="4572790"/>
              <a:ext cx="1814856" cy="1217256"/>
              <a:chOff x="15073354" y="8308668"/>
              <a:chExt cx="1814856" cy="1217256"/>
            </a:xfrm>
          </p:grpSpPr>
          <p:sp>
            <p:nvSpPr>
              <p:cNvPr id="317" name="流程圖: 程序 316"/>
              <p:cNvSpPr/>
              <p:nvPr/>
            </p:nvSpPr>
            <p:spPr>
              <a:xfrm>
                <a:off x="15073354" y="8308668"/>
                <a:ext cx="18108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endParaRPr lang="en-GB" sz="1500" b="1" dirty="0">
                  <a:latin typeface="微軟正黑體" panose="020B0604030504040204" pitchFamily="34" charset="-120"/>
                  <a:ea typeface="微軟正黑體" panose="020B0604030504040204" pitchFamily="34" charset="-120"/>
                </a:endParaRPr>
              </a:p>
            </p:txBody>
          </p:sp>
          <p:sp>
            <p:nvSpPr>
              <p:cNvPr id="318" name="流程圖: 程序 317"/>
              <p:cNvSpPr/>
              <p:nvPr/>
            </p:nvSpPr>
            <p:spPr>
              <a:xfrm>
                <a:off x="15073354" y="8665858"/>
                <a:ext cx="1810800" cy="500066"/>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eaLnBrk="0" hangingPunct="0"/>
                <a:r>
                  <a:rPr lang="zh-TW" altLang="en-US" sz="1500" dirty="0" smtClean="0">
                    <a:latin typeface="微軟正黑體" panose="020B0604030504040204" pitchFamily="34" charset="-120"/>
                    <a:ea typeface="微軟正黑體" panose="020B0604030504040204" pitchFamily="34" charset="-120"/>
                  </a:rPr>
                  <a:t>維修驗證試機</a:t>
                </a:r>
                <a:r>
                  <a:rPr lang="en-US" altLang="zh-TW" sz="1500" dirty="0" smtClean="0">
                    <a:latin typeface="微軟正黑體" panose="020B0604030504040204" pitchFamily="34" charset="-120"/>
                    <a:ea typeface="微軟正黑體" panose="020B0604030504040204" pitchFamily="34" charset="-120"/>
                  </a:rPr>
                  <a:t>OK</a:t>
                </a:r>
                <a:endParaRPr lang="zh-TW" altLang="en-US" sz="1500" dirty="0">
                  <a:latin typeface="微軟正黑體" panose="020B0604030504040204" pitchFamily="34" charset="-120"/>
                  <a:ea typeface="微軟正黑體" panose="020B0604030504040204" pitchFamily="34" charset="-120"/>
                </a:endParaRPr>
              </a:p>
            </p:txBody>
          </p:sp>
          <p:sp>
            <p:nvSpPr>
              <p:cNvPr id="319" name="流程圖: 程序 318"/>
              <p:cNvSpPr/>
              <p:nvPr/>
            </p:nvSpPr>
            <p:spPr>
              <a:xfrm>
                <a:off x="15073354" y="9165924"/>
                <a:ext cx="936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endParaRPr lang="zh-TW" altLang="en-US" sz="1500" spc="-1" dirty="0">
                  <a:solidFill>
                    <a:schemeClr val="dk1"/>
                  </a:solidFill>
                  <a:latin typeface="微軟正黑體"/>
                  <a:ea typeface="微軟正黑體"/>
                </a:endParaRPr>
              </a:p>
            </p:txBody>
          </p:sp>
          <p:sp>
            <p:nvSpPr>
              <p:cNvPr id="322" name="流程圖: 程序 321"/>
              <p:cNvSpPr/>
              <p:nvPr/>
            </p:nvSpPr>
            <p:spPr>
              <a:xfrm>
                <a:off x="16006210" y="9165924"/>
                <a:ext cx="882000" cy="360000"/>
              </a:xfrm>
              <a:prstGeom prst="flowChart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a:r>
                  <a:rPr lang="zh-TW" altLang="en-US" sz="1500" dirty="0" smtClean="0">
                    <a:latin typeface="微軟正黑體" panose="020B0604030504040204" pitchFamily="34" charset="-120"/>
                    <a:ea typeface="微軟正黑體" panose="020B0604030504040204" pitchFamily="34" charset="-120"/>
                  </a:rPr>
                  <a:t>手動</a:t>
                </a:r>
                <a:endParaRPr lang="en-GB" sz="1500" dirty="0">
                  <a:latin typeface="微軟正黑體" panose="020B0604030504040204" pitchFamily="34" charset="-120"/>
                  <a:ea typeface="微軟正黑體" panose="020B0604030504040204" pitchFamily="34" charset="-120"/>
                </a:endParaRPr>
              </a:p>
            </p:txBody>
          </p:sp>
        </p:grpSp>
        <p:sp>
          <p:nvSpPr>
            <p:cNvPr id="316" name="TextBox 222">
              <a:extLst>
                <a:ext uri="{FF2B5EF4-FFF2-40B4-BE49-F238E27FC236}">
                  <a16:creationId xmlns:a16="http://schemas.microsoft.com/office/drawing/2014/main" xmlns="" id="{371D9DE6-3A68-9335-0D4F-1D91177F2DB2}"/>
                </a:ext>
              </a:extLst>
            </p:cNvPr>
            <p:cNvSpPr txBox="1"/>
            <p:nvPr/>
          </p:nvSpPr>
          <p:spPr>
            <a:xfrm>
              <a:off x="10344938" y="4396344"/>
              <a:ext cx="533400" cy="323165"/>
            </a:xfrm>
            <a:prstGeom prst="rect">
              <a:avLst/>
            </a:prstGeom>
            <a:noFill/>
          </p:spPr>
          <p:txBody>
            <a:bodyPr wrap="square" rtlCol="0">
              <a:spAutoFit/>
            </a:bodyPr>
            <a:lstStyle/>
            <a:p>
              <a:r>
                <a:rPr lang="en-US" altLang="zh-TW" sz="1500" dirty="0" smtClean="0">
                  <a:latin typeface="微軟正黑體" panose="020B0604030504040204" pitchFamily="34" charset="-120"/>
                  <a:ea typeface="微軟正黑體" panose="020B0604030504040204" pitchFamily="34" charset="-120"/>
                </a:rPr>
                <a:t>7</a:t>
              </a:r>
              <a:endParaRPr lang="zh-TW" altLang="en-US" sz="1500" dirty="0">
                <a:latin typeface="微軟正黑體" panose="020B0604030504040204" pitchFamily="34" charset="-120"/>
                <a:ea typeface="微軟正黑體" panose="020B0604030504040204" pitchFamily="34" charset="-120"/>
              </a:endParaRPr>
            </a:p>
          </p:txBody>
        </p:sp>
      </p:grpSp>
      <p:sp>
        <p:nvSpPr>
          <p:cNvPr id="130" name="流程圖: 預設處理作業 21">
            <a:extLst>
              <a:ext uri="{FF2B5EF4-FFF2-40B4-BE49-F238E27FC236}">
                <a16:creationId xmlns:a16="http://schemas.microsoft.com/office/drawing/2014/main" xmlns="" id="{EC3EEF55-D5C1-D856-62E9-55E670DEFF86}"/>
              </a:ext>
            </a:extLst>
          </p:cNvPr>
          <p:cNvSpPr/>
          <p:nvPr/>
        </p:nvSpPr>
        <p:spPr bwMode="auto">
          <a:xfrm>
            <a:off x="12501586" y="7858938"/>
            <a:ext cx="1785950" cy="1143008"/>
          </a:xfrm>
          <a:prstGeom prst="flowChartPredefinedProcess">
            <a:avLst/>
          </a:prstGeom>
          <a:solidFill>
            <a:schemeClr val="bg1"/>
          </a:solidFill>
          <a:ln w="3175">
            <a:solidFill>
              <a:schemeClr val="tx1"/>
            </a:solidFill>
            <a:miter lim="800000"/>
            <a:headEnd/>
            <a:tailEnd/>
          </a:ln>
          <a:effectLst>
            <a:outerShdw dist="85194" dir="1593903" algn="ctr" rotWithShape="0">
              <a:schemeClr val="bg2">
                <a:alpha val="50000"/>
              </a:schemeClr>
            </a:outerShdw>
          </a:effectLst>
        </p:spPr>
        <p:txBody>
          <a:bodyPr wrap="none" lIns="101882" tIns="50941" rIns="101882" bIns="50941" rtlCol="0" anchor="ctr"/>
          <a:lstStyle/>
          <a:p>
            <a:pPr algn="ctr" eaLnBrk="0" hangingPunct="0"/>
            <a:endParaRPr kumimoji="0" lang="en-US" altLang="zh-TW" sz="1000" dirty="0">
              <a:latin typeface="微軟正黑體" panose="020B0604030504040204" pitchFamily="34" charset="-120"/>
              <a:ea typeface="微軟正黑體" panose="020B0604030504040204" pitchFamily="34" charset="-120"/>
            </a:endParaRPr>
          </a:p>
          <a:p>
            <a:pPr algn="ctr" eaLnBrk="0" hangingPunct="0"/>
            <a:r>
              <a:rPr lang="en-US" altLang="zh-TW" sz="1500" dirty="0">
                <a:latin typeface="微軟正黑體" panose="020B0604030504040204" pitchFamily="34" charset="-120"/>
                <a:ea typeface="微軟正黑體" panose="020B0604030504040204" pitchFamily="34" charset="-120"/>
              </a:rPr>
              <a:t>MM-PU-0040</a:t>
            </a:r>
          </a:p>
          <a:p>
            <a:pPr algn="ctr" eaLnBrk="0" hangingPunct="0"/>
            <a:r>
              <a:rPr lang="zh-TW" altLang="en-US" sz="1500" dirty="0">
                <a:latin typeface="微軟正黑體" panose="020B0604030504040204" pitchFamily="34" charset="-120"/>
                <a:ea typeface="微軟正黑體" panose="020B0604030504040204" pitchFamily="34" charset="-120"/>
              </a:rPr>
              <a:t>庶務性請採購</a:t>
            </a:r>
            <a:endParaRPr lang="en-US" altLang="zh-TW" sz="1500" dirty="0">
              <a:latin typeface="微軟正黑體" panose="020B0604030504040204" pitchFamily="34" charset="-120"/>
              <a:ea typeface="微軟正黑體" panose="020B0604030504040204" pitchFamily="34" charset="-120"/>
            </a:endParaRPr>
          </a:p>
          <a:p>
            <a:pPr algn="ctr" eaLnBrk="0" hangingPunct="0"/>
            <a:endParaRPr lang="en-US" altLang="zh-TW" sz="1500" dirty="0">
              <a:latin typeface="微軟正黑體" panose="020B0604030504040204" pitchFamily="34" charset="-120"/>
              <a:ea typeface="微軟正黑體" panose="020B0604030504040204" pitchFamily="34" charset="-120"/>
            </a:endParaRPr>
          </a:p>
        </p:txBody>
      </p:sp>
      <p:cxnSp>
        <p:nvCxnSpPr>
          <p:cNvPr id="131" name="肘形接點 68">
            <a:extLst>
              <a:ext uri="{FF2B5EF4-FFF2-40B4-BE49-F238E27FC236}">
                <a16:creationId xmlns:a16="http://schemas.microsoft.com/office/drawing/2014/main" xmlns="" id="{0A1F94A8-7D8A-5D1D-532B-097A7DB78476}"/>
              </a:ext>
            </a:extLst>
          </p:cNvPr>
          <p:cNvCxnSpPr>
            <a:cxnSpLocks/>
            <a:endCxn id="130" idx="1"/>
          </p:cNvCxnSpPr>
          <p:nvPr/>
        </p:nvCxnSpPr>
        <p:spPr>
          <a:xfrm>
            <a:off x="12128528" y="8272292"/>
            <a:ext cx="373058" cy="158150"/>
          </a:xfrm>
          <a:prstGeom prst="bentConnector3">
            <a:avLst>
              <a:gd name="adj1" fmla="val 50000"/>
            </a:avLst>
          </a:prstGeom>
          <a:ln>
            <a:tailEnd type="triangle"/>
          </a:ln>
        </p:spPr>
        <p:style>
          <a:lnRef idx="1">
            <a:schemeClr val="dk1"/>
          </a:lnRef>
          <a:fillRef idx="0">
            <a:schemeClr val="dk1"/>
          </a:fillRef>
          <a:effectRef idx="0">
            <a:schemeClr val="dk1"/>
          </a:effectRef>
          <a:fontRef idx="minor">
            <a:schemeClr val="tx1"/>
          </a:fontRef>
        </p:style>
      </p:cxnSp>
      <p:cxnSp>
        <p:nvCxnSpPr>
          <p:cNvPr id="150" name="肘形接點 68">
            <a:extLst>
              <a:ext uri="{FF2B5EF4-FFF2-40B4-BE49-F238E27FC236}">
                <a16:creationId xmlns="" xmlns:a16="http://schemas.microsoft.com/office/drawing/2014/main" id="{455F687E-D5F2-BB6B-9318-21C6E7BF176C}"/>
              </a:ext>
            </a:extLst>
          </p:cNvPr>
          <p:cNvCxnSpPr>
            <a:cxnSpLocks/>
            <a:endCxn id="130" idx="1"/>
          </p:cNvCxnSpPr>
          <p:nvPr/>
        </p:nvCxnSpPr>
        <p:spPr>
          <a:xfrm flipV="1">
            <a:off x="11821580" y="8430442"/>
            <a:ext cx="680006" cy="385379"/>
          </a:xfrm>
          <a:prstGeom prst="bentConnector3">
            <a:avLst>
              <a:gd name="adj1" fmla="val 50000"/>
            </a:avLst>
          </a:prstGeom>
          <a:ln>
            <a:solidFill>
              <a:schemeClr val="tx1"/>
            </a:solidFill>
            <a:tailEnd type="triangle"/>
          </a:ln>
        </p:spPr>
        <p:style>
          <a:lnRef idx="1">
            <a:schemeClr val="dk1"/>
          </a:lnRef>
          <a:fillRef idx="0">
            <a:schemeClr val="dk1"/>
          </a:fillRef>
          <a:effectRef idx="0">
            <a:schemeClr val="dk1"/>
          </a:effectRef>
          <a:fontRef idx="minor">
            <a:schemeClr val="tx1"/>
          </a:fontRef>
        </p:style>
      </p:cxnSp>
      <p:grpSp>
        <p:nvGrpSpPr>
          <p:cNvPr id="151" name="Group 220">
            <a:extLst>
              <a:ext uri="{FF2B5EF4-FFF2-40B4-BE49-F238E27FC236}">
                <a16:creationId xmlns:a16="http://schemas.microsoft.com/office/drawing/2014/main" xmlns="" id="{A0339FAF-5C12-A96E-DFC2-64B69335D535}"/>
              </a:ext>
            </a:extLst>
          </p:cNvPr>
          <p:cNvGrpSpPr/>
          <p:nvPr/>
        </p:nvGrpSpPr>
        <p:grpSpPr>
          <a:xfrm>
            <a:off x="14001784" y="7644624"/>
            <a:ext cx="533400" cy="408605"/>
            <a:chOff x="5906184" y="1486857"/>
            <a:chExt cx="355600" cy="272361"/>
          </a:xfrm>
        </p:grpSpPr>
        <p:sp>
          <p:nvSpPr>
            <p:cNvPr id="152" name="Oval 221">
              <a:extLst>
                <a:ext uri="{FF2B5EF4-FFF2-40B4-BE49-F238E27FC236}">
                  <a16:creationId xmlns:a16="http://schemas.microsoft.com/office/drawing/2014/main" xmlns="" id="{5150C8FE-FD8C-4648-8BC7-96D7420FE344}"/>
                </a:ext>
              </a:extLst>
            </p:cNvPr>
            <p:cNvSpPr/>
            <p:nvPr/>
          </p:nvSpPr>
          <p:spPr>
            <a:xfrm>
              <a:off x="5906472" y="1486857"/>
              <a:ext cx="274320" cy="272361"/>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zh-TW" altLang="en-US" dirty="0"/>
            </a:p>
          </p:txBody>
        </p:sp>
        <p:sp>
          <p:nvSpPr>
            <p:cNvPr id="153" name="TextBox 222">
              <a:extLst>
                <a:ext uri="{FF2B5EF4-FFF2-40B4-BE49-F238E27FC236}">
                  <a16:creationId xmlns:a16="http://schemas.microsoft.com/office/drawing/2014/main" xmlns="" id="{A5DAB6BA-EADF-647A-BCBC-F9EE7B6A65A5}"/>
                </a:ext>
              </a:extLst>
            </p:cNvPr>
            <p:cNvSpPr txBox="1"/>
            <p:nvPr/>
          </p:nvSpPr>
          <p:spPr>
            <a:xfrm>
              <a:off x="5906184" y="1507079"/>
              <a:ext cx="355600" cy="215410"/>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altLang="zh-TW" sz="1500" dirty="0" smtClean="0">
                  <a:latin typeface="微軟正黑體" panose="020B0604030504040204" pitchFamily="34" charset="-120"/>
                  <a:ea typeface="微軟正黑體" panose="020B0604030504040204" pitchFamily="34" charset="-120"/>
                </a:rPr>
                <a:t>8</a:t>
              </a:r>
              <a:endParaRPr lang="zh-TW" altLang="en-US" sz="1500" dirty="0">
                <a:latin typeface="微軟正黑體" panose="020B0604030504040204" pitchFamily="34" charset="-120"/>
                <a:ea typeface="微軟正黑體" panose="020B0604030504040204" pitchFamily="34" charset="-120"/>
              </a:endParaRPr>
            </a:p>
          </p:txBody>
        </p:sp>
      </p:grpSp>
      <p:sp>
        <p:nvSpPr>
          <p:cNvPr id="163" name="Google Shape;38;p9">
            <a:extLst>
              <a:ext uri="{FF2B5EF4-FFF2-40B4-BE49-F238E27FC236}">
                <a16:creationId xmlns="" xmlns:a16="http://schemas.microsoft.com/office/drawing/2014/main" id="{424A9B21-226E-4E89-EEBE-161D8D8BED1D}"/>
              </a:ext>
            </a:extLst>
          </p:cNvPr>
          <p:cNvSpPr txBox="1"/>
          <p:nvPr/>
        </p:nvSpPr>
        <p:spPr>
          <a:xfrm>
            <a:off x="15787734" y="572262"/>
            <a:ext cx="2071638" cy="547772"/>
          </a:xfrm>
          <a:prstGeom prst="rect">
            <a:avLst/>
          </a:prstGeom>
          <a:noFill/>
          <a:ln>
            <a:noFill/>
          </a:ln>
        </p:spPr>
        <p:txBody>
          <a:bodyPr spcFirstLastPara="1" wrap="square" lIns="137138" tIns="68550" rIns="137138" bIns="68550" anchor="ctr" anchorCtr="0">
            <a:noAutofit/>
          </a:bodyPr>
          <a:lstStyle/>
          <a:p>
            <a:pPr algn="r"/>
            <a:r>
              <a:rPr lang="en-US" sz="1500" dirty="0" smtClean="0">
                <a:solidFill>
                  <a:srgbClr val="888888"/>
                </a:solidFill>
                <a:latin typeface="Arial"/>
                <a:ea typeface="Arial"/>
                <a:cs typeface="Arial"/>
                <a:sym typeface="Arial"/>
              </a:rPr>
              <a:t>2025/07/22</a:t>
            </a:r>
            <a:endParaRPr sz="1500" dirty="0">
              <a:solidFill>
                <a:srgbClr val="888888"/>
              </a:solidFill>
              <a:latin typeface="Arial"/>
              <a:ea typeface="Arial"/>
              <a:cs typeface="Arial"/>
              <a:sym typeface="Arial"/>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5" name="流程圖: 結束點 8"/>
          <p:cNvSpPr/>
          <p:nvPr/>
        </p:nvSpPr>
        <p:spPr>
          <a:xfrm>
            <a:off x="3242520" y="2150280"/>
            <a:ext cx="1797120" cy="518760"/>
          </a:xfrm>
          <a:prstGeom prst="flowChartTerminator">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zh-TW" sz="1500" b="0" strike="noStrike" spc="-1">
                <a:solidFill>
                  <a:schemeClr val="dk1"/>
                </a:solidFill>
                <a:latin typeface="微軟正黑體"/>
                <a:ea typeface="微軟正黑體"/>
              </a:rPr>
              <a:t>流程</a:t>
            </a:r>
            <a:endParaRPr lang="en-US" sz="1500" b="0" strike="noStrike" spc="-1">
              <a:solidFill>
                <a:srgbClr val="000000"/>
              </a:solidFill>
              <a:latin typeface="Calibri"/>
            </a:endParaRPr>
          </a:p>
          <a:p>
            <a:pPr algn="ctr" defTabSz="457200">
              <a:lnSpc>
                <a:spcPct val="100000"/>
              </a:lnSpc>
            </a:pPr>
            <a:r>
              <a:rPr lang="zh-TW" sz="1500" b="0" strike="noStrike" spc="-1">
                <a:solidFill>
                  <a:schemeClr val="dk1"/>
                </a:solidFill>
                <a:latin typeface="微軟正黑體"/>
                <a:ea typeface="微軟正黑體"/>
              </a:rPr>
              <a:t>開始或結束點</a:t>
            </a:r>
            <a:endParaRPr lang="en-US" sz="1500" b="0" strike="noStrike" spc="-1">
              <a:solidFill>
                <a:srgbClr val="000000"/>
              </a:solidFill>
              <a:latin typeface="Calibri"/>
            </a:endParaRPr>
          </a:p>
        </p:txBody>
      </p:sp>
      <p:sp>
        <p:nvSpPr>
          <p:cNvPr id="2976" name="文字方塊 12"/>
          <p:cNvSpPr/>
          <p:nvPr/>
        </p:nvSpPr>
        <p:spPr>
          <a:xfrm>
            <a:off x="5510880" y="2833560"/>
            <a:ext cx="6012720" cy="1919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marL="257040" indent="-257040" defTabSz="457200">
              <a:lnSpc>
                <a:spcPct val="100000"/>
              </a:lnSpc>
              <a:buClr>
                <a:srgbClr val="C00000"/>
              </a:buClr>
              <a:buFont typeface="Arial"/>
              <a:buChar char="•"/>
            </a:pPr>
            <a:r>
              <a:rPr lang="zh-TW" sz="1800" b="1" strike="noStrike" spc="-1">
                <a:solidFill>
                  <a:srgbClr val="C00000"/>
                </a:solidFill>
                <a:latin typeface="微軟正黑體"/>
                <a:ea typeface="微軟正黑體"/>
              </a:rPr>
              <a:t>上方</a:t>
            </a:r>
            <a:r>
              <a:rPr lang="en-US" sz="1800" b="1"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若本作業為系統交易請輸入該系統的交易代碼</a:t>
            </a:r>
            <a:endParaRPr lang="en-US" sz="1800" b="0" strike="noStrike" spc="-1">
              <a:solidFill>
                <a:srgbClr val="000000"/>
              </a:solidFill>
              <a:latin typeface="Calibri"/>
            </a:endParaRPr>
          </a:p>
          <a:p>
            <a:pPr marL="257040" indent="-257040" defTabSz="457200">
              <a:lnSpc>
                <a:spcPct val="100000"/>
              </a:lnSpc>
              <a:buClr>
                <a:srgbClr val="C00000"/>
              </a:buClr>
              <a:buFont typeface="Arial"/>
              <a:buChar char="•"/>
            </a:pPr>
            <a:r>
              <a:rPr lang="zh-TW" sz="1800" b="1" strike="noStrike" spc="-1">
                <a:solidFill>
                  <a:srgbClr val="C00000"/>
                </a:solidFill>
                <a:latin typeface="微軟正黑體"/>
                <a:ea typeface="微軟正黑體"/>
              </a:rPr>
              <a:t>中間區塊</a:t>
            </a:r>
            <a:r>
              <a:rPr lang="en-US" sz="1800" b="1"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動作</a:t>
            </a:r>
            <a:r>
              <a:rPr lang="en-US" sz="1800" b="0" strike="noStrike" spc="-1">
                <a:solidFill>
                  <a:srgbClr val="C00000"/>
                </a:solidFill>
                <a:latin typeface="微軟正黑體"/>
                <a:ea typeface="微軟正黑體"/>
              </a:rPr>
              <a:t>/</a:t>
            </a:r>
            <a:r>
              <a:rPr lang="zh-TW" sz="1800" b="0" strike="noStrike" spc="-1">
                <a:solidFill>
                  <a:srgbClr val="C00000"/>
                </a:solidFill>
                <a:latin typeface="微軟正黑體"/>
                <a:ea typeface="微軟正黑體"/>
              </a:rPr>
              <a:t>作業</a:t>
            </a:r>
            <a:r>
              <a:rPr lang="en-US" sz="1800" b="0" strike="noStrike" spc="-1">
                <a:solidFill>
                  <a:srgbClr val="C00000"/>
                </a:solidFill>
                <a:latin typeface="微軟正黑體"/>
                <a:ea typeface="微軟正黑體"/>
              </a:rPr>
              <a:t>/</a:t>
            </a:r>
            <a:r>
              <a:rPr lang="zh-TW" sz="1800" b="0" strike="noStrike" spc="-1">
                <a:solidFill>
                  <a:srgbClr val="C00000"/>
                </a:solidFill>
                <a:latin typeface="微軟正黑體"/>
                <a:ea typeface="微軟正黑體"/>
              </a:rPr>
              <a:t>系統交易 的名稱</a:t>
            </a:r>
            <a:endParaRPr lang="en-US" sz="1800" b="0" strike="noStrike" spc="-1">
              <a:solidFill>
                <a:srgbClr val="000000"/>
              </a:solidFill>
              <a:latin typeface="Calibri"/>
            </a:endParaRPr>
          </a:p>
          <a:p>
            <a:pPr marL="257040" indent="-257040" defTabSz="457200">
              <a:lnSpc>
                <a:spcPct val="100000"/>
              </a:lnSpc>
              <a:buClr>
                <a:srgbClr val="C00000"/>
              </a:buClr>
              <a:buFont typeface="Arial"/>
              <a:buChar char="•"/>
            </a:pPr>
            <a:r>
              <a:rPr lang="zh-TW" sz="1800" b="1" strike="noStrike" spc="-1">
                <a:solidFill>
                  <a:srgbClr val="C00000"/>
                </a:solidFill>
                <a:latin typeface="微軟正黑體"/>
                <a:ea typeface="微軟正黑體"/>
              </a:rPr>
              <a:t>左下方</a:t>
            </a:r>
            <a:r>
              <a:rPr lang="en-US" sz="1800" b="1" strike="noStrike" spc="-1">
                <a:solidFill>
                  <a:srgbClr val="C00000"/>
                </a:solidFill>
                <a:latin typeface="微軟正黑體"/>
                <a:ea typeface="微軟正黑體"/>
              </a:rPr>
              <a:t>:</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若本作業為系統交易</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此處請輸入系統名稱</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若非系統交易</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請留空白</a:t>
            </a:r>
            <a:endParaRPr lang="en-US" sz="1800" b="0" strike="noStrike" spc="-1">
              <a:solidFill>
                <a:srgbClr val="000000"/>
              </a:solidFill>
              <a:latin typeface="Calibri"/>
            </a:endParaRPr>
          </a:p>
          <a:p>
            <a:pPr marL="257040" indent="-257040" defTabSz="457200">
              <a:lnSpc>
                <a:spcPct val="100000"/>
              </a:lnSpc>
              <a:buClr>
                <a:srgbClr val="C00000"/>
              </a:buClr>
              <a:buFont typeface="Arial"/>
              <a:buChar char="•"/>
            </a:pPr>
            <a:r>
              <a:rPr lang="zh-TW" sz="1800" b="1" strike="noStrike" spc="-1">
                <a:solidFill>
                  <a:srgbClr val="C00000"/>
                </a:solidFill>
                <a:latin typeface="微軟正黑體"/>
                <a:ea typeface="微軟正黑體"/>
              </a:rPr>
              <a:t>右下方</a:t>
            </a:r>
            <a:r>
              <a:rPr lang="en-US" sz="1800" b="1" strike="noStrike" spc="-1">
                <a:solidFill>
                  <a:srgbClr val="C00000"/>
                </a:solidFill>
                <a:latin typeface="微軟正黑體"/>
                <a:ea typeface="微軟正黑體"/>
              </a:rPr>
              <a:t>:</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若本作業為系統交易</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有自動化程序</a:t>
            </a:r>
            <a:r>
              <a:rPr lang="en-US" sz="1800" b="0" strike="noStrike" spc="-1">
                <a:solidFill>
                  <a:srgbClr val="C00000"/>
                </a:solidFill>
                <a:latin typeface="微軟正黑體"/>
                <a:ea typeface="微軟正黑體"/>
              </a:rPr>
              <a:t>, </a:t>
            </a:r>
            <a:r>
              <a:rPr lang="zh-TW" sz="1800" b="0" strike="noStrike" spc="-1">
                <a:solidFill>
                  <a:srgbClr val="C00000"/>
                </a:solidFill>
                <a:latin typeface="微軟正黑體"/>
                <a:ea typeface="微軟正黑體"/>
              </a:rPr>
              <a:t>請輸入自動</a:t>
            </a:r>
            <a:endParaRPr lang="en-US" sz="1800" b="0" strike="noStrike" spc="-1">
              <a:solidFill>
                <a:srgbClr val="000000"/>
              </a:solidFill>
              <a:latin typeface="Calibri"/>
            </a:endParaRPr>
          </a:p>
          <a:p>
            <a:pPr defTabSz="457200">
              <a:lnSpc>
                <a:spcPct val="100000"/>
              </a:lnSpc>
            </a:pPr>
            <a:endParaRPr lang="en-US" sz="1800" b="0" strike="noStrike" spc="-1">
              <a:solidFill>
                <a:srgbClr val="000000"/>
              </a:solidFill>
              <a:latin typeface="Calibri"/>
            </a:endParaRPr>
          </a:p>
        </p:txBody>
      </p:sp>
      <p:sp>
        <p:nvSpPr>
          <p:cNvPr id="2977" name="文字方塊 15"/>
          <p:cNvSpPr/>
          <p:nvPr/>
        </p:nvSpPr>
        <p:spPr>
          <a:xfrm>
            <a:off x="5510880" y="2296440"/>
            <a:ext cx="338904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流程起始點或結束點</a:t>
            </a:r>
            <a:endParaRPr lang="en-US" sz="1800" b="0" strike="noStrike" spc="-1">
              <a:solidFill>
                <a:srgbClr val="000000"/>
              </a:solidFill>
              <a:latin typeface="Calibri"/>
            </a:endParaRPr>
          </a:p>
        </p:txBody>
      </p:sp>
      <p:sp>
        <p:nvSpPr>
          <p:cNvPr id="2978" name="文字方塊 24"/>
          <p:cNvSpPr/>
          <p:nvPr/>
        </p:nvSpPr>
        <p:spPr>
          <a:xfrm>
            <a:off x="2548800" y="1451160"/>
            <a:ext cx="5504760" cy="487440"/>
          </a:xfrm>
          <a:prstGeom prst="rect">
            <a:avLst/>
          </a:prstGeom>
          <a:solidFill>
            <a:srgbClr val="FFC000"/>
          </a:solid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600" b="0" strike="noStrike" spc="-1">
                <a:solidFill>
                  <a:schemeClr val="dk1"/>
                </a:solidFill>
                <a:latin typeface="微軟正黑體"/>
                <a:ea typeface="微軟正黑體"/>
              </a:rPr>
              <a:t>本區域請輸入部門或是工作職掌</a:t>
            </a:r>
            <a:r>
              <a:rPr lang="en-US" sz="1600" b="0" strike="noStrike" spc="-1">
                <a:solidFill>
                  <a:schemeClr val="dk1"/>
                </a:solidFill>
                <a:latin typeface="微軟正黑體"/>
                <a:ea typeface="微軟正黑體"/>
              </a:rPr>
              <a:t>. </a:t>
            </a:r>
            <a:endParaRPr lang="en-US" sz="1600" b="0" strike="noStrike" spc="-1">
              <a:solidFill>
                <a:srgbClr val="000000"/>
              </a:solidFill>
              <a:latin typeface="Calibri"/>
            </a:endParaRPr>
          </a:p>
          <a:p>
            <a:pPr defTabSz="457200">
              <a:lnSpc>
                <a:spcPct val="100000"/>
              </a:lnSpc>
            </a:pPr>
            <a:r>
              <a:rPr lang="zh-TW" sz="1600" b="0" strike="noStrike" spc="-1">
                <a:solidFill>
                  <a:schemeClr val="dk1"/>
                </a:solidFill>
                <a:latin typeface="微軟正黑體"/>
                <a:ea typeface="微軟正黑體"/>
              </a:rPr>
              <a:t>例如</a:t>
            </a:r>
            <a:r>
              <a:rPr lang="en-US" sz="1600" b="0" strike="noStrike" spc="-1">
                <a:solidFill>
                  <a:schemeClr val="dk1"/>
                </a:solidFill>
                <a:latin typeface="微軟正黑體"/>
                <a:ea typeface="微軟正黑體"/>
              </a:rPr>
              <a:t>: </a:t>
            </a:r>
            <a:r>
              <a:rPr lang="zh-TW" sz="1600" b="0" strike="noStrike" spc="-1">
                <a:solidFill>
                  <a:schemeClr val="dk1"/>
                </a:solidFill>
                <a:latin typeface="微軟正黑體"/>
                <a:ea typeface="微軟正黑體"/>
              </a:rPr>
              <a:t>業務處 或 業務處</a:t>
            </a:r>
            <a:r>
              <a:rPr lang="en-US" sz="1600" b="0" strike="noStrike" spc="-1">
                <a:solidFill>
                  <a:schemeClr val="dk1"/>
                </a:solidFill>
                <a:latin typeface="微軟正黑體"/>
                <a:ea typeface="微軟正黑體"/>
              </a:rPr>
              <a:t>/</a:t>
            </a:r>
            <a:r>
              <a:rPr lang="zh-TW" sz="1600" b="0" strike="noStrike" spc="-1">
                <a:solidFill>
                  <a:schemeClr val="dk1"/>
                </a:solidFill>
                <a:latin typeface="微軟正黑體"/>
                <a:ea typeface="微軟正黑體"/>
              </a:rPr>
              <a:t>業務經理 或 業務人員</a:t>
            </a:r>
            <a:endParaRPr lang="en-US" sz="1600" b="0" strike="noStrike" spc="-1">
              <a:solidFill>
                <a:srgbClr val="000000"/>
              </a:solidFill>
              <a:latin typeface="Calibri"/>
            </a:endParaRPr>
          </a:p>
        </p:txBody>
      </p:sp>
      <p:sp>
        <p:nvSpPr>
          <p:cNvPr id="2979" name="文字方塊 25"/>
          <p:cNvSpPr/>
          <p:nvPr/>
        </p:nvSpPr>
        <p:spPr>
          <a:xfrm>
            <a:off x="240480" y="1840680"/>
            <a:ext cx="2068560" cy="974880"/>
          </a:xfrm>
          <a:prstGeom prst="rect">
            <a:avLst/>
          </a:prstGeom>
          <a:solidFill>
            <a:srgbClr val="FFC000"/>
          </a:solid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600" b="0" strike="noStrike" spc="-1">
                <a:solidFill>
                  <a:schemeClr val="dk1"/>
                </a:solidFill>
                <a:latin typeface="微軟正黑體"/>
                <a:ea typeface="微軟正黑體"/>
              </a:rPr>
              <a:t>本區塊用來說明本流程動作所需要的資料來源</a:t>
            </a:r>
            <a:r>
              <a:rPr lang="en-US" sz="1600" b="0" strike="noStrike" spc="-1">
                <a:solidFill>
                  <a:schemeClr val="dk1"/>
                </a:solidFill>
                <a:latin typeface="微軟正黑體"/>
                <a:ea typeface="微軟正黑體"/>
              </a:rPr>
              <a:t> 包含前置作業流程, </a:t>
            </a:r>
            <a:r>
              <a:rPr lang="zh-TW" sz="1600" b="0" strike="noStrike" spc="-1">
                <a:solidFill>
                  <a:schemeClr val="dk1"/>
                </a:solidFill>
                <a:latin typeface="微軟正黑體"/>
                <a:ea typeface="微軟正黑體"/>
              </a:rPr>
              <a:t>文件等</a:t>
            </a:r>
            <a:endParaRPr lang="en-US" sz="1600" b="0" strike="noStrike" spc="-1">
              <a:solidFill>
                <a:srgbClr val="000000"/>
              </a:solidFill>
              <a:latin typeface="Calibri"/>
            </a:endParaRPr>
          </a:p>
        </p:txBody>
      </p:sp>
      <p:sp>
        <p:nvSpPr>
          <p:cNvPr id="2980" name="文字方塊 26"/>
          <p:cNvSpPr/>
          <p:nvPr/>
        </p:nvSpPr>
        <p:spPr>
          <a:xfrm>
            <a:off x="12055680" y="1856160"/>
            <a:ext cx="2085840" cy="974880"/>
          </a:xfrm>
          <a:prstGeom prst="rect">
            <a:avLst/>
          </a:prstGeom>
          <a:solidFill>
            <a:srgbClr val="FFC000"/>
          </a:solid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600" b="0" strike="noStrike" spc="-1">
                <a:solidFill>
                  <a:schemeClr val="dk1"/>
                </a:solidFill>
                <a:latin typeface="微軟正黑體"/>
                <a:ea typeface="微軟正黑體"/>
              </a:rPr>
              <a:t>本區塊用來說明本流程動作所會產出的結果</a:t>
            </a:r>
            <a:r>
              <a:rPr lang="en-US" sz="1600" b="0" strike="noStrike" spc="-1">
                <a:solidFill>
                  <a:schemeClr val="dk1"/>
                </a:solidFill>
                <a:latin typeface="微軟正黑體"/>
                <a:ea typeface="微軟正黑體"/>
              </a:rPr>
              <a:t>, </a:t>
            </a:r>
            <a:r>
              <a:rPr lang="zh-TW" sz="1600" b="0" strike="noStrike" spc="-1">
                <a:solidFill>
                  <a:schemeClr val="dk1"/>
                </a:solidFill>
                <a:latin typeface="微軟正黑體"/>
                <a:ea typeface="微軟正黑體"/>
              </a:rPr>
              <a:t>包含後續作業流程</a:t>
            </a:r>
            <a:r>
              <a:rPr lang="en-US" sz="1600" b="0" strike="noStrike" spc="-1">
                <a:solidFill>
                  <a:schemeClr val="dk1"/>
                </a:solidFill>
                <a:latin typeface="微軟正黑體"/>
                <a:ea typeface="微軟正黑體"/>
              </a:rPr>
              <a:t>, </a:t>
            </a:r>
            <a:r>
              <a:rPr lang="zh-TW" sz="1600" b="0" strike="noStrike" spc="-1">
                <a:solidFill>
                  <a:schemeClr val="dk1"/>
                </a:solidFill>
                <a:latin typeface="微軟正黑體"/>
                <a:ea typeface="微軟正黑體"/>
              </a:rPr>
              <a:t>文件等</a:t>
            </a:r>
            <a:endParaRPr lang="en-US" sz="1600" b="0" strike="noStrike" spc="-1">
              <a:solidFill>
                <a:srgbClr val="000000"/>
              </a:solidFill>
              <a:latin typeface="Calibri"/>
            </a:endParaRPr>
          </a:p>
        </p:txBody>
      </p:sp>
      <p:graphicFrame>
        <p:nvGraphicFramePr>
          <p:cNvPr id="2981" name="表格 30"/>
          <p:cNvGraphicFramePr/>
          <p:nvPr/>
        </p:nvGraphicFramePr>
        <p:xfrm>
          <a:off x="3242520" y="3002400"/>
          <a:ext cx="1797120" cy="1238400"/>
        </p:xfrm>
        <a:graphic>
          <a:graphicData uri="http://schemas.openxmlformats.org/drawingml/2006/table">
            <a:tbl>
              <a:tblPr/>
              <a:tblGrid>
                <a:gridCol w="898560"/>
                <a:gridCol w="898560"/>
              </a:tblGrid>
              <a:tr h="336600">
                <a:tc gridSpan="2">
                  <a:txBody>
                    <a:bodyPr/>
                    <a:lstStyle/>
                    <a:p>
                      <a:pPr algn="ctr" defTabSz="1371600">
                        <a:lnSpc>
                          <a:spcPct val="100000"/>
                        </a:lnSpc>
                      </a:pPr>
                      <a:r>
                        <a:rPr lang="en-US" sz="1500" b="0" strike="noStrike" spc="-1">
                          <a:solidFill>
                            <a:schemeClr val="dk1"/>
                          </a:solidFill>
                          <a:latin typeface="Calibri"/>
                        </a:rPr>
                        <a:t>BP</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565200">
                <a:tc gridSpan="2">
                  <a:txBody>
                    <a:bodyPr/>
                    <a:lstStyle/>
                    <a:p>
                      <a:pPr algn="ctr" defTabSz="1371600">
                        <a:lnSpc>
                          <a:spcPct val="100000"/>
                        </a:lnSpc>
                      </a:pPr>
                      <a:r>
                        <a:rPr lang="zh-TW" sz="1500" b="0" strike="noStrike" spc="-1">
                          <a:solidFill>
                            <a:schemeClr val="dk1"/>
                          </a:solidFill>
                          <a:latin typeface="Calibri"/>
                        </a:rPr>
                        <a:t>交易名稱</a:t>
                      </a:r>
                      <a:endParaRPr lang="en-US" sz="1500" b="0" strike="noStrike" spc="-1">
                        <a:solidFill>
                          <a:srgbClr val="000000"/>
                        </a:solidFill>
                        <a:latin typeface="Calibri"/>
                      </a:endParaRPr>
                    </a:p>
                    <a:p>
                      <a:pPr algn="ctr" defTabSz="1371600">
                        <a:lnSpc>
                          <a:spcPct val="100000"/>
                        </a:lnSpc>
                      </a:pPr>
                      <a:r>
                        <a:rPr lang="zh-TW" sz="1500" b="0" strike="noStrike" spc="-1">
                          <a:solidFill>
                            <a:schemeClr val="dk1"/>
                          </a:solidFill>
                          <a:latin typeface="Calibri"/>
                        </a:rPr>
                        <a:t>作業</a:t>
                      </a:r>
                      <a:r>
                        <a:rPr lang="en-US" sz="1500" b="0" strike="noStrike" spc="-1">
                          <a:solidFill>
                            <a:schemeClr val="dk1"/>
                          </a:solidFill>
                          <a:latin typeface="Calibri"/>
                        </a:rPr>
                        <a:t>/</a:t>
                      </a:r>
                      <a:r>
                        <a:rPr lang="zh-TW" sz="1500" b="0" strike="noStrike" spc="-1">
                          <a:solidFill>
                            <a:schemeClr val="dk1"/>
                          </a:solidFill>
                          <a:latin typeface="Calibri"/>
                        </a:rPr>
                        <a:t>動作</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336600">
                <a:tc>
                  <a:txBody>
                    <a:bodyPr/>
                    <a:lstStyle/>
                    <a:p>
                      <a:pPr algn="ctr" defTabSz="1371600">
                        <a:lnSpc>
                          <a:spcPct val="100000"/>
                        </a:lnSpc>
                      </a:pPr>
                      <a:r>
                        <a:rPr lang="en-US" sz="1500" b="0" strike="noStrike" spc="-1">
                          <a:solidFill>
                            <a:schemeClr val="dk1"/>
                          </a:solidFill>
                          <a:latin typeface="Calibri"/>
                        </a:rPr>
                        <a:t>SAP</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a:txBody>
                    <a:bodyPr/>
                    <a:lstStyle/>
                    <a:p>
                      <a:pPr algn="ctr" defTabSz="1371600">
                        <a:lnSpc>
                          <a:spcPct val="100000"/>
                        </a:lnSpc>
                      </a:pPr>
                      <a:r>
                        <a:rPr lang="zh-TW" sz="1500" b="0" strike="noStrike" spc="-1">
                          <a:solidFill>
                            <a:schemeClr val="dk1"/>
                          </a:solidFill>
                          <a:latin typeface="Calibri"/>
                        </a:rPr>
                        <a:t>自動</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r>
            </a:tbl>
          </a:graphicData>
        </a:graphic>
      </p:graphicFrame>
      <p:sp>
        <p:nvSpPr>
          <p:cNvPr id="2982" name="流程圖: 預設處理作業 21"/>
          <p:cNvSpPr/>
          <p:nvPr/>
        </p:nvSpPr>
        <p:spPr>
          <a:xfrm>
            <a:off x="3242520" y="4808880"/>
            <a:ext cx="1812240" cy="1237680"/>
          </a:xfrm>
          <a:prstGeom prst="flowChartPredefinedProcess">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wrap="none" lIns="153000" tIns="76320" rIns="153000" bIns="76320" anchor="ctr">
            <a:noAutofit/>
          </a:bodyPr>
          <a:lstStyle/>
          <a:p>
            <a:pPr algn="ctr" defTabSz="457200">
              <a:lnSpc>
                <a:spcPct val="100000"/>
              </a:lnSpc>
            </a:pPr>
            <a:r>
              <a:rPr lang="en-US" sz="1500" b="0" strike="noStrike" spc="-1">
                <a:solidFill>
                  <a:schemeClr val="dk1"/>
                </a:solidFill>
                <a:latin typeface="微軟正黑體"/>
                <a:ea typeface="微軟正黑體"/>
              </a:rPr>
              <a:t>XXX-001-02</a:t>
            </a:r>
            <a:endParaRPr lang="en-US" sz="1500" b="0" strike="noStrike" spc="-1">
              <a:solidFill>
                <a:srgbClr val="000000"/>
              </a:solidFill>
              <a:latin typeface="Calibri"/>
            </a:endParaRPr>
          </a:p>
          <a:p>
            <a:pPr algn="ctr" defTabSz="457200">
              <a:lnSpc>
                <a:spcPct val="100000"/>
              </a:lnSpc>
            </a:pPr>
            <a:r>
              <a:rPr lang="en-US" sz="1500" b="0" strike="noStrike" spc="-1">
                <a:solidFill>
                  <a:schemeClr val="dk1"/>
                </a:solidFill>
                <a:latin typeface="微軟正黑體"/>
                <a:ea typeface="微軟正黑體"/>
              </a:rPr>
              <a:t>XXX</a:t>
            </a:r>
            <a:r>
              <a:rPr lang="zh-TW" sz="1500" b="0" strike="noStrike" spc="-1">
                <a:solidFill>
                  <a:schemeClr val="dk1"/>
                </a:solidFill>
                <a:latin typeface="微軟正黑體"/>
                <a:ea typeface="微軟正黑體"/>
              </a:rPr>
              <a:t>作業流程</a:t>
            </a:r>
            <a:endParaRPr lang="en-US" sz="1500" b="0" strike="noStrike" spc="-1">
              <a:solidFill>
                <a:srgbClr val="000000"/>
              </a:solidFill>
              <a:latin typeface="Calibri"/>
            </a:endParaRPr>
          </a:p>
        </p:txBody>
      </p:sp>
      <p:sp>
        <p:nvSpPr>
          <p:cNvPr id="2983" name="流程圖: 文件 42"/>
          <p:cNvSpPr/>
          <p:nvPr/>
        </p:nvSpPr>
        <p:spPr>
          <a:xfrm>
            <a:off x="3242520" y="6336000"/>
            <a:ext cx="1841400" cy="1237680"/>
          </a:xfrm>
          <a:prstGeom prst="flowChartDocument">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zh-TW" sz="1500" b="0" strike="noStrike" spc="-1">
                <a:solidFill>
                  <a:schemeClr val="dk1"/>
                </a:solidFill>
                <a:latin typeface="微軟正黑體"/>
                <a:ea typeface="微軟正黑體"/>
              </a:rPr>
              <a:t>產出或投入</a:t>
            </a:r>
            <a:endParaRPr lang="en-US" sz="1500" b="0" strike="noStrike" spc="-1">
              <a:solidFill>
                <a:srgbClr val="000000"/>
              </a:solidFill>
              <a:latin typeface="Calibri"/>
            </a:endParaRPr>
          </a:p>
          <a:p>
            <a:pPr algn="ctr" defTabSz="457200">
              <a:lnSpc>
                <a:spcPct val="100000"/>
              </a:lnSpc>
            </a:pPr>
            <a:r>
              <a:rPr lang="zh-TW" sz="1500" b="0" strike="noStrike" spc="-1">
                <a:solidFill>
                  <a:schemeClr val="dk1"/>
                </a:solidFill>
                <a:latin typeface="微軟正黑體"/>
                <a:ea typeface="微軟正黑體"/>
              </a:rPr>
              <a:t>文件</a:t>
            </a:r>
            <a:r>
              <a:rPr lang="en-US" sz="1500" b="0" strike="noStrike" spc="-1">
                <a:solidFill>
                  <a:schemeClr val="dk1"/>
                </a:solidFill>
                <a:latin typeface="微軟正黑體"/>
                <a:ea typeface="微軟正黑體"/>
              </a:rPr>
              <a:t>/</a:t>
            </a:r>
            <a:r>
              <a:rPr lang="zh-TW" sz="1500" b="0" strike="noStrike" spc="-1">
                <a:solidFill>
                  <a:schemeClr val="dk1"/>
                </a:solidFill>
                <a:latin typeface="微軟正黑體"/>
                <a:ea typeface="微軟正黑體"/>
              </a:rPr>
              <a:t>報表</a:t>
            </a:r>
            <a:r>
              <a:rPr lang="en-US" sz="1500" b="0" strike="noStrike" spc="-1">
                <a:solidFill>
                  <a:schemeClr val="dk1"/>
                </a:solidFill>
                <a:latin typeface="微軟正黑體"/>
                <a:ea typeface="微軟正黑體"/>
              </a:rPr>
              <a:t>/</a:t>
            </a:r>
            <a:r>
              <a:rPr lang="zh-TW" sz="1500" b="0" strike="noStrike" spc="-1">
                <a:solidFill>
                  <a:schemeClr val="dk1"/>
                </a:solidFill>
                <a:latin typeface="微軟正黑體"/>
                <a:ea typeface="微軟正黑體"/>
              </a:rPr>
              <a:t>表單</a:t>
            </a:r>
            <a:endParaRPr lang="en-US" sz="1500" b="0" strike="noStrike" spc="-1">
              <a:solidFill>
                <a:srgbClr val="000000"/>
              </a:solidFill>
              <a:latin typeface="Calibri"/>
            </a:endParaRPr>
          </a:p>
        </p:txBody>
      </p:sp>
      <p:sp>
        <p:nvSpPr>
          <p:cNvPr id="2984" name="文字方塊 46"/>
          <p:cNvSpPr/>
          <p:nvPr/>
        </p:nvSpPr>
        <p:spPr>
          <a:xfrm>
            <a:off x="5568840" y="5289480"/>
            <a:ext cx="410364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於本流程中有關聯的流程編號與名稱</a:t>
            </a:r>
            <a:endParaRPr lang="en-US" sz="1800" b="0" strike="noStrike" spc="-1">
              <a:solidFill>
                <a:srgbClr val="000000"/>
              </a:solidFill>
              <a:latin typeface="Calibri"/>
            </a:endParaRPr>
          </a:p>
        </p:txBody>
      </p:sp>
      <p:sp>
        <p:nvSpPr>
          <p:cNvPr id="2985" name="文字方塊 47"/>
          <p:cNvSpPr/>
          <p:nvPr/>
        </p:nvSpPr>
        <p:spPr>
          <a:xfrm>
            <a:off x="5568840" y="6418440"/>
            <a:ext cx="531324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於本流程中投入或是產出的文件</a:t>
            </a:r>
            <a:r>
              <a:rPr lang="en-US" sz="1800" b="0" strike="noStrike" spc="-1">
                <a:solidFill>
                  <a:srgbClr val="C00000"/>
                </a:solidFill>
                <a:latin typeface="微軟正黑體"/>
                <a:ea typeface="微軟正黑體"/>
              </a:rPr>
              <a:t>/</a:t>
            </a:r>
            <a:r>
              <a:rPr lang="zh-TW" sz="1800" b="0" strike="noStrike" spc="-1">
                <a:solidFill>
                  <a:srgbClr val="C00000"/>
                </a:solidFill>
                <a:latin typeface="微軟正黑體"/>
                <a:ea typeface="微軟正黑體"/>
              </a:rPr>
              <a:t>報表</a:t>
            </a:r>
            <a:r>
              <a:rPr lang="en-US" sz="1800" b="0" strike="noStrike" spc="-1">
                <a:solidFill>
                  <a:srgbClr val="C00000"/>
                </a:solidFill>
                <a:latin typeface="微軟正黑體"/>
                <a:ea typeface="微軟正黑體"/>
              </a:rPr>
              <a:t>/</a:t>
            </a:r>
            <a:r>
              <a:rPr lang="zh-TW" sz="1800" b="0" strike="noStrike" spc="-1">
                <a:solidFill>
                  <a:srgbClr val="C00000"/>
                </a:solidFill>
                <a:latin typeface="微軟正黑體"/>
                <a:ea typeface="微軟正黑體"/>
              </a:rPr>
              <a:t>表單名稱</a:t>
            </a:r>
            <a:endParaRPr lang="en-US" sz="1800" b="0" strike="noStrike" spc="-1">
              <a:solidFill>
                <a:srgbClr val="000000"/>
              </a:solidFill>
              <a:latin typeface="Calibri"/>
            </a:endParaRPr>
          </a:p>
        </p:txBody>
      </p:sp>
      <p:sp>
        <p:nvSpPr>
          <p:cNvPr id="2986" name="流程圖: 決策 50"/>
          <p:cNvSpPr/>
          <p:nvPr/>
        </p:nvSpPr>
        <p:spPr>
          <a:xfrm>
            <a:off x="7394040" y="7226640"/>
            <a:ext cx="1841400" cy="1177200"/>
          </a:xfrm>
          <a:prstGeom prst="flowChartDecision">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zh-TW" sz="1500" b="0" strike="noStrike" spc="-1">
                <a:solidFill>
                  <a:schemeClr val="dk1"/>
                </a:solidFill>
                <a:latin typeface="微軟正黑體"/>
                <a:ea typeface="微軟正黑體"/>
              </a:rPr>
              <a:t>決策或判斷點</a:t>
            </a:r>
            <a:endParaRPr lang="en-US" sz="1500" b="0" strike="noStrike" spc="-1">
              <a:solidFill>
                <a:srgbClr val="000000"/>
              </a:solidFill>
              <a:latin typeface="Calibri"/>
            </a:endParaRPr>
          </a:p>
        </p:txBody>
      </p:sp>
      <p:sp>
        <p:nvSpPr>
          <p:cNvPr id="2987" name="流程圖: 接點 51"/>
          <p:cNvSpPr/>
          <p:nvPr/>
        </p:nvSpPr>
        <p:spPr>
          <a:xfrm>
            <a:off x="7989840" y="8646120"/>
            <a:ext cx="544680" cy="466560"/>
          </a:xfrm>
          <a:prstGeom prst="flowChartConnector">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en-US" sz="1800" b="0" strike="noStrike" spc="-1">
                <a:solidFill>
                  <a:schemeClr val="dk1"/>
                </a:solidFill>
                <a:latin typeface="微軟正黑體"/>
                <a:ea typeface="微軟正黑體"/>
              </a:rPr>
              <a:t>A</a:t>
            </a:r>
            <a:endParaRPr lang="en-US" sz="1800" b="0" strike="noStrike" spc="-1">
              <a:solidFill>
                <a:srgbClr val="000000"/>
              </a:solidFill>
              <a:latin typeface="Calibri"/>
            </a:endParaRPr>
          </a:p>
        </p:txBody>
      </p:sp>
      <p:sp>
        <p:nvSpPr>
          <p:cNvPr id="2988" name="流程圖: 換頁接點 52"/>
          <p:cNvSpPr/>
          <p:nvPr/>
        </p:nvSpPr>
        <p:spPr>
          <a:xfrm>
            <a:off x="8002440" y="9410400"/>
            <a:ext cx="559800" cy="466560"/>
          </a:xfrm>
          <a:prstGeom prst="flowChartOffpageConnector">
            <a:avLst/>
          </a:prstGeom>
          <a:solidFill>
            <a:schemeClr val="bg1"/>
          </a:solidFill>
          <a:ln w="3175">
            <a:solidFill>
              <a:srgbClr val="000000"/>
            </a:solidFill>
            <a:miter/>
          </a:ln>
          <a:effectLst>
            <a:outerShdw dist="84845" dir="1587379" algn="ctr" rotWithShape="0">
              <a:schemeClr val="bg2">
                <a:alpha val="50000"/>
              </a:schemeClr>
            </a:outerShdw>
          </a:effectLst>
        </p:spPr>
        <p:style>
          <a:lnRef idx="0">
            <a:scrgbClr r="0" g="0" b="0"/>
          </a:lnRef>
          <a:fillRef idx="0">
            <a:scrgbClr r="0" g="0" b="0"/>
          </a:fillRef>
          <a:effectRef idx="0">
            <a:scrgbClr r="0" g="0" b="0"/>
          </a:effectRef>
          <a:fontRef idx="minor"/>
        </p:style>
        <p:txBody>
          <a:bodyPr horzOverflow="overflow" wrap="none" lIns="153000" tIns="76320" rIns="153000" bIns="76320" numCol="1" spcCol="0" anchor="ctr">
            <a:noAutofit/>
          </a:bodyPr>
          <a:lstStyle/>
          <a:p>
            <a:pPr algn="ctr" defTabSz="457200">
              <a:lnSpc>
                <a:spcPct val="100000"/>
              </a:lnSpc>
            </a:pPr>
            <a:r>
              <a:rPr lang="en-US" sz="1800" b="0" strike="noStrike" spc="-1">
                <a:solidFill>
                  <a:schemeClr val="dk1"/>
                </a:solidFill>
                <a:latin typeface="微軟正黑體"/>
                <a:ea typeface="微軟正黑體"/>
              </a:rPr>
              <a:t>P2</a:t>
            </a:r>
            <a:endParaRPr lang="en-US" sz="1800" b="0" strike="noStrike" spc="-1">
              <a:solidFill>
                <a:srgbClr val="000000"/>
              </a:solidFill>
              <a:latin typeface="Calibri"/>
            </a:endParaRPr>
          </a:p>
        </p:txBody>
      </p:sp>
      <p:sp>
        <p:nvSpPr>
          <p:cNvPr id="2989" name="文字方塊 53"/>
          <p:cNvSpPr/>
          <p:nvPr/>
        </p:nvSpPr>
        <p:spPr>
          <a:xfrm>
            <a:off x="9526680" y="7716240"/>
            <a:ext cx="185580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決策或是判斷點</a:t>
            </a:r>
            <a:endParaRPr lang="en-US" sz="1800" b="0" strike="noStrike" spc="-1">
              <a:solidFill>
                <a:srgbClr val="000000"/>
              </a:solidFill>
              <a:latin typeface="Calibri"/>
            </a:endParaRPr>
          </a:p>
        </p:txBody>
      </p:sp>
      <p:sp>
        <p:nvSpPr>
          <p:cNvPr id="2990" name="文字方塊 54"/>
          <p:cNvSpPr/>
          <p:nvPr/>
        </p:nvSpPr>
        <p:spPr>
          <a:xfrm>
            <a:off x="9571320" y="8696520"/>
            <a:ext cx="206712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同一頁面上的連結點</a:t>
            </a:r>
            <a:endParaRPr lang="en-US" sz="1800" b="0" strike="noStrike" spc="-1">
              <a:solidFill>
                <a:srgbClr val="000000"/>
              </a:solidFill>
              <a:latin typeface="Calibri"/>
            </a:endParaRPr>
          </a:p>
        </p:txBody>
      </p:sp>
      <p:sp>
        <p:nvSpPr>
          <p:cNvPr id="2991" name="文字方塊 55"/>
          <p:cNvSpPr/>
          <p:nvPr/>
        </p:nvSpPr>
        <p:spPr>
          <a:xfrm>
            <a:off x="9571320" y="9410400"/>
            <a:ext cx="2067120" cy="274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換頁之連接點</a:t>
            </a:r>
            <a:endParaRPr lang="en-US" sz="1800" b="0" strike="noStrike" spc="-1">
              <a:solidFill>
                <a:srgbClr val="000000"/>
              </a:solidFill>
              <a:latin typeface="Calibri"/>
            </a:endParaRPr>
          </a:p>
        </p:txBody>
      </p:sp>
      <p:sp>
        <p:nvSpPr>
          <p:cNvPr id="2992" name="文字方塊 21"/>
          <p:cNvSpPr/>
          <p:nvPr/>
        </p:nvSpPr>
        <p:spPr>
          <a:xfrm>
            <a:off x="16660800" y="226440"/>
            <a:ext cx="1391400" cy="974880"/>
          </a:xfrm>
          <a:prstGeom prst="rect">
            <a:avLst/>
          </a:prstGeom>
          <a:solidFill>
            <a:srgbClr val="FFC000"/>
          </a:solid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600" b="0" strike="noStrike" spc="-1">
                <a:solidFill>
                  <a:schemeClr val="dk1"/>
                </a:solidFill>
                <a:latin typeface="微軟正黑體"/>
                <a:ea typeface="微軟正黑體"/>
              </a:rPr>
              <a:t>本區塊之頁次</a:t>
            </a:r>
            <a:r>
              <a:rPr lang="en-US" sz="1600" b="0" strike="noStrike" spc="-1">
                <a:solidFill>
                  <a:schemeClr val="dk1"/>
                </a:solidFill>
                <a:latin typeface="微軟正黑體"/>
                <a:ea typeface="微軟正黑體"/>
              </a:rPr>
              <a:t>, </a:t>
            </a:r>
            <a:r>
              <a:rPr lang="zh-TW" sz="1600" b="0" strike="noStrike" spc="-1">
                <a:solidFill>
                  <a:schemeClr val="dk1"/>
                </a:solidFill>
                <a:latin typeface="微軟正黑體"/>
                <a:ea typeface="微軟正黑體"/>
              </a:rPr>
              <a:t>日期會自動更新</a:t>
            </a:r>
            <a:r>
              <a:rPr lang="en-US" sz="1600" b="0" strike="noStrike" spc="-1">
                <a:solidFill>
                  <a:schemeClr val="dk1"/>
                </a:solidFill>
                <a:latin typeface="微軟正黑體"/>
                <a:ea typeface="微軟正黑體"/>
              </a:rPr>
              <a:t>. </a:t>
            </a:r>
            <a:r>
              <a:rPr lang="zh-TW" sz="1600" b="0" strike="noStrike" spc="-1">
                <a:solidFill>
                  <a:schemeClr val="dk1"/>
                </a:solidFill>
                <a:latin typeface="微軟正黑體"/>
                <a:ea typeface="微軟正黑體"/>
              </a:rPr>
              <a:t>日期為最後一次更新日</a:t>
            </a:r>
            <a:endParaRPr lang="en-US" sz="1600" b="0" strike="noStrike" spc="-1">
              <a:solidFill>
                <a:srgbClr val="000000"/>
              </a:solidFill>
              <a:latin typeface="Calibri"/>
            </a:endParaRPr>
          </a:p>
        </p:txBody>
      </p:sp>
      <p:sp>
        <p:nvSpPr>
          <p:cNvPr id="2993" name="文字方塊 53"/>
          <p:cNvSpPr/>
          <p:nvPr/>
        </p:nvSpPr>
        <p:spPr>
          <a:xfrm>
            <a:off x="5545800" y="8023320"/>
            <a:ext cx="1556640" cy="548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457200">
              <a:lnSpc>
                <a:spcPct val="100000"/>
              </a:lnSpc>
            </a:pPr>
            <a:r>
              <a:rPr lang="zh-TW" sz="1800" b="0" strike="noStrike" spc="-1">
                <a:solidFill>
                  <a:srgbClr val="C00000"/>
                </a:solidFill>
                <a:latin typeface="微軟正黑體"/>
                <a:ea typeface="微軟正黑體"/>
              </a:rPr>
              <a:t>說明號碼，位於右上角</a:t>
            </a:r>
            <a:endParaRPr lang="en-US" sz="1800" b="0" strike="noStrike" spc="-1">
              <a:solidFill>
                <a:srgbClr val="000000"/>
              </a:solidFill>
              <a:latin typeface="Calibri"/>
            </a:endParaRPr>
          </a:p>
        </p:txBody>
      </p:sp>
      <p:graphicFrame>
        <p:nvGraphicFramePr>
          <p:cNvPr id="2994" name="表格 30"/>
          <p:cNvGraphicFramePr/>
          <p:nvPr/>
        </p:nvGraphicFramePr>
        <p:xfrm>
          <a:off x="3242520" y="8119440"/>
          <a:ext cx="1797120" cy="1238400"/>
        </p:xfrm>
        <a:graphic>
          <a:graphicData uri="http://schemas.openxmlformats.org/drawingml/2006/table">
            <a:tbl>
              <a:tblPr/>
              <a:tblGrid>
                <a:gridCol w="898560"/>
                <a:gridCol w="898560"/>
              </a:tblGrid>
              <a:tr h="336600">
                <a:tc gridSpan="2">
                  <a:txBody>
                    <a:bodyPr/>
                    <a:lstStyle/>
                    <a:p>
                      <a:pPr algn="ctr" defTabSz="1371600">
                        <a:lnSpc>
                          <a:spcPct val="100000"/>
                        </a:lnSpc>
                      </a:pPr>
                      <a:r>
                        <a:rPr lang="en-US" sz="1500" b="0" strike="noStrike" spc="-1">
                          <a:solidFill>
                            <a:schemeClr val="dk1"/>
                          </a:solidFill>
                          <a:latin typeface="Calibri"/>
                        </a:rPr>
                        <a:t>BP</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565200">
                <a:tc gridSpan="2">
                  <a:txBody>
                    <a:bodyPr/>
                    <a:lstStyle/>
                    <a:p>
                      <a:pPr algn="ctr" defTabSz="1371600">
                        <a:lnSpc>
                          <a:spcPct val="100000"/>
                        </a:lnSpc>
                      </a:pPr>
                      <a:r>
                        <a:rPr lang="zh-TW" sz="1500" b="0" strike="noStrike" spc="-1">
                          <a:solidFill>
                            <a:schemeClr val="dk1"/>
                          </a:solidFill>
                          <a:latin typeface="Calibri"/>
                        </a:rPr>
                        <a:t>交易名稱</a:t>
                      </a:r>
                      <a:endParaRPr lang="en-US" sz="1500" b="0" strike="noStrike" spc="-1">
                        <a:solidFill>
                          <a:srgbClr val="000000"/>
                        </a:solidFill>
                        <a:latin typeface="Calibri"/>
                      </a:endParaRPr>
                    </a:p>
                    <a:p>
                      <a:pPr algn="ctr" defTabSz="1371600">
                        <a:lnSpc>
                          <a:spcPct val="100000"/>
                        </a:lnSpc>
                      </a:pPr>
                      <a:r>
                        <a:rPr lang="zh-TW" sz="1500" b="0" strike="noStrike" spc="-1">
                          <a:solidFill>
                            <a:schemeClr val="dk1"/>
                          </a:solidFill>
                          <a:latin typeface="Calibri"/>
                        </a:rPr>
                        <a:t>作業</a:t>
                      </a:r>
                      <a:r>
                        <a:rPr lang="en-US" sz="1500" b="0" strike="noStrike" spc="-1">
                          <a:solidFill>
                            <a:schemeClr val="dk1"/>
                          </a:solidFill>
                          <a:latin typeface="Calibri"/>
                        </a:rPr>
                        <a:t>/</a:t>
                      </a:r>
                      <a:r>
                        <a:rPr lang="zh-TW" sz="1500" b="0" strike="noStrike" spc="-1">
                          <a:solidFill>
                            <a:schemeClr val="dk1"/>
                          </a:solidFill>
                          <a:latin typeface="Calibri"/>
                        </a:rPr>
                        <a:t>動作</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hMerge="1">
                  <a:txBody>
                    <a:bodyPr/>
                    <a:lstStyle/>
                    <a:p>
                      <a:endParaRPr lang="en-US" sz="1800" b="0" strike="noStrike" spc="-1">
                        <a:solidFill>
                          <a:srgbClr val="000000"/>
                        </a:solidFill>
                        <a:latin typeface="Calibri"/>
                      </a:endParaRPr>
                    </a:p>
                  </a:txBody>
                  <a:tcPr marL="90000" marR="90000">
                    <a:lnL>
                      <a:noFill/>
                    </a:lnL>
                    <a:lnR>
                      <a:noFill/>
                    </a:lnR>
                    <a:lnT>
                      <a:noFill/>
                    </a:lnT>
                    <a:lnB>
                      <a:noFill/>
                    </a:lnB>
                    <a:solidFill>
                      <a:srgbClr val="729FCF"/>
                    </a:solidFill>
                  </a:tcPr>
                </a:tc>
              </a:tr>
              <a:tr h="336600">
                <a:tc>
                  <a:txBody>
                    <a:bodyPr/>
                    <a:lstStyle/>
                    <a:p>
                      <a:pPr algn="ctr" defTabSz="1371600">
                        <a:lnSpc>
                          <a:spcPct val="100000"/>
                        </a:lnSpc>
                      </a:pPr>
                      <a:r>
                        <a:rPr lang="en-US" sz="1500" b="0" strike="noStrike" spc="-1">
                          <a:solidFill>
                            <a:schemeClr val="dk1"/>
                          </a:solidFill>
                          <a:latin typeface="Calibri"/>
                        </a:rPr>
                        <a:t>SAP</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c>
                  <a:txBody>
                    <a:bodyPr/>
                    <a:lstStyle/>
                    <a:p>
                      <a:pPr algn="ctr" defTabSz="1371600">
                        <a:lnSpc>
                          <a:spcPct val="100000"/>
                        </a:lnSpc>
                      </a:pPr>
                      <a:r>
                        <a:rPr lang="zh-TW" sz="1500" b="0" strike="noStrike" spc="-1">
                          <a:solidFill>
                            <a:schemeClr val="dk1"/>
                          </a:solidFill>
                          <a:latin typeface="Calibri"/>
                        </a:rPr>
                        <a:t>自動</a:t>
                      </a:r>
                      <a:endParaRPr lang="en-US" sz="1500" b="0" strike="noStrike" spc="-1">
                        <a:solidFill>
                          <a:srgbClr val="000000"/>
                        </a:solidFill>
                        <a:latin typeface="Calibri"/>
                      </a:endParaRPr>
                    </a:p>
                  </a:txBody>
                  <a:tcPr marL="54000" marR="54000">
                    <a:lnL w="2880">
                      <a:solidFill>
                        <a:srgbClr val="000000"/>
                      </a:solidFill>
                      <a:prstDash val="solid"/>
                    </a:lnL>
                    <a:lnR w="2880">
                      <a:solidFill>
                        <a:srgbClr val="000000"/>
                      </a:solidFill>
                      <a:prstDash val="solid"/>
                    </a:lnR>
                    <a:lnT w="2880">
                      <a:solidFill>
                        <a:srgbClr val="000000"/>
                      </a:solidFill>
                      <a:prstDash val="solid"/>
                    </a:lnT>
                    <a:lnB w="2880">
                      <a:solidFill>
                        <a:srgbClr val="000000"/>
                      </a:solidFill>
                      <a:prstDash val="solid"/>
                    </a:lnB>
                    <a:solidFill>
                      <a:schemeClr val="lt1"/>
                    </a:solidFill>
                  </a:tcPr>
                </a:tc>
              </a:tr>
            </a:tbl>
          </a:graphicData>
        </a:graphic>
      </p:graphicFrame>
      <p:grpSp>
        <p:nvGrpSpPr>
          <p:cNvPr id="2995" name="Group 232"/>
          <p:cNvGrpSpPr/>
          <p:nvPr/>
        </p:nvGrpSpPr>
        <p:grpSpPr>
          <a:xfrm>
            <a:off x="4888080" y="7911720"/>
            <a:ext cx="557280" cy="407880"/>
            <a:chOff x="4888080" y="7911720"/>
            <a:chExt cx="557280" cy="407880"/>
          </a:xfrm>
        </p:grpSpPr>
        <p:sp>
          <p:nvSpPr>
            <p:cNvPr id="2996" name="Oval 233"/>
            <p:cNvSpPr/>
            <p:nvPr/>
          </p:nvSpPr>
          <p:spPr>
            <a:xfrm>
              <a:off x="4888080" y="7911720"/>
              <a:ext cx="410760" cy="407880"/>
            </a:xfrm>
            <a:prstGeom prst="ellipse">
              <a:avLst/>
            </a:prstGeom>
            <a:solidFill>
              <a:schemeClr val="bg1"/>
            </a:solidFill>
            <a:ln>
              <a:solidFill>
                <a:srgbClr val="000000"/>
              </a:solid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defTabSz="457200">
                <a:lnSpc>
                  <a:spcPct val="100000"/>
                </a:lnSpc>
              </a:pPr>
              <a:endParaRPr lang="en-US" sz="4050" b="0" strike="noStrike" spc="-1">
                <a:solidFill>
                  <a:schemeClr val="lt1"/>
                </a:solidFill>
                <a:latin typeface="Calibri"/>
              </a:endParaRPr>
            </a:p>
          </p:txBody>
        </p:sp>
        <p:sp>
          <p:nvSpPr>
            <p:cNvPr id="2997" name="TextBox 234"/>
            <p:cNvSpPr/>
            <p:nvPr/>
          </p:nvSpPr>
          <p:spPr>
            <a:xfrm>
              <a:off x="4912560" y="7931520"/>
              <a:ext cx="532800" cy="318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en-US" sz="1500" b="0" strike="noStrike" spc="-1">
                  <a:solidFill>
                    <a:schemeClr val="dk1"/>
                  </a:solidFill>
                  <a:latin typeface="微軟正黑體"/>
                  <a:ea typeface="微軟正黑體"/>
                </a:rPr>
                <a:t>1</a:t>
              </a:r>
              <a:endParaRPr lang="en-US" sz="1500" b="0" strike="noStrike" spc="-1">
                <a:solidFill>
                  <a:srgbClr val="000000"/>
                </a:solidFill>
                <a:latin typeface="Calibri"/>
              </a:endParaRPr>
            </a:p>
          </p:txBody>
        </p:sp>
      </p:grpSp>
      <p:grpSp>
        <p:nvGrpSpPr>
          <p:cNvPr id="2998" name="Group 4"/>
          <p:cNvGrpSpPr/>
          <p:nvPr/>
        </p:nvGrpSpPr>
        <p:grpSpPr>
          <a:xfrm>
            <a:off x="10674360" y="835920"/>
            <a:ext cx="3404880" cy="417600"/>
            <a:chOff x="10674360" y="835920"/>
            <a:chExt cx="3404880" cy="417600"/>
          </a:xfrm>
        </p:grpSpPr>
        <p:grpSp>
          <p:nvGrpSpPr>
            <p:cNvPr id="2999" name="Group 24"/>
            <p:cNvGrpSpPr/>
            <p:nvPr/>
          </p:nvGrpSpPr>
          <p:grpSpPr>
            <a:xfrm>
              <a:off x="10674360" y="835920"/>
              <a:ext cx="1297080" cy="417600"/>
              <a:chOff x="10674360" y="835920"/>
              <a:chExt cx="1297080" cy="417600"/>
            </a:xfrm>
          </p:grpSpPr>
          <p:sp>
            <p:nvSpPr>
              <p:cNvPr id="3000" name="文字方塊 21"/>
              <p:cNvSpPr/>
              <p:nvPr/>
            </p:nvSpPr>
            <p:spPr>
              <a:xfrm>
                <a:off x="10674360" y="835920"/>
                <a:ext cx="446400" cy="4096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en-US" sz="2100" b="0" strike="noStrike" spc="-1">
                    <a:solidFill>
                      <a:schemeClr val="dk1"/>
                    </a:solidFill>
                    <a:latin typeface="Wingdings"/>
                    <a:ea typeface="Microsoft JhengHei"/>
                  </a:rPr>
                  <a:t></a:t>
                </a:r>
                <a:endParaRPr lang="en-US" sz="2100" b="0" strike="noStrike" spc="-1">
                  <a:solidFill>
                    <a:srgbClr val="000000"/>
                  </a:solidFill>
                  <a:latin typeface="Calibri"/>
                </a:endParaRPr>
              </a:p>
            </p:txBody>
          </p:sp>
          <p:sp>
            <p:nvSpPr>
              <p:cNvPr id="3001" name="文字方塊 22"/>
              <p:cNvSpPr/>
              <p:nvPr/>
            </p:nvSpPr>
            <p:spPr>
              <a:xfrm>
                <a:off x="11027160" y="858960"/>
                <a:ext cx="944280" cy="3945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zh-TW" sz="2000" b="0" strike="noStrike" spc="-1">
                    <a:solidFill>
                      <a:schemeClr val="dk1"/>
                    </a:solidFill>
                    <a:latin typeface="Microsoft JhengHei"/>
                    <a:ea typeface="Microsoft JhengHei"/>
                  </a:rPr>
                  <a:t>新流程</a:t>
                </a:r>
                <a:endParaRPr lang="en-US" sz="2000" b="0" strike="noStrike" spc="-1">
                  <a:solidFill>
                    <a:srgbClr val="000000"/>
                  </a:solidFill>
                  <a:latin typeface="Calibri"/>
                </a:endParaRPr>
              </a:p>
            </p:txBody>
          </p:sp>
        </p:grpSp>
        <p:grpSp>
          <p:nvGrpSpPr>
            <p:cNvPr id="3002" name="Group 31"/>
            <p:cNvGrpSpPr/>
            <p:nvPr/>
          </p:nvGrpSpPr>
          <p:grpSpPr>
            <a:xfrm>
              <a:off x="11982960" y="843840"/>
              <a:ext cx="2096280" cy="409680"/>
              <a:chOff x="11982960" y="843840"/>
              <a:chExt cx="2096280" cy="409680"/>
            </a:xfrm>
          </p:grpSpPr>
          <p:sp>
            <p:nvSpPr>
              <p:cNvPr id="3003" name="文字方塊 23"/>
              <p:cNvSpPr/>
              <p:nvPr/>
            </p:nvSpPr>
            <p:spPr>
              <a:xfrm>
                <a:off x="12371400" y="858960"/>
                <a:ext cx="1707840" cy="3945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zh-TW" sz="2000" b="0" strike="noStrike" spc="-1">
                    <a:solidFill>
                      <a:schemeClr val="dk1"/>
                    </a:solidFill>
                    <a:latin typeface="Microsoft JhengHei"/>
                    <a:ea typeface="Microsoft JhengHei"/>
                  </a:rPr>
                  <a:t>權責單位改變</a:t>
                </a:r>
                <a:endParaRPr lang="en-US" sz="2000" b="0" strike="noStrike" spc="-1">
                  <a:solidFill>
                    <a:srgbClr val="000000"/>
                  </a:solidFill>
                  <a:latin typeface="Calibri"/>
                </a:endParaRPr>
              </a:p>
            </p:txBody>
          </p:sp>
          <p:sp>
            <p:nvSpPr>
              <p:cNvPr id="3004" name="文字方塊 21"/>
              <p:cNvSpPr/>
              <p:nvPr/>
            </p:nvSpPr>
            <p:spPr>
              <a:xfrm>
                <a:off x="11982960" y="843840"/>
                <a:ext cx="446400" cy="4096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457200">
                  <a:lnSpc>
                    <a:spcPct val="100000"/>
                  </a:lnSpc>
                </a:pPr>
                <a:r>
                  <a:rPr lang="en-US" sz="2100" b="0" strike="noStrike" spc="-1">
                    <a:solidFill>
                      <a:schemeClr val="dk1"/>
                    </a:solidFill>
                    <a:latin typeface="Wingdings"/>
                    <a:ea typeface="Microsoft JhengHei"/>
                  </a:rPr>
                  <a:t></a:t>
                </a:r>
                <a:endParaRPr lang="en-US" sz="2100" b="0" strike="noStrike" spc="-1">
                  <a:solidFill>
                    <a:srgbClr val="000000"/>
                  </a:solidFill>
                  <a:latin typeface="Calibri"/>
                </a:endParaRPr>
              </a:p>
            </p:txBody>
          </p:sp>
        </p:grpSp>
      </p:grpSp>
      <p:sp>
        <p:nvSpPr>
          <p:cNvPr id="3005" name="TextBox 36"/>
          <p:cNvSpPr/>
          <p:nvPr/>
        </p:nvSpPr>
        <p:spPr>
          <a:xfrm>
            <a:off x="2521800" y="811440"/>
            <a:ext cx="8244000" cy="455400"/>
          </a:xfrm>
          <a:prstGeom prst="rect">
            <a:avLst/>
          </a:prstGeom>
          <a:solidFill>
            <a:srgbClr val="FFC000"/>
          </a:solid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457200">
              <a:lnSpc>
                <a:spcPct val="100000"/>
              </a:lnSpc>
            </a:pPr>
            <a:r>
              <a:rPr lang="zh-TW" sz="2400" b="1" strike="noStrike" spc="-1">
                <a:solidFill>
                  <a:schemeClr val="dk1"/>
                </a:solidFill>
                <a:latin typeface="Microsoft JhengHei"/>
                <a:ea typeface="Microsoft JhengHei"/>
              </a:rPr>
              <a:t>本區域請輸入”流程編碼”與 “流程名稱”</a:t>
            </a:r>
            <a:endParaRPr lang="en-US" sz="2400" b="0" strike="noStrike" spc="-1">
              <a:solidFill>
                <a:srgbClr val="000000"/>
              </a:solidFill>
              <a:latin typeface="Calibri"/>
            </a:endParaRPr>
          </a:p>
        </p:txBody>
      </p:sp>
    </p:spTree>
  </p:cSld>
  <p:clrMapOvr>
    <a:masterClrMapping/>
  </p:clrMapOvr>
  <mc:AlternateContent xmlns:mc="http://schemas.openxmlformats.org/markup-compatibility/2006">
    <mc:Choice xmlns:p15="http://schemas.microsoft.com/office/powerpoint/2012/main" xmlns:p14="http://schemas.microsoft.com/office/powerpoint/2010/main" xmlns="" Requires="p14">
      <p:transition spd="slow" p14:dur="2000"/>
    </mc:Choice>
    <mc:Fallback>
      <p:transition spd="slow"/>
    </mc:Fallback>
  </mc:AlternateContent>
  <p:timing>
    <p:tnLst>
      <p:par>
        <p:cTn id="1" dur="indefinite" restart="never" nodeType="tmRoot"/>
      </p:par>
    </p:tnLst>
  </p:timing>
</p:sld>
</file>

<file path=ppt/theme/theme1.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3.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4.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5.xml><?xml version="1.0" encoding="utf-8"?>
<a:theme xmlns:a="http://schemas.openxmlformats.org/drawingml/2006/main" name="Office 2013 - 2022 Theme">
  <a:themeElements>
    <a:clrScheme name="Office 2013 - 2022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a:ea typeface=""/>
        <a:cs typeface=""/>
      </a:majorFont>
      <a:minorFont>
        <a:latin typeface="Calibri"/>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6.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2013 - 2022 Theme</Template>
  <TotalTime>15953</TotalTime>
  <Words>659</Words>
  <Application>Collabora_Office/23.05.5.4$Linux_X86_64 LibreOffice_project/1681200a96e5ffa1bee996c23ec760042f91abfa</Application>
  <PresentationFormat>自訂</PresentationFormat>
  <Paragraphs>180</Paragraphs>
  <Slides>6</Slides>
  <Notes>2</Notes>
  <HiddenSlides>0</HiddenSlides>
  <MMClips>0</MMClips>
  <ScaleCrop>false</ScaleCrop>
  <HeadingPairs>
    <vt:vector size="4" baseType="variant">
      <vt:variant>
        <vt:lpstr>佈景主題</vt:lpstr>
      </vt:variant>
      <vt:variant>
        <vt:i4>5</vt:i4>
      </vt:variant>
      <vt:variant>
        <vt:lpstr>投影片標題</vt:lpstr>
      </vt:variant>
      <vt:variant>
        <vt:i4>6</vt:i4>
      </vt:variant>
    </vt:vector>
  </HeadingPairs>
  <TitlesOfParts>
    <vt:vector size="11" baseType="lpstr">
      <vt:lpstr>Office 2013 - 2022 Theme</vt:lpstr>
      <vt:lpstr>Office 2013 - 2022 Theme</vt:lpstr>
      <vt:lpstr>Office 2013 - 2022 Theme</vt:lpstr>
      <vt:lpstr>Office 2013 - 2022 Theme</vt:lpstr>
      <vt:lpstr>Office 2013 - 2022 Theme</vt:lpstr>
      <vt:lpstr>投影片 1</vt:lpstr>
      <vt:lpstr>投影片 2</vt:lpstr>
      <vt:lpstr>投影片 3</vt:lpstr>
      <vt:lpstr>投影片 4</vt:lpstr>
      <vt:lpstr>投影片 5</vt:lpstr>
      <vt:lpstr>投影片 6</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joy.huang</dc:creator>
  <cp:lastModifiedBy>葉春祥</cp:lastModifiedBy>
  <cp:revision>130</cp:revision>
  <dcterms:created xsi:type="dcterms:W3CDTF">2023-05-31T01:27:04Z</dcterms:created>
  <dcterms:modified xsi:type="dcterms:W3CDTF">2025-07-22T01:16:17Z</dcterms:modified>
  <dc:language>zh-TW</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7</vt:i4>
  </property>
  <property fmtid="{D5CDD505-2E9C-101B-9397-08002B2CF9AE}" pid="3" name="PresentationFormat">
    <vt:lpwstr>Custom</vt:lpwstr>
  </property>
  <property fmtid="{D5CDD505-2E9C-101B-9397-08002B2CF9AE}" pid="4" name="Slides">
    <vt:i4>9</vt:i4>
  </property>
</Properties>
</file>