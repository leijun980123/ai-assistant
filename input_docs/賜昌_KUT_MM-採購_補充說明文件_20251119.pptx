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4"/>
  </p:sldMasterIdLst>
  <p:notesMasterIdLst>
    <p:notesMasterId r:id="rId14"/>
  </p:notesMasterIdLst>
  <p:sldIdLst>
    <p:sldId id="261" r:id="rId5"/>
    <p:sldId id="2147473099" r:id="rId6"/>
    <p:sldId id="2147473097" r:id="rId7"/>
    <p:sldId id="2147473115" r:id="rId8"/>
    <p:sldId id="2147473116" r:id="rId9"/>
    <p:sldId id="2147473111" r:id="rId10"/>
    <p:sldId id="2147473112" r:id="rId11"/>
    <p:sldId id="2147473113" r:id="rId12"/>
    <p:sldId id="2147473000" r:id="rId13"/>
  </p:sldIdLst>
  <p:sldSz cx="18288000" cy="10288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0A1A"/>
    <a:srgbClr val="F1CB78"/>
    <a:srgbClr val="FF9300"/>
    <a:srgbClr val="ED8278"/>
    <a:srgbClr val="A82415"/>
    <a:srgbClr val="70170F"/>
    <a:srgbClr val="82695E"/>
    <a:srgbClr val="BE5107"/>
    <a:srgbClr val="FFA92A"/>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735" autoAdjust="0"/>
    <p:restoredTop sz="95873" autoAdjust="0"/>
  </p:normalViewPr>
  <p:slideViewPr>
    <p:cSldViewPr snapToGrid="0">
      <p:cViewPr varScale="1">
        <p:scale>
          <a:sx n="120" d="100"/>
          <a:sy n="120" d="100"/>
        </p:scale>
        <p:origin x="198" y="120"/>
      </p:cViewPr>
      <p:guideLst/>
    </p:cSldViewPr>
  </p:slideViewPr>
  <p:notesTextViewPr>
    <p:cViewPr>
      <p:scale>
        <a:sx n="1" d="1"/>
        <a:sy n="1" d="1"/>
      </p:scale>
      <p:origin x="0" y="0"/>
    </p:cViewPr>
  </p:notesTextViewPr>
  <p:sorterViewPr>
    <p:cViewPr>
      <p:scale>
        <a:sx n="90" d="100"/>
        <a:sy n="9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胡雅苹 (Yaping Hu)" userId="4ba2e64d-2433-449b-af9f-ac00e62257f3" providerId="ADAL" clId="{38407AA2-C0C1-44B8-AE6D-C02B6E951496}"/>
    <pc:docChg chg="undo redo custSel addSld delSld modSld sldOrd">
      <pc:chgData name="胡雅苹 (Yaping Hu)" userId="4ba2e64d-2433-449b-af9f-ac00e62257f3" providerId="ADAL" clId="{38407AA2-C0C1-44B8-AE6D-C02B6E951496}" dt="2025-11-19T09:32:14.156" v="1965" actId="47"/>
      <pc:docMkLst>
        <pc:docMk/>
      </pc:docMkLst>
      <pc:sldChg chg="modSp mod">
        <pc:chgData name="胡雅苹 (Yaping Hu)" userId="4ba2e64d-2433-449b-af9f-ac00e62257f3" providerId="ADAL" clId="{38407AA2-C0C1-44B8-AE6D-C02B6E951496}" dt="2025-11-13T17:59:02.475" v="504" actId="20577"/>
        <pc:sldMkLst>
          <pc:docMk/>
          <pc:sldMk cId="42830734" sldId="261"/>
        </pc:sldMkLst>
        <pc:spChg chg="mod">
          <ac:chgData name="胡雅苹 (Yaping Hu)" userId="4ba2e64d-2433-449b-af9f-ac00e62257f3" providerId="ADAL" clId="{38407AA2-C0C1-44B8-AE6D-C02B6E951496}" dt="2025-11-13T17:59:02.475" v="504" actId="20577"/>
          <ac:spMkLst>
            <pc:docMk/>
            <pc:sldMk cId="42830734" sldId="261"/>
            <ac:spMk id="3" creationId="{8859345E-AB13-0337-28A8-72F68FB71A83}"/>
          </ac:spMkLst>
        </pc:spChg>
        <pc:spChg chg="mod">
          <ac:chgData name="胡雅苹 (Yaping Hu)" userId="4ba2e64d-2433-449b-af9f-ac00e62257f3" providerId="ADAL" clId="{38407AA2-C0C1-44B8-AE6D-C02B6E951496}" dt="2025-11-13T17:27:33.567" v="385" actId="20577"/>
          <ac:spMkLst>
            <pc:docMk/>
            <pc:sldMk cId="42830734" sldId="261"/>
            <ac:spMk id="5" creationId="{E1637891-39B6-9F83-1E67-17C75D44F0A1}"/>
          </ac:spMkLst>
        </pc:spChg>
      </pc:sldChg>
      <pc:sldChg chg="del ord">
        <pc:chgData name="胡雅苹 (Yaping Hu)" userId="4ba2e64d-2433-449b-af9f-ac00e62257f3" providerId="ADAL" clId="{38407AA2-C0C1-44B8-AE6D-C02B6E951496}" dt="2025-11-18T08:01:53.082" v="1887" actId="47"/>
        <pc:sldMkLst>
          <pc:docMk/>
          <pc:sldMk cId="210309769" sldId="2147472997"/>
        </pc:sldMkLst>
      </pc:sldChg>
      <pc:sldChg chg="modSp del mod ord">
        <pc:chgData name="胡雅苹 (Yaping Hu)" userId="4ba2e64d-2433-449b-af9f-ac00e62257f3" providerId="ADAL" clId="{38407AA2-C0C1-44B8-AE6D-C02B6E951496}" dt="2025-11-19T09:32:14.156" v="1965" actId="47"/>
        <pc:sldMkLst>
          <pc:docMk/>
          <pc:sldMk cId="0" sldId="2147473094"/>
        </pc:sldMkLst>
      </pc:sldChg>
      <pc:sldChg chg="addSp delSp modSp add mod">
        <pc:chgData name="胡雅苹 (Yaping Hu)" userId="4ba2e64d-2433-449b-af9f-ac00e62257f3" providerId="ADAL" clId="{38407AA2-C0C1-44B8-AE6D-C02B6E951496}" dt="2025-11-19T00:10:48.180" v="1964" actId="207"/>
        <pc:sldMkLst>
          <pc:docMk/>
          <pc:sldMk cId="3532218582" sldId="2147473097"/>
        </pc:sldMkLst>
        <pc:spChg chg="mod">
          <ac:chgData name="胡雅苹 (Yaping Hu)" userId="4ba2e64d-2433-449b-af9f-ac00e62257f3" providerId="ADAL" clId="{38407AA2-C0C1-44B8-AE6D-C02B6E951496}" dt="2025-11-17T09:40:42.291" v="1886" actId="20577"/>
          <ac:spMkLst>
            <pc:docMk/>
            <pc:sldMk cId="3532218582" sldId="2147473097"/>
            <ac:spMk id="2" creationId="{982F833D-F218-2B1E-5015-5A41A6DB643A}"/>
          </ac:spMkLst>
        </pc:spChg>
        <pc:spChg chg="mod">
          <ac:chgData name="胡雅苹 (Yaping Hu)" userId="4ba2e64d-2433-449b-af9f-ac00e62257f3" providerId="ADAL" clId="{38407AA2-C0C1-44B8-AE6D-C02B6E951496}" dt="2025-11-14T04:23:52.715" v="1736" actId="20577"/>
          <ac:spMkLst>
            <pc:docMk/>
            <pc:sldMk cId="3532218582" sldId="2147473097"/>
            <ac:spMk id="3" creationId="{F527D985-0CB3-FCAF-FBF4-FD07193E7D5C}"/>
          </ac:spMkLst>
        </pc:spChg>
        <pc:spChg chg="mod">
          <ac:chgData name="胡雅苹 (Yaping Hu)" userId="4ba2e64d-2433-449b-af9f-ac00e62257f3" providerId="ADAL" clId="{38407AA2-C0C1-44B8-AE6D-C02B6E951496}" dt="2025-11-14T04:20:38.956" v="1722" actId="164"/>
          <ac:spMkLst>
            <pc:docMk/>
            <pc:sldMk cId="3532218582" sldId="2147473097"/>
            <ac:spMk id="4" creationId="{CA7CFDD8-51AC-DCDC-B6B4-09881F01525D}"/>
          </ac:spMkLst>
        </pc:spChg>
        <pc:spChg chg="mod">
          <ac:chgData name="胡雅苹 (Yaping Hu)" userId="4ba2e64d-2433-449b-af9f-ac00e62257f3" providerId="ADAL" clId="{38407AA2-C0C1-44B8-AE6D-C02B6E951496}" dt="2025-11-18T08:39:55.080" v="1912" actId="20577"/>
          <ac:spMkLst>
            <pc:docMk/>
            <pc:sldMk cId="3532218582" sldId="2147473097"/>
            <ac:spMk id="5" creationId="{A3498218-098E-AF5F-E55E-921B35B5CFB8}"/>
          </ac:spMkLst>
        </pc:spChg>
        <pc:spChg chg="add mod">
          <ac:chgData name="胡雅苹 (Yaping Hu)" userId="4ba2e64d-2433-449b-af9f-ac00e62257f3" providerId="ADAL" clId="{38407AA2-C0C1-44B8-AE6D-C02B6E951496}" dt="2025-11-14T03:46:40.016" v="1211" actId="164"/>
          <ac:spMkLst>
            <pc:docMk/>
            <pc:sldMk cId="3532218582" sldId="2147473097"/>
            <ac:spMk id="6" creationId="{B3D90DDC-918A-EDCA-48FD-62F60EBA50A3}"/>
          </ac:spMkLst>
        </pc:spChg>
        <pc:spChg chg="add mod">
          <ac:chgData name="胡雅苹 (Yaping Hu)" userId="4ba2e64d-2433-449b-af9f-ac00e62257f3" providerId="ADAL" clId="{38407AA2-C0C1-44B8-AE6D-C02B6E951496}" dt="2025-11-14T03:47:29.759" v="1219" actId="20577"/>
          <ac:spMkLst>
            <pc:docMk/>
            <pc:sldMk cId="3532218582" sldId="2147473097"/>
            <ac:spMk id="7" creationId="{A98F64F7-4A49-5FEC-7719-F9196097A931}"/>
          </ac:spMkLst>
        </pc:spChg>
        <pc:spChg chg="mod">
          <ac:chgData name="胡雅苹 (Yaping Hu)" userId="4ba2e64d-2433-449b-af9f-ac00e62257f3" providerId="ADAL" clId="{38407AA2-C0C1-44B8-AE6D-C02B6E951496}" dt="2025-11-14T04:20:21.996" v="1721" actId="14100"/>
          <ac:spMkLst>
            <pc:docMk/>
            <pc:sldMk cId="3532218582" sldId="2147473097"/>
            <ac:spMk id="12" creationId="{9F8D58CF-428B-D6D1-FD9F-1EA11AE88C3A}"/>
          </ac:spMkLst>
        </pc:spChg>
        <pc:spChg chg="mod">
          <ac:chgData name="胡雅苹 (Yaping Hu)" userId="4ba2e64d-2433-449b-af9f-ac00e62257f3" providerId="ADAL" clId="{38407AA2-C0C1-44B8-AE6D-C02B6E951496}" dt="2025-11-14T04:18:19.467" v="1709" actId="12789"/>
          <ac:spMkLst>
            <pc:docMk/>
            <pc:sldMk cId="3532218582" sldId="2147473097"/>
            <ac:spMk id="13" creationId="{90BF998F-63B7-9F40-59A8-1B0F345018A6}"/>
          </ac:spMkLst>
        </pc:spChg>
        <pc:spChg chg="mod topLvl">
          <ac:chgData name="胡雅苹 (Yaping Hu)" userId="4ba2e64d-2433-449b-af9f-ac00e62257f3" providerId="ADAL" clId="{38407AA2-C0C1-44B8-AE6D-C02B6E951496}" dt="2025-11-14T04:19:41.088" v="1718" actId="164"/>
          <ac:spMkLst>
            <pc:docMk/>
            <pc:sldMk cId="3532218582" sldId="2147473097"/>
            <ac:spMk id="15" creationId="{A9D8C69F-5C84-5FB3-48D6-04D152B629F5}"/>
          </ac:spMkLst>
        </pc:spChg>
        <pc:spChg chg="mod topLvl">
          <ac:chgData name="胡雅苹 (Yaping Hu)" userId="4ba2e64d-2433-449b-af9f-ac00e62257f3" providerId="ADAL" clId="{38407AA2-C0C1-44B8-AE6D-C02B6E951496}" dt="2025-11-14T04:19:41.088" v="1718" actId="164"/>
          <ac:spMkLst>
            <pc:docMk/>
            <pc:sldMk cId="3532218582" sldId="2147473097"/>
            <ac:spMk id="17" creationId="{7A9A1B1D-782A-0FB6-1B73-B5DE892DF2C6}"/>
          </ac:spMkLst>
        </pc:spChg>
        <pc:spChg chg="mod">
          <ac:chgData name="胡雅苹 (Yaping Hu)" userId="4ba2e64d-2433-449b-af9f-ac00e62257f3" providerId="ADAL" clId="{38407AA2-C0C1-44B8-AE6D-C02B6E951496}" dt="2025-11-14T04:06:17.880" v="1403" actId="1036"/>
          <ac:spMkLst>
            <pc:docMk/>
            <pc:sldMk cId="3532218582" sldId="2147473097"/>
            <ac:spMk id="18" creationId="{D717D803-2584-ABD2-6B47-7B66031BDA3D}"/>
          </ac:spMkLst>
        </pc:spChg>
        <pc:spChg chg="mod">
          <ac:chgData name="胡雅苹 (Yaping Hu)" userId="4ba2e64d-2433-449b-af9f-ac00e62257f3" providerId="ADAL" clId="{38407AA2-C0C1-44B8-AE6D-C02B6E951496}" dt="2025-11-14T03:47:04.183" v="1216" actId="207"/>
          <ac:spMkLst>
            <pc:docMk/>
            <pc:sldMk cId="3532218582" sldId="2147473097"/>
            <ac:spMk id="20" creationId="{48F0D880-D917-D76D-40C4-E214323F5C64}"/>
          </ac:spMkLst>
        </pc:spChg>
        <pc:spChg chg="mod">
          <ac:chgData name="胡雅苹 (Yaping Hu)" userId="4ba2e64d-2433-449b-af9f-ac00e62257f3" providerId="ADAL" clId="{38407AA2-C0C1-44B8-AE6D-C02B6E951496}" dt="2025-11-14T03:47:51.577" v="1235" actId="20577"/>
          <ac:spMkLst>
            <pc:docMk/>
            <pc:sldMk cId="3532218582" sldId="2147473097"/>
            <ac:spMk id="22" creationId="{815A3D28-5A0B-B791-A3C3-4ED91F4B750D}"/>
          </ac:spMkLst>
        </pc:spChg>
        <pc:spChg chg="mod">
          <ac:chgData name="胡雅苹 (Yaping Hu)" userId="4ba2e64d-2433-449b-af9f-ac00e62257f3" providerId="ADAL" clId="{38407AA2-C0C1-44B8-AE6D-C02B6E951496}" dt="2025-11-14T04:20:38.956" v="1722" actId="164"/>
          <ac:spMkLst>
            <pc:docMk/>
            <pc:sldMk cId="3532218582" sldId="2147473097"/>
            <ac:spMk id="24" creationId="{1A7E549D-88DF-4665-0E1D-8AC64B4C22C3}"/>
          </ac:spMkLst>
        </pc:spChg>
        <pc:spChg chg="mod">
          <ac:chgData name="胡雅苹 (Yaping Hu)" userId="4ba2e64d-2433-449b-af9f-ac00e62257f3" providerId="ADAL" clId="{38407AA2-C0C1-44B8-AE6D-C02B6E951496}" dt="2025-11-18T08:46:41.264" v="1946" actId="165"/>
          <ac:spMkLst>
            <pc:docMk/>
            <pc:sldMk cId="3532218582" sldId="2147473097"/>
            <ac:spMk id="25" creationId="{1EC3DF83-2F2C-D260-4DEF-2DA5D8EF5CAE}"/>
          </ac:spMkLst>
        </pc:spChg>
        <pc:spChg chg="mod topLvl">
          <ac:chgData name="胡雅苹 (Yaping Hu)" userId="4ba2e64d-2433-449b-af9f-ac00e62257f3" providerId="ADAL" clId="{38407AA2-C0C1-44B8-AE6D-C02B6E951496}" dt="2025-11-19T00:10:48.180" v="1964" actId="207"/>
          <ac:spMkLst>
            <pc:docMk/>
            <pc:sldMk cId="3532218582" sldId="2147473097"/>
            <ac:spMk id="27" creationId="{A4B42859-531C-54BB-AE7F-C80E32245FBC}"/>
          </ac:spMkLst>
        </pc:spChg>
        <pc:spChg chg="mod topLvl">
          <ac:chgData name="胡雅苹 (Yaping Hu)" userId="4ba2e64d-2433-449b-af9f-ac00e62257f3" providerId="ADAL" clId="{38407AA2-C0C1-44B8-AE6D-C02B6E951496}" dt="2025-11-19T00:10:48.180" v="1964" actId="207"/>
          <ac:spMkLst>
            <pc:docMk/>
            <pc:sldMk cId="3532218582" sldId="2147473097"/>
            <ac:spMk id="28" creationId="{1574FD3F-CAF7-DC49-1D07-7C83E2394A21}"/>
          </ac:spMkLst>
        </pc:spChg>
        <pc:spChg chg="mod topLvl">
          <ac:chgData name="胡雅苹 (Yaping Hu)" userId="4ba2e64d-2433-449b-af9f-ac00e62257f3" providerId="ADAL" clId="{38407AA2-C0C1-44B8-AE6D-C02B6E951496}" dt="2025-11-19T00:10:48.180" v="1964" actId="207"/>
          <ac:spMkLst>
            <pc:docMk/>
            <pc:sldMk cId="3532218582" sldId="2147473097"/>
            <ac:spMk id="29" creationId="{05601785-46FA-C5F6-C9A8-8E685404944D}"/>
          </ac:spMkLst>
        </pc:spChg>
        <pc:spChg chg="mod topLvl">
          <ac:chgData name="胡雅苹 (Yaping Hu)" userId="4ba2e64d-2433-449b-af9f-ac00e62257f3" providerId="ADAL" clId="{38407AA2-C0C1-44B8-AE6D-C02B6E951496}" dt="2025-11-19T00:10:48.180" v="1964" actId="207"/>
          <ac:spMkLst>
            <pc:docMk/>
            <pc:sldMk cId="3532218582" sldId="2147473097"/>
            <ac:spMk id="30" creationId="{6B55255A-0C17-9B9F-AD5B-571414D398BA}"/>
          </ac:spMkLst>
        </pc:spChg>
        <pc:spChg chg="mod topLvl">
          <ac:chgData name="胡雅苹 (Yaping Hu)" userId="4ba2e64d-2433-449b-af9f-ac00e62257f3" providerId="ADAL" clId="{38407AA2-C0C1-44B8-AE6D-C02B6E951496}" dt="2025-11-18T08:47:14.965" v="1950" actId="164"/>
          <ac:spMkLst>
            <pc:docMk/>
            <pc:sldMk cId="3532218582" sldId="2147473097"/>
            <ac:spMk id="33" creationId="{9755B597-CF64-EA1B-68D4-5D0525F6024E}"/>
          </ac:spMkLst>
        </pc:spChg>
        <pc:spChg chg="add mod">
          <ac:chgData name="胡雅苹 (Yaping Hu)" userId="4ba2e64d-2433-449b-af9f-ac00e62257f3" providerId="ADAL" clId="{38407AA2-C0C1-44B8-AE6D-C02B6E951496}" dt="2025-11-14T04:20:38.956" v="1722" actId="164"/>
          <ac:spMkLst>
            <pc:docMk/>
            <pc:sldMk cId="3532218582" sldId="2147473097"/>
            <ac:spMk id="34" creationId="{C8BB2B30-B665-A1B9-4AB2-D5D182BD32B5}"/>
          </ac:spMkLst>
        </pc:spChg>
        <pc:spChg chg="mod">
          <ac:chgData name="胡雅苹 (Yaping Hu)" userId="4ba2e64d-2433-449b-af9f-ac00e62257f3" providerId="ADAL" clId="{38407AA2-C0C1-44B8-AE6D-C02B6E951496}" dt="2025-11-14T04:20:56.888" v="1724" actId="164"/>
          <ac:spMkLst>
            <pc:docMk/>
            <pc:sldMk cId="3532218582" sldId="2147473097"/>
            <ac:spMk id="36" creationId="{F4AC2D65-5EDA-94E6-2F1A-5322D86B56A2}"/>
          </ac:spMkLst>
        </pc:spChg>
        <pc:spChg chg="mod">
          <ac:chgData name="胡雅苹 (Yaping Hu)" userId="4ba2e64d-2433-449b-af9f-ac00e62257f3" providerId="ADAL" clId="{38407AA2-C0C1-44B8-AE6D-C02B6E951496}" dt="2025-11-18T08:35:12.733" v="1889" actId="207"/>
          <ac:spMkLst>
            <pc:docMk/>
            <pc:sldMk cId="3532218582" sldId="2147473097"/>
            <ac:spMk id="37" creationId="{1DAFD5BA-0C2F-0A7C-5153-F69F5933C9DB}"/>
          </ac:spMkLst>
        </pc:spChg>
        <pc:spChg chg="mod">
          <ac:chgData name="胡雅苹 (Yaping Hu)" userId="4ba2e64d-2433-449b-af9f-ac00e62257f3" providerId="ADAL" clId="{38407AA2-C0C1-44B8-AE6D-C02B6E951496}" dt="2025-11-14T04:20:56.888" v="1724" actId="164"/>
          <ac:spMkLst>
            <pc:docMk/>
            <pc:sldMk cId="3532218582" sldId="2147473097"/>
            <ac:spMk id="38" creationId="{C238B710-38E5-5B48-D341-55441F45AAC2}"/>
          </ac:spMkLst>
        </pc:spChg>
        <pc:spChg chg="mod">
          <ac:chgData name="胡雅苹 (Yaping Hu)" userId="4ba2e64d-2433-449b-af9f-ac00e62257f3" providerId="ADAL" clId="{38407AA2-C0C1-44B8-AE6D-C02B6E951496}" dt="2025-11-18T08:40:06.144" v="1915"/>
          <ac:spMkLst>
            <pc:docMk/>
            <pc:sldMk cId="3532218582" sldId="2147473097"/>
            <ac:spMk id="39" creationId="{1F24CDFD-F47D-3C1C-ACCC-7E7A50C85898}"/>
          </ac:spMkLst>
        </pc:spChg>
        <pc:spChg chg="mod">
          <ac:chgData name="胡雅苹 (Yaping Hu)" userId="4ba2e64d-2433-449b-af9f-ac00e62257f3" providerId="ADAL" clId="{38407AA2-C0C1-44B8-AE6D-C02B6E951496}" dt="2025-11-14T04:20:56.888" v="1724" actId="164"/>
          <ac:spMkLst>
            <pc:docMk/>
            <pc:sldMk cId="3532218582" sldId="2147473097"/>
            <ac:spMk id="42" creationId="{9DAE5D3C-5183-EFB2-5521-B97B60257F75}"/>
          </ac:spMkLst>
        </pc:spChg>
        <pc:spChg chg="mod">
          <ac:chgData name="胡雅苹 (Yaping Hu)" userId="4ba2e64d-2433-449b-af9f-ac00e62257f3" providerId="ADAL" clId="{38407AA2-C0C1-44B8-AE6D-C02B6E951496}" dt="2025-11-18T08:46:41.264" v="1946" actId="165"/>
          <ac:spMkLst>
            <pc:docMk/>
            <pc:sldMk cId="3532218582" sldId="2147473097"/>
            <ac:spMk id="45" creationId="{B0369B82-F26D-F176-3EDC-F92651025DBF}"/>
          </ac:spMkLst>
        </pc:spChg>
        <pc:spChg chg="add mod">
          <ac:chgData name="胡雅苹 (Yaping Hu)" userId="4ba2e64d-2433-449b-af9f-ac00e62257f3" providerId="ADAL" clId="{38407AA2-C0C1-44B8-AE6D-C02B6E951496}" dt="2025-11-14T04:20:38.956" v="1722" actId="164"/>
          <ac:spMkLst>
            <pc:docMk/>
            <pc:sldMk cId="3532218582" sldId="2147473097"/>
            <ac:spMk id="54" creationId="{E24A2A0D-5F31-0BC9-0313-F284B40A561D}"/>
          </ac:spMkLst>
        </pc:spChg>
        <pc:spChg chg="add mod">
          <ac:chgData name="胡雅苹 (Yaping Hu)" userId="4ba2e64d-2433-449b-af9f-ac00e62257f3" providerId="ADAL" clId="{38407AA2-C0C1-44B8-AE6D-C02B6E951496}" dt="2025-11-14T04:15:26.466" v="1625" actId="408"/>
          <ac:spMkLst>
            <pc:docMk/>
            <pc:sldMk cId="3532218582" sldId="2147473097"/>
            <ac:spMk id="55" creationId="{2EFD78C7-8F04-2EB6-A2C1-069C853EC486}"/>
          </ac:spMkLst>
        </pc:spChg>
        <pc:spChg chg="add mod">
          <ac:chgData name="胡雅苹 (Yaping Hu)" userId="4ba2e64d-2433-449b-af9f-ac00e62257f3" providerId="ADAL" clId="{38407AA2-C0C1-44B8-AE6D-C02B6E951496}" dt="2025-11-14T04:20:38.956" v="1722" actId="164"/>
          <ac:spMkLst>
            <pc:docMk/>
            <pc:sldMk cId="3532218582" sldId="2147473097"/>
            <ac:spMk id="56" creationId="{D11B6548-5B83-F099-719C-D67912FAA2B9}"/>
          </ac:spMkLst>
        </pc:spChg>
        <pc:spChg chg="add mod">
          <ac:chgData name="胡雅苹 (Yaping Hu)" userId="4ba2e64d-2433-449b-af9f-ac00e62257f3" providerId="ADAL" clId="{38407AA2-C0C1-44B8-AE6D-C02B6E951496}" dt="2025-11-18T08:40:03.860" v="1913"/>
          <ac:spMkLst>
            <pc:docMk/>
            <pc:sldMk cId="3532218582" sldId="2147473097"/>
            <ac:spMk id="57" creationId="{797BDEED-24D4-7D28-FD7E-9B3C20F1BF5C}"/>
          </ac:spMkLst>
        </pc:spChg>
        <pc:spChg chg="add mod">
          <ac:chgData name="胡雅苹 (Yaping Hu)" userId="4ba2e64d-2433-449b-af9f-ac00e62257f3" providerId="ADAL" clId="{38407AA2-C0C1-44B8-AE6D-C02B6E951496}" dt="2025-11-14T04:20:38.956" v="1722" actId="164"/>
          <ac:spMkLst>
            <pc:docMk/>
            <pc:sldMk cId="3532218582" sldId="2147473097"/>
            <ac:spMk id="58" creationId="{353A0F34-9943-C4BA-DDD8-2806730E323E}"/>
          </ac:spMkLst>
        </pc:spChg>
        <pc:spChg chg="add mod">
          <ac:chgData name="胡雅苹 (Yaping Hu)" userId="4ba2e64d-2433-449b-af9f-ac00e62257f3" providerId="ADAL" clId="{38407AA2-C0C1-44B8-AE6D-C02B6E951496}" dt="2025-11-18T08:35:07.448" v="1888" actId="207"/>
          <ac:spMkLst>
            <pc:docMk/>
            <pc:sldMk cId="3532218582" sldId="2147473097"/>
            <ac:spMk id="59" creationId="{924A499E-67A7-B10C-5AF2-63708798A213}"/>
          </ac:spMkLst>
        </pc:spChg>
        <pc:spChg chg="add mod topLvl">
          <ac:chgData name="胡雅苹 (Yaping Hu)" userId="4ba2e64d-2433-449b-af9f-ac00e62257f3" providerId="ADAL" clId="{38407AA2-C0C1-44B8-AE6D-C02B6E951496}" dt="2025-11-19T00:10:48.180" v="1964" actId="207"/>
          <ac:spMkLst>
            <pc:docMk/>
            <pc:sldMk cId="3532218582" sldId="2147473097"/>
            <ac:spMk id="73" creationId="{6D212038-F4E3-63D4-82F0-5228EFD5AB24}"/>
          </ac:spMkLst>
        </pc:spChg>
        <pc:grpChg chg="add mod">
          <ac:chgData name="胡雅苹 (Yaping Hu)" userId="4ba2e64d-2433-449b-af9f-ac00e62257f3" providerId="ADAL" clId="{38407AA2-C0C1-44B8-AE6D-C02B6E951496}" dt="2025-11-14T03:47:25.284" v="1218" actId="164"/>
          <ac:grpSpMkLst>
            <pc:docMk/>
            <pc:sldMk cId="3532218582" sldId="2147473097"/>
            <ac:grpSpMk id="8" creationId="{73825F7A-2B30-6407-AEF0-1D849F2C4529}"/>
          </ac:grpSpMkLst>
        </pc:grpChg>
        <pc:grpChg chg="mod topLvl">
          <ac:chgData name="胡雅苹 (Yaping Hu)" userId="4ba2e64d-2433-449b-af9f-ac00e62257f3" providerId="ADAL" clId="{38407AA2-C0C1-44B8-AE6D-C02B6E951496}" dt="2025-11-18T08:47:14.965" v="1950" actId="164"/>
          <ac:grpSpMkLst>
            <pc:docMk/>
            <pc:sldMk cId="3532218582" sldId="2147473097"/>
            <ac:grpSpMk id="9" creationId="{643AF7A1-F606-9294-5ECF-ECAF5CD4B46F}"/>
          </ac:grpSpMkLst>
        </pc:grpChg>
        <pc:grpChg chg="mod">
          <ac:chgData name="胡雅苹 (Yaping Hu)" userId="4ba2e64d-2433-449b-af9f-ac00e62257f3" providerId="ADAL" clId="{38407AA2-C0C1-44B8-AE6D-C02B6E951496}" dt="2025-11-14T04:20:56.888" v="1724" actId="164"/>
          <ac:grpSpMkLst>
            <pc:docMk/>
            <pc:sldMk cId="3532218582" sldId="2147473097"/>
            <ac:grpSpMk id="10" creationId="{D0FA62EF-5580-463D-CEC3-58EB30105946}"/>
          </ac:grpSpMkLst>
        </pc:grpChg>
        <pc:grpChg chg="add mod">
          <ac:chgData name="胡雅苹 (Yaping Hu)" userId="4ba2e64d-2433-449b-af9f-ac00e62257f3" providerId="ADAL" clId="{38407AA2-C0C1-44B8-AE6D-C02B6E951496}" dt="2025-11-14T03:47:25.284" v="1218" actId="164"/>
          <ac:grpSpMkLst>
            <pc:docMk/>
            <pc:sldMk cId="3532218582" sldId="2147473097"/>
            <ac:grpSpMk id="19" creationId="{D63057C5-1499-B5E4-F399-E1ECA0E439C2}"/>
          </ac:grpSpMkLst>
        </pc:grpChg>
        <pc:grpChg chg="add mod">
          <ac:chgData name="胡雅苹 (Yaping Hu)" userId="4ba2e64d-2433-449b-af9f-ac00e62257f3" providerId="ADAL" clId="{38407AA2-C0C1-44B8-AE6D-C02B6E951496}" dt="2025-11-14T04:35:26.309" v="1738" actId="1076"/>
          <ac:grpSpMkLst>
            <pc:docMk/>
            <pc:sldMk cId="3532218582" sldId="2147473097"/>
            <ac:grpSpMk id="23" creationId="{1C424418-A41F-2054-1869-43E608700D4E}"/>
          </ac:grpSpMkLst>
        </pc:grpChg>
        <pc:grpChg chg="add mod">
          <ac:chgData name="胡雅苹 (Yaping Hu)" userId="4ba2e64d-2433-449b-af9f-ac00e62257f3" providerId="ADAL" clId="{38407AA2-C0C1-44B8-AE6D-C02B6E951496}" dt="2025-11-18T08:47:14.965" v="1950" actId="164"/>
          <ac:grpSpMkLst>
            <pc:docMk/>
            <pc:sldMk cId="3532218582" sldId="2147473097"/>
            <ac:grpSpMk id="49" creationId="{4899C908-BB5A-597F-2393-8C86E0CD93FC}"/>
          </ac:grpSpMkLst>
        </pc:grpChg>
        <pc:grpChg chg="add mod">
          <ac:chgData name="胡雅苹 (Yaping Hu)" userId="4ba2e64d-2433-449b-af9f-ac00e62257f3" providerId="ADAL" clId="{38407AA2-C0C1-44B8-AE6D-C02B6E951496}" dt="2025-11-14T04:19:41.088" v="1718" actId="164"/>
          <ac:grpSpMkLst>
            <pc:docMk/>
            <pc:sldMk cId="3532218582" sldId="2147473097"/>
            <ac:grpSpMk id="74" creationId="{AAA4DE2C-2270-DDF9-EF8D-85F6EA1FD0F6}"/>
          </ac:grpSpMkLst>
        </pc:grpChg>
        <pc:grpChg chg="mod">
          <ac:chgData name="胡雅苹 (Yaping Hu)" userId="4ba2e64d-2433-449b-af9f-ac00e62257f3" providerId="ADAL" clId="{38407AA2-C0C1-44B8-AE6D-C02B6E951496}" dt="2025-11-14T04:21:04.074" v="1726" actId="1076"/>
          <ac:grpSpMkLst>
            <pc:docMk/>
            <pc:sldMk cId="3532218582" sldId="2147473097"/>
            <ac:grpSpMk id="75" creationId="{5A2EB459-6BA7-09DA-BB27-17DB871B3FF1}"/>
          </ac:grpSpMkLst>
        </pc:grpChg>
        <pc:grpChg chg="add del mod">
          <ac:chgData name="胡雅苹 (Yaping Hu)" userId="4ba2e64d-2433-449b-af9f-ac00e62257f3" providerId="ADAL" clId="{38407AA2-C0C1-44B8-AE6D-C02B6E951496}" dt="2025-11-18T08:46:41.264" v="1946" actId="165"/>
          <ac:grpSpMkLst>
            <pc:docMk/>
            <pc:sldMk cId="3532218582" sldId="2147473097"/>
            <ac:grpSpMk id="76" creationId="{AA11F5DD-68AA-1B9A-2579-4A150FD26823}"/>
          </ac:grpSpMkLst>
        </pc:grpChg>
        <pc:grpChg chg="add mod">
          <ac:chgData name="胡雅苹 (Yaping Hu)" userId="4ba2e64d-2433-449b-af9f-ac00e62257f3" providerId="ADAL" clId="{38407AA2-C0C1-44B8-AE6D-C02B6E951496}" dt="2025-11-14T04:21:15.658" v="1729" actId="1076"/>
          <ac:grpSpMkLst>
            <pc:docMk/>
            <pc:sldMk cId="3532218582" sldId="2147473097"/>
            <ac:grpSpMk id="77" creationId="{401889E4-2FDA-ACDD-55BF-FB836B194102}"/>
          </ac:grpSpMkLst>
        </pc:grpChg>
        <pc:cxnChg chg="mod">
          <ac:chgData name="胡雅苹 (Yaping Hu)" userId="4ba2e64d-2433-449b-af9f-ac00e62257f3" providerId="ADAL" clId="{38407AA2-C0C1-44B8-AE6D-C02B6E951496}" dt="2025-11-14T04:15:15.466" v="1623" actId="408"/>
          <ac:cxnSpMkLst>
            <pc:docMk/>
            <pc:sldMk cId="3532218582" sldId="2147473097"/>
            <ac:cxnSpMk id="11" creationId="{C80B1C01-8262-5EBE-BDC7-C3CC24067CBF}"/>
          </ac:cxnSpMkLst>
        </pc:cxnChg>
        <pc:cxnChg chg="mod">
          <ac:chgData name="胡雅苹 (Yaping Hu)" userId="4ba2e64d-2433-449b-af9f-ac00e62257f3" providerId="ADAL" clId="{38407AA2-C0C1-44B8-AE6D-C02B6E951496}" dt="2025-11-14T04:15:15.466" v="1623" actId="408"/>
          <ac:cxnSpMkLst>
            <pc:docMk/>
            <pc:sldMk cId="3532218582" sldId="2147473097"/>
            <ac:cxnSpMk id="16" creationId="{55394B95-6665-3EA8-65DC-9D548E92F7BA}"/>
          </ac:cxnSpMkLst>
        </pc:cxnChg>
        <pc:cxnChg chg="mod">
          <ac:chgData name="胡雅苹 (Yaping Hu)" userId="4ba2e64d-2433-449b-af9f-ac00e62257f3" providerId="ADAL" clId="{38407AA2-C0C1-44B8-AE6D-C02B6E951496}" dt="2025-11-14T04:15:08.394" v="1622" actId="1076"/>
          <ac:cxnSpMkLst>
            <pc:docMk/>
            <pc:sldMk cId="3532218582" sldId="2147473097"/>
            <ac:cxnSpMk id="21" creationId="{217D5601-C63A-7944-8F56-896C1C025101}"/>
          </ac:cxnSpMkLst>
        </pc:cxnChg>
        <pc:cxnChg chg="mod">
          <ac:chgData name="胡雅苹 (Yaping Hu)" userId="4ba2e64d-2433-449b-af9f-ac00e62257f3" providerId="ADAL" clId="{38407AA2-C0C1-44B8-AE6D-C02B6E951496}" dt="2025-11-14T04:20:48.462" v="1723" actId="164"/>
          <ac:cxnSpMkLst>
            <pc:docMk/>
            <pc:sldMk cId="3532218582" sldId="2147473097"/>
            <ac:cxnSpMk id="26" creationId="{1371831C-6F72-7F95-A2C2-08FBE15F0BF7}"/>
          </ac:cxnSpMkLst>
        </pc:cxnChg>
        <pc:cxnChg chg="mod">
          <ac:chgData name="胡雅苹 (Yaping Hu)" userId="4ba2e64d-2433-449b-af9f-ac00e62257f3" providerId="ADAL" clId="{38407AA2-C0C1-44B8-AE6D-C02B6E951496}" dt="2025-11-18T08:47:14.965" v="1950" actId="164"/>
          <ac:cxnSpMkLst>
            <pc:docMk/>
            <pc:sldMk cId="3532218582" sldId="2147473097"/>
            <ac:cxnSpMk id="31" creationId="{DCA839F3-3AAC-4E4B-1900-F2F61DC8A8D9}"/>
          </ac:cxnSpMkLst>
        </pc:cxnChg>
        <pc:cxnChg chg="mod">
          <ac:chgData name="胡雅苹 (Yaping Hu)" userId="4ba2e64d-2433-449b-af9f-ac00e62257f3" providerId="ADAL" clId="{38407AA2-C0C1-44B8-AE6D-C02B6E951496}" dt="2025-11-18T08:45:53.985" v="1925" actId="1076"/>
          <ac:cxnSpMkLst>
            <pc:docMk/>
            <pc:sldMk cId="3532218582" sldId="2147473097"/>
            <ac:cxnSpMk id="32" creationId="{B19C094A-F3C9-217C-130F-C67B5D949375}"/>
          </ac:cxnSpMkLst>
        </pc:cxnChg>
        <pc:cxnChg chg="mod">
          <ac:chgData name="胡雅苹 (Yaping Hu)" userId="4ba2e64d-2433-449b-af9f-ac00e62257f3" providerId="ADAL" clId="{38407AA2-C0C1-44B8-AE6D-C02B6E951496}" dt="2025-11-14T04:20:56.888" v="1724" actId="164"/>
          <ac:cxnSpMkLst>
            <pc:docMk/>
            <pc:sldMk cId="3532218582" sldId="2147473097"/>
            <ac:cxnSpMk id="35" creationId="{7B3F812F-7632-BDDA-57E6-A2D5943AE1BD}"/>
          </ac:cxnSpMkLst>
        </pc:cxnChg>
        <pc:cxnChg chg="mod">
          <ac:chgData name="胡雅苹 (Yaping Hu)" userId="4ba2e64d-2433-449b-af9f-ac00e62257f3" providerId="ADAL" clId="{38407AA2-C0C1-44B8-AE6D-C02B6E951496}" dt="2025-11-14T04:20:56.888" v="1724" actId="164"/>
          <ac:cxnSpMkLst>
            <pc:docMk/>
            <pc:sldMk cId="3532218582" sldId="2147473097"/>
            <ac:cxnSpMk id="40" creationId="{DD42FF8D-51A6-F5CD-DF80-69B6CFBFEA37}"/>
          </ac:cxnSpMkLst>
        </pc:cxnChg>
        <pc:cxnChg chg="mod">
          <ac:chgData name="胡雅苹 (Yaping Hu)" userId="4ba2e64d-2433-449b-af9f-ac00e62257f3" providerId="ADAL" clId="{38407AA2-C0C1-44B8-AE6D-C02B6E951496}" dt="2025-11-14T04:20:56.888" v="1724" actId="164"/>
          <ac:cxnSpMkLst>
            <pc:docMk/>
            <pc:sldMk cId="3532218582" sldId="2147473097"/>
            <ac:cxnSpMk id="41" creationId="{E0FBAAD2-EC59-1B08-2836-FAC073182448}"/>
          </ac:cxnSpMkLst>
        </pc:cxnChg>
        <pc:cxnChg chg="add mod">
          <ac:chgData name="胡雅苹 (Yaping Hu)" userId="4ba2e64d-2433-449b-af9f-ac00e62257f3" providerId="ADAL" clId="{38407AA2-C0C1-44B8-AE6D-C02B6E951496}" dt="2025-11-14T04:15:15.466" v="1623" actId="408"/>
          <ac:cxnSpMkLst>
            <pc:docMk/>
            <pc:sldMk cId="3532218582" sldId="2147473097"/>
            <ac:cxnSpMk id="44" creationId="{EAD5C08A-8CD1-0170-9F52-E92494B4705A}"/>
          </ac:cxnSpMkLst>
        </pc:cxnChg>
        <pc:cxnChg chg="add mod">
          <ac:chgData name="胡雅苹 (Yaping Hu)" userId="4ba2e64d-2433-449b-af9f-ac00e62257f3" providerId="ADAL" clId="{38407AA2-C0C1-44B8-AE6D-C02B6E951496}" dt="2025-11-18T08:47:14.965" v="1950" actId="164"/>
          <ac:cxnSpMkLst>
            <pc:docMk/>
            <pc:sldMk cId="3532218582" sldId="2147473097"/>
            <ac:cxnSpMk id="46" creationId="{67AE8D4F-0E35-0481-12A9-049D9A96A3C4}"/>
          </ac:cxnSpMkLst>
        </pc:cxnChg>
        <pc:cxnChg chg="add mod">
          <ac:chgData name="胡雅苹 (Yaping Hu)" userId="4ba2e64d-2433-449b-af9f-ac00e62257f3" providerId="ADAL" clId="{38407AA2-C0C1-44B8-AE6D-C02B6E951496}" dt="2025-11-14T04:15:26.466" v="1625" actId="408"/>
          <ac:cxnSpMkLst>
            <pc:docMk/>
            <pc:sldMk cId="3532218582" sldId="2147473097"/>
            <ac:cxnSpMk id="60" creationId="{5AB24BAA-5111-E17E-6A42-56A1DFB027E8}"/>
          </ac:cxnSpMkLst>
        </pc:cxnChg>
        <pc:cxnChg chg="add mod">
          <ac:chgData name="胡雅苹 (Yaping Hu)" userId="4ba2e64d-2433-449b-af9f-ac00e62257f3" providerId="ADAL" clId="{38407AA2-C0C1-44B8-AE6D-C02B6E951496}" dt="2025-11-14T04:15:26.466" v="1625" actId="408"/>
          <ac:cxnSpMkLst>
            <pc:docMk/>
            <pc:sldMk cId="3532218582" sldId="2147473097"/>
            <ac:cxnSpMk id="63" creationId="{6D796964-807E-121B-49CB-D681ABFE1A77}"/>
          </ac:cxnSpMkLst>
        </pc:cxnChg>
        <pc:cxnChg chg="add mod">
          <ac:chgData name="胡雅苹 (Yaping Hu)" userId="4ba2e64d-2433-449b-af9f-ac00e62257f3" providerId="ADAL" clId="{38407AA2-C0C1-44B8-AE6D-C02B6E951496}" dt="2025-11-14T04:15:26.466" v="1625" actId="408"/>
          <ac:cxnSpMkLst>
            <pc:docMk/>
            <pc:sldMk cId="3532218582" sldId="2147473097"/>
            <ac:cxnSpMk id="66" creationId="{39CC0417-650E-517F-0178-EE72CEBDE754}"/>
          </ac:cxnSpMkLst>
        </pc:cxnChg>
        <pc:cxnChg chg="add mod">
          <ac:chgData name="胡雅苹 (Yaping Hu)" userId="4ba2e64d-2433-449b-af9f-ac00e62257f3" providerId="ADAL" clId="{38407AA2-C0C1-44B8-AE6D-C02B6E951496}" dt="2025-11-14T04:15:20.762" v="1624" actId="1076"/>
          <ac:cxnSpMkLst>
            <pc:docMk/>
            <pc:sldMk cId="3532218582" sldId="2147473097"/>
            <ac:cxnSpMk id="69" creationId="{64D8A4F6-387C-C10B-60E6-3A454516F09A}"/>
          </ac:cxnSpMkLst>
        </pc:cxnChg>
      </pc:sldChg>
      <pc:sldChg chg="addSp delSp modSp add mod addAnim delAnim modAnim">
        <pc:chgData name="胡雅苹 (Yaping Hu)" userId="4ba2e64d-2433-449b-af9f-ac00e62257f3" providerId="ADAL" clId="{38407AA2-C0C1-44B8-AE6D-C02B6E951496}" dt="2025-11-17T09:40:19.164" v="1885" actId="20577"/>
        <pc:sldMkLst>
          <pc:docMk/>
          <pc:sldMk cId="3184085987" sldId="2147473099"/>
        </pc:sldMkLst>
        <pc:spChg chg="mod">
          <ac:chgData name="胡雅苹 (Yaping Hu)" userId="4ba2e64d-2433-449b-af9f-ac00e62257f3" providerId="ADAL" clId="{38407AA2-C0C1-44B8-AE6D-C02B6E951496}" dt="2025-11-17T09:40:19.164" v="1885" actId="20577"/>
          <ac:spMkLst>
            <pc:docMk/>
            <pc:sldMk cId="3184085987" sldId="2147473099"/>
            <ac:spMk id="2" creationId="{2BE80DA1-64A2-5823-796C-F122EF6F5784}"/>
          </ac:spMkLst>
        </pc:spChg>
        <pc:spChg chg="mod">
          <ac:chgData name="胡雅苹 (Yaping Hu)" userId="4ba2e64d-2433-449b-af9f-ac00e62257f3" providerId="ADAL" clId="{38407AA2-C0C1-44B8-AE6D-C02B6E951496}" dt="2025-11-13T17:49:23.758" v="459" actId="1038"/>
          <ac:spMkLst>
            <pc:docMk/>
            <pc:sldMk cId="3184085987" sldId="2147473099"/>
            <ac:spMk id="3" creationId="{5D9C726D-C2C6-12CC-C263-F136BF3ED041}"/>
          </ac:spMkLst>
        </pc:spChg>
        <pc:spChg chg="mod">
          <ac:chgData name="胡雅苹 (Yaping Hu)" userId="4ba2e64d-2433-449b-af9f-ac00e62257f3" providerId="ADAL" clId="{38407AA2-C0C1-44B8-AE6D-C02B6E951496}" dt="2025-11-13T17:59:11.168" v="509" actId="1035"/>
          <ac:spMkLst>
            <pc:docMk/>
            <pc:sldMk cId="3184085987" sldId="2147473099"/>
            <ac:spMk id="4" creationId="{4D72C222-64C1-8ACC-79C0-C04AC1D4EFB7}"/>
          </ac:spMkLst>
        </pc:spChg>
        <pc:spChg chg="mod">
          <ac:chgData name="胡雅苹 (Yaping Hu)" userId="4ba2e64d-2433-449b-af9f-ac00e62257f3" providerId="ADAL" clId="{38407AA2-C0C1-44B8-AE6D-C02B6E951496}" dt="2025-11-13T17:59:11.168" v="509" actId="1035"/>
          <ac:spMkLst>
            <pc:docMk/>
            <pc:sldMk cId="3184085987" sldId="2147473099"/>
            <ac:spMk id="5" creationId="{9B421B2D-F972-C151-039C-99152671C87C}"/>
          </ac:spMkLst>
        </pc:spChg>
        <pc:spChg chg="mod">
          <ac:chgData name="胡雅苹 (Yaping Hu)" userId="4ba2e64d-2433-449b-af9f-ac00e62257f3" providerId="ADAL" clId="{38407AA2-C0C1-44B8-AE6D-C02B6E951496}" dt="2025-11-13T17:59:11.168" v="509" actId="1035"/>
          <ac:spMkLst>
            <pc:docMk/>
            <pc:sldMk cId="3184085987" sldId="2147473099"/>
            <ac:spMk id="13" creationId="{77BA977B-81D1-EFA5-67EF-A165266AF683}"/>
          </ac:spMkLst>
        </pc:spChg>
        <pc:spChg chg="mod">
          <ac:chgData name="胡雅苹 (Yaping Hu)" userId="4ba2e64d-2433-449b-af9f-ac00e62257f3" providerId="ADAL" clId="{38407AA2-C0C1-44B8-AE6D-C02B6E951496}" dt="2025-11-13T17:59:11.168" v="509" actId="1035"/>
          <ac:spMkLst>
            <pc:docMk/>
            <pc:sldMk cId="3184085987" sldId="2147473099"/>
            <ac:spMk id="17" creationId="{B5242844-F5F9-93F3-06CB-BA03565925B4}"/>
          </ac:spMkLst>
        </pc:spChg>
        <pc:picChg chg="add mod">
          <ac:chgData name="胡雅苹 (Yaping Hu)" userId="4ba2e64d-2433-449b-af9f-ac00e62257f3" providerId="ADAL" clId="{38407AA2-C0C1-44B8-AE6D-C02B6E951496}" dt="2025-11-13T17:59:11.168" v="509" actId="1035"/>
          <ac:picMkLst>
            <pc:docMk/>
            <pc:sldMk cId="3184085987" sldId="2147473099"/>
            <ac:picMk id="12" creationId="{54A25391-CAEE-9EDB-F442-C327AEA8C85B}"/>
          </ac:picMkLst>
        </pc:picChg>
        <pc:cxnChg chg="mod">
          <ac:chgData name="胡雅苹 (Yaping Hu)" userId="4ba2e64d-2433-449b-af9f-ac00e62257f3" providerId="ADAL" clId="{38407AA2-C0C1-44B8-AE6D-C02B6E951496}" dt="2025-11-13T17:59:11.168" v="509" actId="1035"/>
          <ac:cxnSpMkLst>
            <pc:docMk/>
            <pc:sldMk cId="3184085987" sldId="2147473099"/>
            <ac:cxnSpMk id="7" creationId="{41E7A8F9-5413-B136-BF2C-2E1D8D835E7E}"/>
          </ac:cxnSpMkLst>
        </pc:cxnChg>
        <pc:cxnChg chg="mod">
          <ac:chgData name="胡雅苹 (Yaping Hu)" userId="4ba2e64d-2433-449b-af9f-ac00e62257f3" providerId="ADAL" clId="{38407AA2-C0C1-44B8-AE6D-C02B6E951496}" dt="2025-11-13T17:59:11.168" v="509" actId="1035"/>
          <ac:cxnSpMkLst>
            <pc:docMk/>
            <pc:sldMk cId="3184085987" sldId="2147473099"/>
            <ac:cxnSpMk id="10" creationId="{0AF474F7-C5EF-140A-5D42-E32D2CABAF81}"/>
          </ac:cxnSpMkLst>
        </pc:cxnChg>
        <pc:cxnChg chg="mod">
          <ac:chgData name="胡雅苹 (Yaping Hu)" userId="4ba2e64d-2433-449b-af9f-ac00e62257f3" providerId="ADAL" clId="{38407AA2-C0C1-44B8-AE6D-C02B6E951496}" dt="2025-11-13T17:59:11.168" v="509" actId="1035"/>
          <ac:cxnSpMkLst>
            <pc:docMk/>
            <pc:sldMk cId="3184085987" sldId="2147473099"/>
            <ac:cxnSpMk id="14" creationId="{51EB6745-DB62-1E2E-2EC9-33AED00C3F16}"/>
          </ac:cxnSpMkLst>
        </pc:cxnChg>
      </pc:sldChg>
      <pc:sldChg chg="del mod ord modShow">
        <pc:chgData name="胡雅苹 (Yaping Hu)" userId="4ba2e64d-2433-449b-af9f-ac00e62257f3" providerId="ADAL" clId="{38407AA2-C0C1-44B8-AE6D-C02B6E951496}" dt="2025-11-19T09:32:14.156" v="1965" actId="47"/>
        <pc:sldMkLst>
          <pc:docMk/>
          <pc:sldMk cId="29427980" sldId="2147473110"/>
        </pc:sldMkLst>
      </pc:sldChg>
      <pc:sldChg chg="addSp delSp modSp add mod">
        <pc:chgData name="胡雅苹 (Yaping Hu)" userId="4ba2e64d-2433-449b-af9f-ac00e62257f3" providerId="ADAL" clId="{38407AA2-C0C1-44B8-AE6D-C02B6E951496}" dt="2025-11-14T03:30:53.180" v="951" actId="2062"/>
        <pc:sldMkLst>
          <pc:docMk/>
          <pc:sldMk cId="2510350365" sldId="2147473111"/>
        </pc:sldMkLst>
        <pc:spChg chg="mod">
          <ac:chgData name="胡雅苹 (Yaping Hu)" userId="4ba2e64d-2433-449b-af9f-ac00e62257f3" providerId="ADAL" clId="{38407AA2-C0C1-44B8-AE6D-C02B6E951496}" dt="2025-11-14T02:28:49.688" v="676" actId="20577"/>
          <ac:spMkLst>
            <pc:docMk/>
            <pc:sldMk cId="2510350365" sldId="2147473111"/>
            <ac:spMk id="2" creationId="{FC6E2613-7D86-48D5-9C77-87C54EB296F4}"/>
          </ac:spMkLst>
        </pc:spChg>
        <pc:spChg chg="add mod">
          <ac:chgData name="胡雅苹 (Yaping Hu)" userId="4ba2e64d-2433-449b-af9f-ac00e62257f3" providerId="ADAL" clId="{38407AA2-C0C1-44B8-AE6D-C02B6E951496}" dt="2025-11-14T02:32:38.396" v="715" actId="403"/>
          <ac:spMkLst>
            <pc:docMk/>
            <pc:sldMk cId="2510350365" sldId="2147473111"/>
            <ac:spMk id="7" creationId="{67188F7B-CE5F-6961-E709-FA532DE34320}"/>
          </ac:spMkLst>
        </pc:spChg>
        <pc:graphicFrameChg chg="add mod modGraphic">
          <ac:chgData name="胡雅苹 (Yaping Hu)" userId="4ba2e64d-2433-449b-af9f-ac00e62257f3" providerId="ADAL" clId="{38407AA2-C0C1-44B8-AE6D-C02B6E951496}" dt="2025-11-14T03:30:53.180" v="951" actId="2062"/>
          <ac:graphicFrameMkLst>
            <pc:docMk/>
            <pc:sldMk cId="2510350365" sldId="2147473111"/>
            <ac:graphicFrameMk id="6" creationId="{550CACF3-E16C-1094-2D6B-BDA2DECF019A}"/>
          </ac:graphicFrameMkLst>
        </pc:graphicFrameChg>
      </pc:sldChg>
      <pc:sldChg chg="addSp delSp modSp add mod">
        <pc:chgData name="胡雅苹 (Yaping Hu)" userId="4ba2e64d-2433-449b-af9f-ac00e62257f3" providerId="ADAL" clId="{38407AA2-C0C1-44B8-AE6D-C02B6E951496}" dt="2025-11-14T03:30:58.436" v="952" actId="2062"/>
        <pc:sldMkLst>
          <pc:docMk/>
          <pc:sldMk cId="4025434702" sldId="2147473112"/>
        </pc:sldMkLst>
        <pc:spChg chg="mod">
          <ac:chgData name="胡雅苹 (Yaping Hu)" userId="4ba2e64d-2433-449b-af9f-ac00e62257f3" providerId="ADAL" clId="{38407AA2-C0C1-44B8-AE6D-C02B6E951496}" dt="2025-11-14T03:02:01.463" v="730"/>
          <ac:spMkLst>
            <pc:docMk/>
            <pc:sldMk cId="4025434702" sldId="2147473112"/>
            <ac:spMk id="2" creationId="{E0DFD009-0269-37B7-BA23-754AA5BC2E80}"/>
          </ac:spMkLst>
        </pc:spChg>
        <pc:graphicFrameChg chg="add mod modGraphic">
          <ac:chgData name="胡雅苹 (Yaping Hu)" userId="4ba2e64d-2433-449b-af9f-ac00e62257f3" providerId="ADAL" clId="{38407AA2-C0C1-44B8-AE6D-C02B6E951496}" dt="2025-11-14T03:30:58.436" v="952" actId="2062"/>
          <ac:graphicFrameMkLst>
            <pc:docMk/>
            <pc:sldMk cId="4025434702" sldId="2147473112"/>
            <ac:graphicFrameMk id="3" creationId="{0DA23473-8D4F-9622-58B6-8ACF3F33B052}"/>
          </ac:graphicFrameMkLst>
        </pc:graphicFrameChg>
      </pc:sldChg>
      <pc:sldChg chg="addSp delSp modSp add mod">
        <pc:chgData name="胡雅苹 (Yaping Hu)" userId="4ba2e64d-2433-449b-af9f-ac00e62257f3" providerId="ADAL" clId="{38407AA2-C0C1-44B8-AE6D-C02B6E951496}" dt="2025-11-14T04:54:16.770" v="1881" actId="1076"/>
        <pc:sldMkLst>
          <pc:docMk/>
          <pc:sldMk cId="1167213471" sldId="2147473113"/>
        </pc:sldMkLst>
        <pc:spChg chg="mod">
          <ac:chgData name="胡雅苹 (Yaping Hu)" userId="4ba2e64d-2433-449b-af9f-ac00e62257f3" providerId="ADAL" clId="{38407AA2-C0C1-44B8-AE6D-C02B6E951496}" dt="2025-11-13T18:24:09.566" v="662" actId="20577"/>
          <ac:spMkLst>
            <pc:docMk/>
            <pc:sldMk cId="1167213471" sldId="2147473113"/>
            <ac:spMk id="2" creationId="{6D930098-2241-A54B-DAB0-3E8208EB0EE9}"/>
          </ac:spMkLst>
        </pc:spChg>
        <pc:graphicFrameChg chg="add mod modGraphic">
          <ac:chgData name="胡雅苹 (Yaping Hu)" userId="4ba2e64d-2433-449b-af9f-ac00e62257f3" providerId="ADAL" clId="{38407AA2-C0C1-44B8-AE6D-C02B6E951496}" dt="2025-11-14T04:54:16.770" v="1881" actId="1076"/>
          <ac:graphicFrameMkLst>
            <pc:docMk/>
            <pc:sldMk cId="1167213471" sldId="2147473113"/>
            <ac:graphicFrameMk id="6" creationId="{71257E02-BC8E-59E2-1EB4-A35AFAB091DC}"/>
          </ac:graphicFrameMkLst>
        </pc:graphicFrameChg>
      </pc:sldChg>
      <pc:sldChg chg="addSp delSp modSp add mod ord">
        <pc:chgData name="胡雅苹 (Yaping Hu)" userId="4ba2e64d-2433-449b-af9f-ac00e62257f3" providerId="ADAL" clId="{38407AA2-C0C1-44B8-AE6D-C02B6E951496}" dt="2025-11-18T09:17:44.954" v="1959"/>
        <pc:sldMkLst>
          <pc:docMk/>
          <pc:sldMk cId="55488485" sldId="2147473115"/>
        </pc:sldMkLst>
        <pc:spChg chg="mod">
          <ac:chgData name="胡雅苹 (Yaping Hu)" userId="4ba2e64d-2433-449b-af9f-ac00e62257f3" providerId="ADAL" clId="{38407AA2-C0C1-44B8-AE6D-C02B6E951496}" dt="2025-11-14T03:07:04.115" v="794" actId="20577"/>
          <ac:spMkLst>
            <pc:docMk/>
            <pc:sldMk cId="55488485" sldId="2147473115"/>
            <ac:spMk id="2" creationId="{177EF1E8-195B-B700-38DB-0B6829C350CA}"/>
          </ac:spMkLst>
        </pc:spChg>
        <pc:graphicFrameChg chg="mod modGraphic">
          <ac:chgData name="胡雅苹 (Yaping Hu)" userId="4ba2e64d-2433-449b-af9f-ac00e62257f3" providerId="ADAL" clId="{38407AA2-C0C1-44B8-AE6D-C02B6E951496}" dt="2025-11-18T09:17:44.954" v="1959"/>
          <ac:graphicFrameMkLst>
            <pc:docMk/>
            <pc:sldMk cId="55488485" sldId="2147473115"/>
            <ac:graphicFrameMk id="3" creationId="{8D252859-30B8-66D1-3531-4B5779C48B3B}"/>
          </ac:graphicFrameMkLst>
        </pc:graphicFrameChg>
      </pc:sldChg>
      <pc:sldChg chg="modSp add mod">
        <pc:chgData name="胡雅苹 (Yaping Hu)" userId="4ba2e64d-2433-449b-af9f-ac00e62257f3" providerId="ADAL" clId="{38407AA2-C0C1-44B8-AE6D-C02B6E951496}" dt="2025-11-14T03:43:58.914" v="1185" actId="20577"/>
        <pc:sldMkLst>
          <pc:docMk/>
          <pc:sldMk cId="3330614003" sldId="2147473116"/>
        </pc:sldMkLst>
        <pc:spChg chg="mod">
          <ac:chgData name="胡雅苹 (Yaping Hu)" userId="4ba2e64d-2433-449b-af9f-ac00e62257f3" providerId="ADAL" clId="{38407AA2-C0C1-44B8-AE6D-C02B6E951496}" dt="2025-11-14T03:27:44.888" v="875" actId="20577"/>
          <ac:spMkLst>
            <pc:docMk/>
            <pc:sldMk cId="3330614003" sldId="2147473116"/>
            <ac:spMk id="2" creationId="{7F9C40C7-457A-CBD3-F6B4-C290876516CE}"/>
          </ac:spMkLst>
        </pc:spChg>
        <pc:graphicFrameChg chg="mod modGraphic">
          <ac:chgData name="胡雅苹 (Yaping Hu)" userId="4ba2e64d-2433-449b-af9f-ac00e62257f3" providerId="ADAL" clId="{38407AA2-C0C1-44B8-AE6D-C02B6E951496}" dt="2025-11-14T03:43:58.914" v="1185" actId="20577"/>
          <ac:graphicFrameMkLst>
            <pc:docMk/>
            <pc:sldMk cId="3330614003" sldId="2147473116"/>
            <ac:graphicFrameMk id="3" creationId="{33586199-259D-7061-F8F3-7E9312B1DBDD}"/>
          </ac:graphicFrameMkLst>
        </pc:graphicFrameChg>
      </pc:sldChg>
      <pc:sldChg chg="add del mod ord modShow">
        <pc:chgData name="胡雅苹 (Yaping Hu)" userId="4ba2e64d-2433-449b-af9f-ac00e62257f3" providerId="ADAL" clId="{38407AA2-C0C1-44B8-AE6D-C02B6E951496}" dt="2025-11-19T09:32:14.156" v="1965" actId="47"/>
        <pc:sldMkLst>
          <pc:docMk/>
          <pc:sldMk cId="2478330556" sldId="2147473117"/>
        </pc:sldMkLst>
      </pc:sldChg>
      <pc:sldMasterChg chg="delSldLayout">
        <pc:chgData name="胡雅苹 (Yaping Hu)" userId="4ba2e64d-2433-449b-af9f-ac00e62257f3" providerId="ADAL" clId="{38407AA2-C0C1-44B8-AE6D-C02B6E951496}" dt="2025-11-13T17:50:09.291" v="460" actId="47"/>
        <pc:sldMasterMkLst>
          <pc:docMk/>
          <pc:sldMasterMk cId="3197026338" sldId="2147483669"/>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05686-526E-EA47-AD21-0320394F441D}" type="datetimeFigureOut">
              <a:rPr kumimoji="1" lang="zh-TW" altLang="en-US" smtClean="0"/>
              <a:t>2025/11/19</a:t>
            </a:fld>
            <a:endParaRPr kumimoji="1"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TW"/>
              <a:t>Click to edit Master text styles</a:t>
            </a:r>
          </a:p>
          <a:p>
            <a:pPr lvl="1"/>
            <a:r>
              <a:rPr kumimoji="1" lang="en-US" altLang="zh-TW"/>
              <a:t>Second level</a:t>
            </a:r>
          </a:p>
          <a:p>
            <a:pPr lvl="2"/>
            <a:r>
              <a:rPr kumimoji="1" lang="en-US" altLang="zh-TW"/>
              <a:t>Third level</a:t>
            </a:r>
          </a:p>
          <a:p>
            <a:pPr lvl="3"/>
            <a:r>
              <a:rPr kumimoji="1" lang="en-US" altLang="zh-TW"/>
              <a:t>Fourth level</a:t>
            </a:r>
          </a:p>
          <a:p>
            <a:pPr lvl="4"/>
            <a:r>
              <a:rPr kumimoji="1" lang="en-US" altLang="zh-TW"/>
              <a:t>Fifth level</a:t>
            </a:r>
            <a:endParaRPr kumimoji="1"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98844B-D7EC-8749-B720-E795CFF10818}" type="slidenum">
              <a:rPr kumimoji="1" lang="zh-TW" altLang="en-US" smtClean="0"/>
              <a:t>‹#›</a:t>
            </a:fld>
            <a:endParaRPr kumimoji="1" lang="zh-TW" altLang="en-US"/>
          </a:p>
        </p:txBody>
      </p:sp>
    </p:spTree>
    <p:extLst>
      <p:ext uri="{BB962C8B-B14F-4D97-AF65-F5344CB8AC3E}">
        <p14:creationId xmlns:p14="http://schemas.microsoft.com/office/powerpoint/2010/main" val="3481488999"/>
      </p:ext>
    </p:extLst>
  </p:cSld>
  <p:clrMap bg1="lt1" tx1="dk1" bg2="lt2" tx2="dk2" accent1="accent1" accent2="accent2" accent3="accent3" accent4="accent4" accent5="accent5" accent6="accent6" hlink="hlink" folHlink="folHlink"/>
  <p:notesStyle>
    <a:lvl1pPr marL="0" algn="l" defTabSz="1371327" rtl="0" eaLnBrk="1" latinLnBrk="0" hangingPunct="1">
      <a:defRPr sz="1800" kern="1200">
        <a:solidFill>
          <a:schemeClr val="tx1"/>
        </a:solidFill>
        <a:latin typeface="+mn-lt"/>
        <a:ea typeface="+mn-ea"/>
        <a:cs typeface="+mn-cs"/>
      </a:defRPr>
    </a:lvl1pPr>
    <a:lvl2pPr marL="685662" algn="l" defTabSz="1371327" rtl="0" eaLnBrk="1" latinLnBrk="0" hangingPunct="1">
      <a:defRPr sz="1800" kern="1200">
        <a:solidFill>
          <a:schemeClr val="tx1"/>
        </a:solidFill>
        <a:latin typeface="+mn-lt"/>
        <a:ea typeface="+mn-ea"/>
        <a:cs typeface="+mn-cs"/>
      </a:defRPr>
    </a:lvl2pPr>
    <a:lvl3pPr marL="1371327" algn="l" defTabSz="1371327" rtl="0" eaLnBrk="1" latinLnBrk="0" hangingPunct="1">
      <a:defRPr sz="1800" kern="1200">
        <a:solidFill>
          <a:schemeClr val="tx1"/>
        </a:solidFill>
        <a:latin typeface="+mn-lt"/>
        <a:ea typeface="+mn-ea"/>
        <a:cs typeface="+mn-cs"/>
      </a:defRPr>
    </a:lvl3pPr>
    <a:lvl4pPr marL="2056989" algn="l" defTabSz="1371327" rtl="0" eaLnBrk="1" latinLnBrk="0" hangingPunct="1">
      <a:defRPr sz="1800" kern="1200">
        <a:solidFill>
          <a:schemeClr val="tx1"/>
        </a:solidFill>
        <a:latin typeface="+mn-lt"/>
        <a:ea typeface="+mn-ea"/>
        <a:cs typeface="+mn-cs"/>
      </a:defRPr>
    </a:lvl4pPr>
    <a:lvl5pPr marL="2742651" algn="l" defTabSz="1371327" rtl="0" eaLnBrk="1" latinLnBrk="0" hangingPunct="1">
      <a:defRPr sz="1800" kern="1200">
        <a:solidFill>
          <a:schemeClr val="tx1"/>
        </a:solidFill>
        <a:latin typeface="+mn-lt"/>
        <a:ea typeface="+mn-ea"/>
        <a:cs typeface="+mn-cs"/>
      </a:defRPr>
    </a:lvl5pPr>
    <a:lvl6pPr marL="3428315" algn="l" defTabSz="1371327" rtl="0" eaLnBrk="1" latinLnBrk="0" hangingPunct="1">
      <a:defRPr sz="1800" kern="1200">
        <a:solidFill>
          <a:schemeClr val="tx1"/>
        </a:solidFill>
        <a:latin typeface="+mn-lt"/>
        <a:ea typeface="+mn-ea"/>
        <a:cs typeface="+mn-cs"/>
      </a:defRPr>
    </a:lvl6pPr>
    <a:lvl7pPr marL="4113978" algn="l" defTabSz="1371327" rtl="0" eaLnBrk="1" latinLnBrk="0" hangingPunct="1">
      <a:defRPr sz="1800" kern="1200">
        <a:solidFill>
          <a:schemeClr val="tx1"/>
        </a:solidFill>
        <a:latin typeface="+mn-lt"/>
        <a:ea typeface="+mn-ea"/>
        <a:cs typeface="+mn-cs"/>
      </a:defRPr>
    </a:lvl7pPr>
    <a:lvl8pPr marL="4799640" algn="l" defTabSz="1371327" rtl="0" eaLnBrk="1" latinLnBrk="0" hangingPunct="1">
      <a:defRPr sz="1800" kern="1200">
        <a:solidFill>
          <a:schemeClr val="tx1"/>
        </a:solidFill>
        <a:latin typeface="+mn-lt"/>
        <a:ea typeface="+mn-ea"/>
        <a:cs typeface="+mn-cs"/>
      </a:defRPr>
    </a:lvl8pPr>
    <a:lvl9pPr marL="5485302" algn="l" defTabSz="1371327"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TW" altLang="en-US"/>
          </a:p>
        </p:txBody>
      </p:sp>
      <p:sp>
        <p:nvSpPr>
          <p:cNvPr id="4" name="Slide Number Placeholder 3"/>
          <p:cNvSpPr>
            <a:spLocks noGrp="1"/>
          </p:cNvSpPr>
          <p:nvPr>
            <p:ph type="sldNum" sz="quarter" idx="5"/>
          </p:nvPr>
        </p:nvSpPr>
        <p:spPr/>
        <p:txBody>
          <a:bodyPr/>
          <a:lstStyle/>
          <a:p>
            <a:fld id="{4598844B-D7EC-8749-B720-E795CFF10818}" type="slidenum">
              <a:rPr kumimoji="1" lang="zh-TW" altLang="en-US" smtClean="0"/>
              <a:t>1</a:t>
            </a:fld>
            <a:endParaRPr kumimoji="1" lang="zh-TW" altLang="en-US"/>
          </a:p>
        </p:txBody>
      </p:sp>
    </p:spTree>
    <p:extLst>
      <p:ext uri="{BB962C8B-B14F-4D97-AF65-F5344CB8AC3E}">
        <p14:creationId xmlns:p14="http://schemas.microsoft.com/office/powerpoint/2010/main" val="709080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804"/>
            <a:ext cx="13716000" cy="3581953"/>
          </a:xfrm>
        </p:spPr>
        <p:txBody>
          <a:bodyPr anchor="b"/>
          <a:lstStyle>
            <a:lvl1pPr algn="ctr">
              <a:defRPr sz="9000"/>
            </a:lvl1pPr>
          </a:lstStyle>
          <a:p>
            <a:r>
              <a:rPr lang="en-US" altLang="zh-TW"/>
              <a:t>Click to edit Master title style</a:t>
            </a:r>
            <a:endParaRPr lang="en-US"/>
          </a:p>
        </p:txBody>
      </p:sp>
      <p:sp>
        <p:nvSpPr>
          <p:cNvPr id="3" name="Subtitle 2"/>
          <p:cNvSpPr>
            <a:spLocks noGrp="1"/>
          </p:cNvSpPr>
          <p:nvPr>
            <p:ph type="subTitle" idx="1"/>
          </p:nvPr>
        </p:nvSpPr>
        <p:spPr>
          <a:xfrm>
            <a:off x="2286000" y="5403891"/>
            <a:ext cx="13716000" cy="2484026"/>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ltLang="zh-TW"/>
              <a:t>Click to edit Master subtitle style</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688877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en-US"/>
          </a:p>
        </p:txBody>
      </p:sp>
      <p:sp>
        <p:nvSpPr>
          <p:cNvPr id="3" name="Content Placeholder 2"/>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2288323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5004"/>
            <a:ext cx="15773400" cy="4279766"/>
          </a:xfrm>
        </p:spPr>
        <p:txBody>
          <a:bodyPr anchor="b"/>
          <a:lstStyle>
            <a:lvl1pPr>
              <a:defRPr sz="9000"/>
            </a:lvl1pPr>
          </a:lstStyle>
          <a:p>
            <a:r>
              <a:rPr lang="en-US" altLang="zh-TW"/>
              <a:t>Click to edit Master title style</a:t>
            </a:r>
            <a:endParaRPr lang="en-US"/>
          </a:p>
        </p:txBody>
      </p:sp>
      <p:sp>
        <p:nvSpPr>
          <p:cNvPr id="3" name="Text Placeholder 2"/>
          <p:cNvSpPr>
            <a:spLocks noGrp="1"/>
          </p:cNvSpPr>
          <p:nvPr>
            <p:ph type="body" idx="1"/>
          </p:nvPr>
        </p:nvSpPr>
        <p:spPr>
          <a:xfrm>
            <a:off x="1247775" y="6885258"/>
            <a:ext cx="15773400" cy="2250628"/>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ltLang="zh-TW"/>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524995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en-US"/>
          </a:p>
        </p:txBody>
      </p:sp>
      <p:sp>
        <p:nvSpPr>
          <p:cNvPr id="3" name="Content Placeholder 2"/>
          <p:cNvSpPr>
            <a:spLocks noGrp="1"/>
          </p:cNvSpPr>
          <p:nvPr>
            <p:ph sz="half" idx="1"/>
          </p:nvPr>
        </p:nvSpPr>
        <p:spPr>
          <a:xfrm>
            <a:off x="1257300" y="2738860"/>
            <a:ext cx="7772400" cy="652801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4" name="Content Placeholder 3"/>
          <p:cNvSpPr>
            <a:spLocks noGrp="1"/>
          </p:cNvSpPr>
          <p:nvPr>
            <p:ph sz="half" idx="2"/>
          </p:nvPr>
        </p:nvSpPr>
        <p:spPr>
          <a:xfrm>
            <a:off x="9258300" y="2738860"/>
            <a:ext cx="7772400" cy="652801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5" name="Date Placeholder 4"/>
          <p:cNvSpPr>
            <a:spLocks noGrp="1"/>
          </p:cNvSpPr>
          <p:nvPr>
            <p:ph type="dt" sz="half" idx="10"/>
          </p:nvPr>
        </p:nvSpPr>
        <p:spPr/>
        <p:txBody>
          <a:bodyPr/>
          <a:lstStyle/>
          <a:p>
            <a:fld id="{C764DE79-268F-4C1A-8933-263129D2AF90}" type="datetimeFigureOut">
              <a:rPr lang="en-US" dirty="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683040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773"/>
            <a:ext cx="15773400" cy="1988651"/>
          </a:xfrm>
        </p:spPr>
        <p:txBody>
          <a:bodyPr/>
          <a:lstStyle/>
          <a:p>
            <a:r>
              <a:rPr lang="en-US" altLang="zh-TW"/>
              <a:t>Click to edit Master title style</a:t>
            </a:r>
            <a:endParaRPr lang="en-US"/>
          </a:p>
        </p:txBody>
      </p:sp>
      <p:sp>
        <p:nvSpPr>
          <p:cNvPr id="3" name="Text Placeholder 2"/>
          <p:cNvSpPr>
            <a:spLocks noGrp="1"/>
          </p:cNvSpPr>
          <p:nvPr>
            <p:ph type="body" idx="1"/>
          </p:nvPr>
        </p:nvSpPr>
        <p:spPr>
          <a:xfrm>
            <a:off x="1259683" y="2522134"/>
            <a:ext cx="7736681"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a:t>Click to edit Master text styles</a:t>
            </a:r>
          </a:p>
        </p:txBody>
      </p:sp>
      <p:sp>
        <p:nvSpPr>
          <p:cNvPr id="4" name="Content Placeholder 3"/>
          <p:cNvSpPr>
            <a:spLocks noGrp="1"/>
          </p:cNvSpPr>
          <p:nvPr>
            <p:ph sz="half" idx="2"/>
          </p:nvPr>
        </p:nvSpPr>
        <p:spPr>
          <a:xfrm>
            <a:off x="1259683" y="3758193"/>
            <a:ext cx="7736681" cy="552773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5" name="Text Placeholder 4"/>
          <p:cNvSpPr>
            <a:spLocks noGrp="1"/>
          </p:cNvSpPr>
          <p:nvPr>
            <p:ph type="body" sz="quarter" idx="3"/>
          </p:nvPr>
        </p:nvSpPr>
        <p:spPr>
          <a:xfrm>
            <a:off x="9258300" y="2522134"/>
            <a:ext cx="7774782"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a:t>Click to edit Master text styles</a:t>
            </a:r>
          </a:p>
        </p:txBody>
      </p:sp>
      <p:sp>
        <p:nvSpPr>
          <p:cNvPr id="6" name="Content Placeholder 5"/>
          <p:cNvSpPr>
            <a:spLocks noGrp="1"/>
          </p:cNvSpPr>
          <p:nvPr>
            <p:ph sz="quarter" idx="4"/>
          </p:nvPr>
        </p:nvSpPr>
        <p:spPr>
          <a:xfrm>
            <a:off x="9258300" y="3758193"/>
            <a:ext cx="7774782" cy="552773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7" name="Date Placeholder 6"/>
          <p:cNvSpPr>
            <a:spLocks noGrp="1"/>
          </p:cNvSpPr>
          <p:nvPr>
            <p:ph type="dt" sz="half" idx="10"/>
          </p:nvPr>
        </p:nvSpPr>
        <p:spPr/>
        <p:txBody>
          <a:bodyPr/>
          <a:lstStyle/>
          <a:p>
            <a:fld id="{C764DE79-268F-4C1A-8933-263129D2AF90}" type="datetimeFigureOut">
              <a:rPr lang="en-US" dirty="0"/>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319273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en-US"/>
          </a:p>
        </p:txBody>
      </p:sp>
      <p:sp>
        <p:nvSpPr>
          <p:cNvPr id="3" name="Date Placeholder 2"/>
          <p:cNvSpPr>
            <a:spLocks noGrp="1"/>
          </p:cNvSpPr>
          <p:nvPr>
            <p:ph type="dt" sz="half" idx="10"/>
          </p:nvPr>
        </p:nvSpPr>
        <p:spPr/>
        <p:txBody>
          <a:bodyPr/>
          <a:lstStyle/>
          <a:p>
            <a:fld id="{C764DE79-268F-4C1A-8933-263129D2AF90}" type="datetimeFigureOut">
              <a:rPr lang="en-US" dirty="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834744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018706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a:t>Click to edit Master title style</a:t>
            </a:r>
            <a:endParaRPr lang="en-US"/>
          </a:p>
        </p:txBody>
      </p:sp>
      <p:sp>
        <p:nvSpPr>
          <p:cNvPr id="3" name="Content Placeholder 2"/>
          <p:cNvSpPr>
            <a:spLocks noGrp="1"/>
          </p:cNvSpPr>
          <p:nvPr>
            <p:ph idx="1"/>
          </p:nvPr>
        </p:nvSpPr>
        <p:spPr>
          <a:xfrm>
            <a:off x="7774782" y="1481367"/>
            <a:ext cx="9258300" cy="7311566"/>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391521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a:t>Click to edit Master title style</a:t>
            </a:r>
            <a:endParaRPr lang="en-US"/>
          </a:p>
        </p:txBody>
      </p:sp>
      <p:sp>
        <p:nvSpPr>
          <p:cNvPr id="3" name="Picture Placeholder 2"/>
          <p:cNvSpPr>
            <a:spLocks noGrp="1" noChangeAspect="1"/>
          </p:cNvSpPr>
          <p:nvPr>
            <p:ph type="pic" idx="1"/>
          </p:nvPr>
        </p:nvSpPr>
        <p:spPr>
          <a:xfrm>
            <a:off x="7774782" y="1481367"/>
            <a:ext cx="9258300" cy="7311566"/>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zh-TW"/>
              <a:t>Click icon to add picture</a:t>
            </a:r>
            <a:endParaRPr lang="en-US"/>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874769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438517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772"/>
            <a:ext cx="3943350" cy="8719103"/>
          </a:xfrm>
        </p:spPr>
        <p:txBody>
          <a:bodyPr vert="eaVert"/>
          <a:lstStyle/>
          <a:p>
            <a:r>
              <a:rPr lang="en-US" altLang="zh-TW"/>
              <a:t>Click to edit Master title style</a:t>
            </a:r>
            <a:endParaRPr lang="en-US"/>
          </a:p>
        </p:txBody>
      </p:sp>
      <p:sp>
        <p:nvSpPr>
          <p:cNvPr id="3" name="Vertical Text Placeholder 2"/>
          <p:cNvSpPr>
            <a:spLocks noGrp="1"/>
          </p:cNvSpPr>
          <p:nvPr>
            <p:ph type="body" orient="vert" idx="1"/>
          </p:nvPr>
        </p:nvSpPr>
        <p:spPr>
          <a:xfrm>
            <a:off x="1257300" y="547772"/>
            <a:ext cx="11601450" cy="8719103"/>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470180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訂版面配置">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E25844F4-1900-BFFB-A55D-854D27EE700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p14="http://schemas.microsoft.com/office/powerpoint/2010/main" val="83353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1089C009-AC07-C46C-AE77-052C754A5BC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575"/>
            <a:ext cx="18287997" cy="10286015"/>
          </a:xfrm>
          <a:prstGeom prst="rect">
            <a:avLst/>
          </a:prstGeom>
        </p:spPr>
      </p:pic>
    </p:spTree>
    <p:extLst>
      <p:ext uri="{BB962C8B-B14F-4D97-AF65-F5344CB8AC3E}">
        <p14:creationId xmlns:p14="http://schemas.microsoft.com/office/powerpoint/2010/main" val="956458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自訂版面配置">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290"/>
            <a:ext cx="18288000" cy="10286015"/>
          </a:xfrm>
          <a:prstGeom prst="rect">
            <a:avLst/>
          </a:prstGeom>
        </p:spPr>
      </p:pic>
      <p:sp>
        <p:nvSpPr>
          <p:cNvPr id="2" name="TextBox 1">
            <a:extLst>
              <a:ext uri="{FF2B5EF4-FFF2-40B4-BE49-F238E27FC236}">
                <a16:creationId xmlns:a16="http://schemas.microsoft.com/office/drawing/2014/main" id="{3C3275E5-3531-FFFA-3798-282621745510}"/>
              </a:ext>
            </a:extLst>
          </p:cNvPr>
          <p:cNvSpPr txBox="1"/>
          <p:nvPr userDrawn="1"/>
        </p:nvSpPr>
        <p:spPr>
          <a:xfrm>
            <a:off x="644238" y="600812"/>
            <a:ext cx="3262432" cy="1015663"/>
          </a:xfrm>
          <a:prstGeom prst="rect">
            <a:avLst/>
          </a:prstGeom>
          <a:noFill/>
        </p:spPr>
        <p:txBody>
          <a:bodyPr wrap="none" rtlCol="0">
            <a:spAutoFit/>
          </a:bodyPr>
          <a:lstStyle/>
          <a:p>
            <a:r>
              <a:rPr kumimoji="1" lang="zh-TW" altLang="en-US" sz="6000" b="1">
                <a:latin typeface="Microsoft JhengHei" panose="020B0604030504040204" pitchFamily="34" charset="-120"/>
                <a:ea typeface="Microsoft JhengHei" panose="020B0604030504040204" pitchFamily="34" charset="-120"/>
              </a:rPr>
              <a:t>重要聲明</a:t>
            </a:r>
          </a:p>
        </p:txBody>
      </p:sp>
      <p:sp>
        <p:nvSpPr>
          <p:cNvPr id="4" name="TextBox 3">
            <a:extLst>
              <a:ext uri="{FF2B5EF4-FFF2-40B4-BE49-F238E27FC236}">
                <a16:creationId xmlns:a16="http://schemas.microsoft.com/office/drawing/2014/main" id="{D3BA386D-4EF9-4F60-02E3-7C1A898CF24E}"/>
              </a:ext>
            </a:extLst>
          </p:cNvPr>
          <p:cNvSpPr txBox="1"/>
          <p:nvPr userDrawn="1"/>
        </p:nvSpPr>
        <p:spPr>
          <a:xfrm>
            <a:off x="561111" y="3205004"/>
            <a:ext cx="17165778" cy="3416320"/>
          </a:xfrm>
          <a:prstGeom prst="rect">
            <a:avLst/>
          </a:prstGeom>
          <a:noFill/>
        </p:spPr>
        <p:txBody>
          <a:bodyPr wrap="square" rtlCol="0">
            <a:spAutoFit/>
          </a:bodyPr>
          <a:lstStyle/>
          <a:p>
            <a:pPr>
              <a:buClr>
                <a:srgbClr val="000000"/>
              </a:buClr>
            </a:pPr>
            <a:r>
              <a:rPr lang="zh-TW" altLang="en-US" sz="2400" b="1" kern="0">
                <a:solidFill>
                  <a:srgbClr val="000000"/>
                </a:solidFill>
                <a:latin typeface="微軟正黑體" panose="020B0604030504040204" pitchFamily="34" charset="-120"/>
                <a:ea typeface="微軟正黑體" panose="020B0604030504040204" pitchFamily="34" charset="-120"/>
                <a:cs typeface="Arial"/>
                <a:sym typeface="Arial"/>
              </a:rPr>
              <a:t>本簡報依據</a:t>
            </a:r>
            <a:r>
              <a:rPr lang="zh-TW" altLang="en-US" sz="2400" b="1">
                <a:latin typeface="微軟正黑體" panose="020B0604030504040204" pitchFamily="34" charset="-120"/>
                <a:ea typeface="微軟正黑體" panose="020B0604030504040204" pitchFamily="34" charset="-120"/>
              </a:rPr>
              <a:t>裕榮昌科技股份有限公司台中分公司</a:t>
            </a:r>
            <a:r>
              <a:rPr lang="zh-TW" altLang="en-US" sz="2400" b="1" kern="0">
                <a:solidFill>
                  <a:srgbClr val="000000"/>
                </a:solidFill>
                <a:latin typeface="微軟正黑體" panose="020B0604030504040204" pitchFamily="34" charset="-120"/>
                <a:ea typeface="微軟正黑體" panose="020B0604030504040204" pitchFamily="34" charset="-120"/>
                <a:cs typeface="Arial"/>
                <a:sym typeface="Arial"/>
              </a:rPr>
              <a:t>之需求所編製。</a:t>
            </a:r>
            <a:endParaRPr lang="en-US" altLang="zh-TW" sz="2400" b="1" kern="0">
              <a:solidFill>
                <a:srgbClr val="000000"/>
              </a:solidFill>
              <a:latin typeface="微軟正黑體" panose="020B0604030504040204" pitchFamily="34" charset="-120"/>
              <a:ea typeface="微軟正黑體" panose="020B0604030504040204" pitchFamily="34" charset="-120"/>
              <a:cs typeface="Arial"/>
              <a:sym typeface="Arial"/>
            </a:endParaRPr>
          </a:p>
          <a:p>
            <a:pPr>
              <a:buClr>
                <a:srgbClr val="000000"/>
              </a:buClr>
            </a:pPr>
            <a:endParaRPr lang="en-US" altLang="zh-TW" sz="2400" b="1" kern="0">
              <a:solidFill>
                <a:srgbClr val="000000"/>
              </a:solidFill>
              <a:latin typeface="微軟正黑體" panose="020B0604030504040204" pitchFamily="34" charset="-120"/>
              <a:ea typeface="微軟正黑體" panose="020B0604030504040204" pitchFamily="34" charset="-120"/>
              <a:cs typeface="Arial"/>
              <a:sym typeface="Arial"/>
            </a:endParaRPr>
          </a:p>
          <a:p>
            <a:pPr algn="just" fontAlgn="base"/>
            <a:r>
              <a:rPr lang="zh-TW" altLang="en-US" sz="2400" b="1">
                <a:latin typeface="微軟正黑體" panose="020B0604030504040204" pitchFamily="34" charset="-120"/>
                <a:ea typeface="微軟正黑體" panose="020B0604030504040204" pitchFamily="34" charset="-120"/>
              </a:rPr>
              <a:t>本份簡報係於</a:t>
            </a:r>
            <a:r>
              <a:rPr lang="en-US" altLang="zh-TW" sz="2400" b="1">
                <a:latin typeface="微軟正黑體" panose="020B0604030504040204" pitchFamily="34" charset="-120"/>
                <a:ea typeface="微軟正黑體" panose="020B0604030504040204" pitchFamily="34" charset="-120"/>
              </a:rPr>
              <a:t>2025</a:t>
            </a:r>
            <a:r>
              <a:rPr lang="zh-TW" altLang="en-US" sz="2400" b="1">
                <a:latin typeface="微軟正黑體" panose="020B0604030504040204" pitchFamily="34" charset="-120"/>
                <a:ea typeface="微軟正黑體" panose="020B0604030504040204" pitchFamily="34" charset="-120"/>
              </a:rPr>
              <a:t>年</a:t>
            </a:r>
            <a:r>
              <a:rPr lang="en-US" altLang="zh-TW" sz="2400" b="1">
                <a:latin typeface="微軟正黑體" panose="020B0604030504040204" pitchFamily="34" charset="-120"/>
                <a:ea typeface="微軟正黑體" panose="020B0604030504040204" pitchFamily="34" charset="-120"/>
              </a:rPr>
              <a:t>4</a:t>
            </a:r>
            <a:r>
              <a:rPr lang="zh-TW" altLang="en-US" sz="2400" b="1">
                <a:latin typeface="微軟正黑體" panose="020B0604030504040204" pitchFamily="34" charset="-120"/>
                <a:ea typeface="微軟正黑體" panose="020B0604030504040204" pitchFamily="34" charset="-120"/>
              </a:rPr>
              <a:t>月</a:t>
            </a:r>
            <a:r>
              <a:rPr lang="en-US" altLang="zh-TW" sz="2400" b="1">
                <a:latin typeface="微軟正黑體" panose="020B0604030504040204" pitchFamily="34" charset="-120"/>
                <a:ea typeface="微軟正黑體" panose="020B0604030504040204" pitchFamily="34" charset="-120"/>
              </a:rPr>
              <a:t>1</a:t>
            </a:r>
            <a:r>
              <a:rPr lang="zh-TW" altLang="en-US" sz="2400" b="1">
                <a:latin typeface="微軟正黑體" panose="020B0604030504040204" pitchFamily="34" charset="-120"/>
                <a:ea typeface="微軟正黑體" panose="020B0604030504040204" pitchFamily="34" charset="-120"/>
              </a:rPr>
              <a:t>日簽訂之服務委任合約製作完成，僅提供賜昌集團內部參考使用。</a:t>
            </a:r>
          </a:p>
          <a:p>
            <a:pPr algn="just" fontAlgn="base"/>
            <a:endParaRPr lang="en-US" altLang="zh-TW" sz="2400" b="1">
              <a:latin typeface="微軟正黑體" panose="020B0604030504040204" pitchFamily="34" charset="-120"/>
              <a:ea typeface="微軟正黑體" panose="020B0604030504040204" pitchFamily="34" charset="-120"/>
            </a:endParaRPr>
          </a:p>
          <a:p>
            <a:pPr algn="just" fontAlgn="base"/>
            <a:r>
              <a:rPr lang="zh-TW" altLang="en-US" sz="2400" b="1">
                <a:latin typeface="微軟正黑體" panose="020B0604030504040204" pitchFamily="34" charset="-120"/>
                <a:ea typeface="微軟正黑體" panose="020B0604030504040204" pitchFamily="34" charset="-120"/>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p>
          <a:p>
            <a:endParaRPr lang="zh-TW" altLang="en-US" sz="2400" b="1">
              <a:latin typeface="微軟正黑體" panose="020B0604030504040204" pitchFamily="34" charset="-120"/>
              <a:ea typeface="微軟正黑體" panose="020B0604030504040204" pitchFamily="34" charset="-120"/>
            </a:endParaRPr>
          </a:p>
          <a:p>
            <a:pPr>
              <a:buClr>
                <a:srgbClr val="000000"/>
              </a:buClr>
            </a:pPr>
            <a:r>
              <a:rPr lang="zh-TW" altLang="en-US" sz="2400" b="1" kern="0">
                <a:solidFill>
                  <a:srgbClr val="000000"/>
                </a:solidFill>
                <a:latin typeface="微軟正黑體" panose="020B0604030504040204" pitchFamily="34" charset="-120"/>
                <a:ea typeface="微軟正黑體" panose="020B0604030504040204" pitchFamily="34" charset="-120"/>
                <a:cs typeface="Arial"/>
                <a:sym typeface="Arial"/>
              </a:rPr>
              <a:t>未經本公司書面同意，  貴公司以及專案所有成員不得將本簡報之全部或部分提供予任何第三人或使第三人得知其內容。</a:t>
            </a:r>
          </a:p>
        </p:txBody>
      </p:sp>
    </p:spTree>
    <p:extLst>
      <p:ext uri="{BB962C8B-B14F-4D97-AF65-F5344CB8AC3E}">
        <p14:creationId xmlns:p14="http://schemas.microsoft.com/office/powerpoint/2010/main" val="194200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訂版面配置">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290"/>
            <a:ext cx="18288000" cy="10286015"/>
          </a:xfrm>
          <a:prstGeom prst="rect">
            <a:avLst/>
          </a:prstGeom>
        </p:spPr>
      </p:pic>
    </p:spTree>
    <p:extLst>
      <p:ext uri="{BB962C8B-B14F-4D97-AF65-F5344CB8AC3E}">
        <p14:creationId xmlns:p14="http://schemas.microsoft.com/office/powerpoint/2010/main" val="275478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2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a16="http://schemas.microsoft.com/office/drawing/2014/main" id="{DDE4C3EC-89CD-BB54-5F4C-D558F5C045CB}"/>
              </a:ext>
            </a:extLst>
          </p:cNvPr>
          <p:cNvGraphicFramePr/>
          <p:nvPr userDrawn="1">
            <p:extLst>
              <p:ext uri="{D42A27DB-BD31-4B8C-83A1-F6EECF244321}">
                <p14:modId xmlns:p14="http://schemas.microsoft.com/office/powerpoint/2010/main" val="3675913295"/>
              </p:ext>
            </p:extLst>
          </p:nvPr>
        </p:nvGraphicFramePr>
        <p:xfrm>
          <a:off x="122557" y="114450"/>
          <a:ext cx="18019970" cy="10027077"/>
        </p:xfrm>
        <a:graphic>
          <a:graphicData uri="http://schemas.openxmlformats.org/drawingml/2006/table">
            <a:tbl>
              <a:tblPr>
                <a:noFill/>
              </a:tblPr>
              <a:tblGrid>
                <a:gridCol w="2311228">
                  <a:extLst>
                    <a:ext uri="{9D8B030D-6E8A-4147-A177-3AD203B41FA5}">
                      <a16:colId xmlns:a16="http://schemas.microsoft.com/office/drawing/2014/main" val="20000"/>
                    </a:ext>
                  </a:extLst>
                </a:gridCol>
                <a:gridCol w="11889371">
                  <a:extLst>
                    <a:ext uri="{9D8B030D-6E8A-4147-A177-3AD203B41FA5}">
                      <a16:colId xmlns:a16="http://schemas.microsoft.com/office/drawing/2014/main" val="20001"/>
                    </a:ext>
                  </a:extLst>
                </a:gridCol>
                <a:gridCol w="3819371">
                  <a:extLst>
                    <a:ext uri="{9D8B030D-6E8A-4147-A177-3AD203B41FA5}">
                      <a16:colId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val="10001"/>
                  </a:ext>
                </a:extLst>
              </a:tr>
              <a:tr h="8799383">
                <a:tc gridSpan="3">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pPr marL="0" marR="0" lvl="0" indent="0" algn="ctr" rtl="0">
                        <a:lnSpc>
                          <a:spcPct val="100000"/>
                        </a:lnSpc>
                        <a:spcBef>
                          <a:spcPts val="0"/>
                        </a:spcBef>
                        <a:spcAft>
                          <a:spcPts val="0"/>
                        </a:spcAft>
                        <a:buClr>
                          <a:schemeClr val="dk1"/>
                        </a:buClr>
                        <a:buSzPts val="1000"/>
                        <a:buFont typeface="Arial"/>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438868285"/>
                  </a:ext>
                </a:extLst>
              </a:tr>
            </a:tbl>
          </a:graphicData>
        </a:graphic>
      </p:graphicFrame>
      <p:pic>
        <p:nvPicPr>
          <p:cNvPr id="3" name="Google Shape;37;p9" descr="A red and black logo&#10;&#10;Description automatically generated">
            <a:extLst>
              <a:ext uri="{FF2B5EF4-FFF2-40B4-BE49-F238E27FC236}">
                <a16:creationId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4" name="Google Shape;24;p8">
            <a:extLst>
              <a:ext uri="{FF2B5EF4-FFF2-40B4-BE49-F238E27FC236}">
                <a16:creationId xmlns:a16="http://schemas.microsoft.com/office/drawing/2014/main" id="{10ED93F3-E6DB-99ED-6C71-93C2253FB3D7}"/>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p14="http://schemas.microsoft.com/office/powerpoint/2010/main" val="19753370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自訂版面配置">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0B02BF32-51F7-DDF0-4455-62412D8BC83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p14="http://schemas.microsoft.com/office/powerpoint/2010/main" val="42046135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and Full Content - Subtitle" preserve="1">
  <p:cSld name="3_Title and Full Content - Subtitle">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3" name="Google Shape;23;p8"/>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8"/>
          <p:cNvSpPr txBox="1">
            <a:spLocks noGrp="1"/>
          </p:cNvSpPr>
          <p:nvPr>
            <p:ph type="subTitle" idx="1"/>
          </p:nvPr>
        </p:nvSpPr>
        <p:spPr>
          <a:xfrm>
            <a:off x="664368" y="1674730"/>
            <a:ext cx="16959264" cy="1212484"/>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accent4"/>
              </a:buClr>
              <a:buSzPts val="2000"/>
              <a:buNone/>
              <a:defRPr sz="3000" b="1">
                <a:solidFill>
                  <a:schemeClr val="accent4"/>
                </a:solidFill>
                <a:latin typeface="Microsoft JhengHei"/>
                <a:ea typeface="Microsoft JhengHei"/>
                <a:cs typeface="Microsoft JhengHei"/>
                <a:sym typeface="Microsoft JhengHei"/>
              </a:defRPr>
            </a:lvl1pPr>
            <a:lvl2pPr lvl="1" algn="l">
              <a:lnSpc>
                <a:spcPct val="85000"/>
              </a:lnSpc>
              <a:spcBef>
                <a:spcPts val="0"/>
              </a:spcBef>
              <a:spcAft>
                <a:spcPts val="0"/>
              </a:spcAft>
              <a:buClr>
                <a:schemeClr val="dk1"/>
              </a:buClr>
              <a:buSzPts val="2400"/>
              <a:buNone/>
              <a:defRPr sz="3600"/>
            </a:lvl2pPr>
            <a:lvl3pPr lvl="2" algn="l">
              <a:lnSpc>
                <a:spcPct val="85000"/>
              </a:lnSpc>
              <a:spcBef>
                <a:spcPts val="0"/>
              </a:spcBef>
              <a:spcAft>
                <a:spcPts val="0"/>
              </a:spcAft>
              <a:buClr>
                <a:schemeClr val="dk1"/>
              </a:buClr>
              <a:buSzPts val="2400"/>
              <a:buNone/>
              <a:defRPr sz="3600"/>
            </a:lvl3pPr>
            <a:lvl4pPr lvl="3" algn="l">
              <a:lnSpc>
                <a:spcPct val="85000"/>
              </a:lnSpc>
              <a:spcBef>
                <a:spcPts val="0"/>
              </a:spcBef>
              <a:spcAft>
                <a:spcPts val="0"/>
              </a:spcAft>
              <a:buClr>
                <a:schemeClr val="dk1"/>
              </a:buClr>
              <a:buSzPts val="2400"/>
              <a:buNone/>
              <a:defRPr sz="3600"/>
            </a:lvl4pPr>
            <a:lvl5pPr lvl="4" algn="l">
              <a:lnSpc>
                <a:spcPct val="85000"/>
              </a:lnSpc>
              <a:spcBef>
                <a:spcPts val="0"/>
              </a:spcBef>
              <a:spcAft>
                <a:spcPts val="0"/>
              </a:spcAft>
              <a:buClr>
                <a:schemeClr val="dk1"/>
              </a:buClr>
              <a:buSzPts val="2400"/>
              <a:buNone/>
              <a:defRPr sz="3600"/>
            </a:lvl5pPr>
            <a:lvl6pPr lvl="5" algn="l">
              <a:lnSpc>
                <a:spcPct val="85000"/>
              </a:lnSpc>
              <a:spcBef>
                <a:spcPts val="0"/>
              </a:spcBef>
              <a:spcAft>
                <a:spcPts val="0"/>
              </a:spcAft>
              <a:buClr>
                <a:schemeClr val="dk1"/>
              </a:buClr>
              <a:buSzPts val="2400"/>
              <a:buNone/>
              <a:defRPr sz="3600"/>
            </a:lvl6pPr>
            <a:lvl7pPr lvl="6" algn="l">
              <a:lnSpc>
                <a:spcPct val="85000"/>
              </a:lnSpc>
              <a:spcBef>
                <a:spcPts val="0"/>
              </a:spcBef>
              <a:spcAft>
                <a:spcPts val="0"/>
              </a:spcAft>
              <a:buClr>
                <a:schemeClr val="dk1"/>
              </a:buClr>
              <a:buSzPts val="2400"/>
              <a:buNone/>
              <a:defRPr sz="3600"/>
            </a:lvl7pPr>
            <a:lvl8pPr lvl="7" algn="l">
              <a:lnSpc>
                <a:spcPct val="85000"/>
              </a:lnSpc>
              <a:spcBef>
                <a:spcPts val="0"/>
              </a:spcBef>
              <a:spcAft>
                <a:spcPts val="0"/>
              </a:spcAft>
              <a:buClr>
                <a:schemeClr val="dk1"/>
              </a:buClr>
              <a:buSzPts val="2400"/>
              <a:buNone/>
              <a:defRPr sz="3600"/>
            </a:lvl8pPr>
            <a:lvl9pPr lvl="8" algn="l">
              <a:lnSpc>
                <a:spcPct val="85000"/>
              </a:lnSpc>
              <a:spcBef>
                <a:spcPts val="0"/>
              </a:spcBef>
              <a:spcAft>
                <a:spcPts val="0"/>
              </a:spcAft>
              <a:buClr>
                <a:schemeClr val="dk1"/>
              </a:buClr>
              <a:buSzPts val="2400"/>
              <a:buNone/>
              <a:defRPr sz="3600"/>
            </a:lvl9pPr>
          </a:lstStyle>
          <a:p>
            <a:endParaRPr/>
          </a:p>
        </p:txBody>
      </p:sp>
      <p:cxnSp>
        <p:nvCxnSpPr>
          <p:cNvPr id="2" name="Google Shape;26;p8">
            <a:extLst>
              <a:ext uri="{FF2B5EF4-FFF2-40B4-BE49-F238E27FC236}">
                <a16:creationId xmlns:a16="http://schemas.microsoft.com/office/drawing/2014/main" id="{3C44852E-2A4F-C390-0531-598DA50C7D0D}"/>
              </a:ext>
            </a:extLst>
          </p:cNvPr>
          <p:cNvCxnSpPr>
            <a:cxnSpLocks/>
          </p:cNvCxnSpPr>
          <p:nvPr userDrawn="1"/>
        </p:nvCxnSpPr>
        <p:spPr>
          <a:xfrm>
            <a:off x="609166" y="1512141"/>
            <a:ext cx="17014463" cy="0"/>
          </a:xfrm>
          <a:prstGeom prst="straightConnector1">
            <a:avLst/>
          </a:prstGeom>
          <a:noFill/>
          <a:ln w="38100" cap="sq" cmpd="sng">
            <a:solidFill>
              <a:srgbClr val="A82415"/>
            </a:solidFill>
            <a:prstDash val="solid"/>
            <a:round/>
            <a:headEnd type="none" w="sm" len="sm"/>
            <a:tailEnd type="none" w="sm" len="sm"/>
          </a:ln>
        </p:spPr>
      </p:cxnSp>
      <p:pic>
        <p:nvPicPr>
          <p:cNvPr id="3" name="Google Shape;27;p8" descr="A red and black logo&#10;&#10;Description automatically generated">
            <a:extLst>
              <a:ext uri="{FF2B5EF4-FFF2-40B4-BE49-F238E27FC236}">
                <a16:creationId xmlns:a16="http://schemas.microsoft.com/office/drawing/2014/main" id="{7203C895-E48E-5654-59B4-87C538B70FA1}"/>
              </a:ext>
            </a:extLst>
          </p:cNvPr>
          <p:cNvPicPr preferRelativeResize="0"/>
          <p:nvPr userDrawn="1"/>
        </p:nvPicPr>
        <p:blipFill rotWithShape="1">
          <a:blip r:embed="rId2">
            <a:alphaModFix/>
          </a:blip>
          <a:srcRect/>
          <a:stretch/>
        </p:blipFill>
        <p:spPr>
          <a:xfrm>
            <a:off x="16791708" y="695699"/>
            <a:ext cx="831921" cy="724961"/>
          </a:xfrm>
          <a:prstGeom prst="rect">
            <a:avLst/>
          </a:prstGeom>
          <a:noFill/>
          <a:ln>
            <a:noFill/>
          </a:ln>
        </p:spPr>
      </p:pic>
      <p:sp>
        <p:nvSpPr>
          <p:cNvPr id="4" name="文字方塊 3">
            <a:extLst>
              <a:ext uri="{FF2B5EF4-FFF2-40B4-BE49-F238E27FC236}">
                <a16:creationId xmlns:a16="http://schemas.microsoft.com/office/drawing/2014/main" id="{2B54337C-739E-3A06-58FA-E367270A4F11}"/>
              </a:ext>
            </a:extLst>
          </p:cNvPr>
          <p:cNvSpPr txBox="1"/>
          <p:nvPr userDrawn="1"/>
        </p:nvSpPr>
        <p:spPr>
          <a:xfrm>
            <a:off x="17071107" y="9810533"/>
            <a:ext cx="1105050" cy="369332"/>
          </a:xfrm>
          <a:prstGeom prst="rect">
            <a:avLst/>
          </a:prstGeom>
          <a:noFill/>
        </p:spPr>
        <p:txBody>
          <a:bodyPr wrap="square" rtlCol="0">
            <a:spAutoFit/>
          </a:bodyPr>
          <a:lstStyle/>
          <a:p>
            <a:pPr algn="r"/>
            <a:r>
              <a:rPr lang="en-US" altLang="zh-TW" sz="1800" kern="1200">
                <a:solidFill>
                  <a:schemeClr val="tx1">
                    <a:tint val="75000"/>
                  </a:schemeClr>
                </a:solidFill>
                <a:latin typeface="+mn-lt"/>
                <a:ea typeface="+mn-ea"/>
                <a:cs typeface="+mn-cs"/>
              </a:rPr>
              <a:t> </a:t>
            </a:r>
            <a:fld id="{A1C81C5E-DBE4-4E08-A8E7-89EAA02EF1C8}" type="slidenum">
              <a:rPr lang="en-US" altLang="zh-TW" sz="1800" kern="1200" smtClean="0">
                <a:solidFill>
                  <a:schemeClr val="tx1">
                    <a:tint val="75000"/>
                  </a:schemeClr>
                </a:solidFill>
                <a:latin typeface="+mn-lt"/>
                <a:ea typeface="+mn-ea"/>
                <a:cs typeface="+mn-cs"/>
              </a:rPr>
              <a:pPr algn="r"/>
              <a:t>‹#›</a:t>
            </a:fld>
            <a:endParaRPr lang="zh-TW" altLang="en-US" sz="1800" kern="1200">
              <a:solidFill>
                <a:schemeClr val="tx1">
                  <a:tint val="75000"/>
                </a:schemeClr>
              </a:solidFill>
              <a:latin typeface="+mn-lt"/>
              <a:ea typeface="+mn-ea"/>
              <a:cs typeface="+mn-cs"/>
            </a:endParaRPr>
          </a:p>
        </p:txBody>
      </p:sp>
    </p:spTree>
    <p:extLst>
      <p:ext uri="{BB962C8B-B14F-4D97-AF65-F5344CB8AC3E}">
        <p14:creationId xmlns:p14="http://schemas.microsoft.com/office/powerpoint/2010/main" val="18044274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2_Title and Full Content - Subtitle">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3" name="Google Shape;23;p15"/>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5"/>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26" name="Google Shape;26;p15"/>
          <p:cNvCxnSpPr/>
          <p:nvPr/>
        </p:nvCxnSpPr>
        <p:spPr>
          <a:xfrm>
            <a:off x="664368" y="1400367"/>
            <a:ext cx="16959264" cy="0"/>
          </a:xfrm>
          <a:prstGeom prst="straightConnector1">
            <a:avLst/>
          </a:prstGeom>
          <a:noFill/>
          <a:ln w="28575" cap="sq" cmpd="sng">
            <a:solidFill>
              <a:schemeClr val="accent1"/>
            </a:solidFill>
            <a:prstDash val="solid"/>
            <a:round/>
            <a:headEnd type="none" w="sm" len="sm"/>
            <a:tailEnd type="none" w="sm" len="sm"/>
          </a:ln>
        </p:spPr>
      </p:cxnSp>
      <p:pic>
        <p:nvPicPr>
          <p:cNvPr id="27" name="Google Shape;27;p15" descr="A red and black logo&#10;&#10;Description automatically generated"/>
          <p:cNvPicPr preferRelativeResize="0"/>
          <p:nvPr/>
        </p:nvPicPr>
        <p:blipFill rotWithShape="1">
          <a:blip r:embed="rId2">
            <a:alphaModFix/>
          </a:blip>
          <a:srcRect/>
          <a:stretch/>
        </p:blipFill>
        <p:spPr>
          <a:xfrm>
            <a:off x="16838411" y="613111"/>
            <a:ext cx="785222" cy="684371"/>
          </a:xfrm>
          <a:prstGeom prst="rect">
            <a:avLst/>
          </a:prstGeom>
          <a:noFill/>
          <a:ln>
            <a:noFill/>
          </a:ln>
        </p:spPr>
      </p:pic>
      <p:sp>
        <p:nvSpPr>
          <p:cNvPr id="2" name="文字方塊 1">
            <a:extLst>
              <a:ext uri="{FF2B5EF4-FFF2-40B4-BE49-F238E27FC236}">
                <a16:creationId xmlns:a16="http://schemas.microsoft.com/office/drawing/2014/main" id="{5F83FBB1-9774-3488-7722-DE2201002157}"/>
              </a:ext>
            </a:extLst>
          </p:cNvPr>
          <p:cNvSpPr txBox="1"/>
          <p:nvPr userDrawn="1"/>
        </p:nvSpPr>
        <p:spPr>
          <a:xfrm>
            <a:off x="17071107" y="9810533"/>
            <a:ext cx="1105050" cy="369332"/>
          </a:xfrm>
          <a:prstGeom prst="rect">
            <a:avLst/>
          </a:prstGeom>
          <a:noFill/>
        </p:spPr>
        <p:txBody>
          <a:bodyPr wrap="square" rtlCol="0">
            <a:spAutoFit/>
          </a:bodyPr>
          <a:lstStyle/>
          <a:p>
            <a:pPr algn="r"/>
            <a:r>
              <a:rPr lang="en-US" altLang="zh-TW" sz="1800" kern="1200">
                <a:solidFill>
                  <a:schemeClr val="tx1">
                    <a:tint val="75000"/>
                  </a:schemeClr>
                </a:solidFill>
                <a:latin typeface="+mn-lt"/>
                <a:ea typeface="+mn-ea"/>
                <a:cs typeface="+mn-cs"/>
              </a:rPr>
              <a:t> </a:t>
            </a:r>
            <a:fld id="{A1C81C5E-DBE4-4E08-A8E7-89EAA02EF1C8}" type="slidenum">
              <a:rPr lang="en-US" altLang="zh-TW" sz="1800" kern="1200" smtClean="0">
                <a:solidFill>
                  <a:schemeClr val="tx1">
                    <a:tint val="75000"/>
                  </a:schemeClr>
                </a:solidFill>
                <a:latin typeface="+mn-lt"/>
                <a:ea typeface="+mn-ea"/>
                <a:cs typeface="+mn-cs"/>
              </a:rPr>
              <a:pPr algn="r"/>
              <a:t>‹#›</a:t>
            </a:fld>
            <a:endParaRPr lang="zh-TW" altLang="en-US" sz="1800" kern="1200">
              <a:solidFill>
                <a:schemeClr val="tx1">
                  <a:tint val="75000"/>
                </a:schemeClr>
              </a:solidFill>
              <a:latin typeface="+mn-lt"/>
              <a:ea typeface="+mn-ea"/>
              <a:cs typeface="+mn-cs"/>
            </a:endParaRPr>
          </a:p>
        </p:txBody>
      </p:sp>
      <p:sp>
        <p:nvSpPr>
          <p:cNvPr id="3" name="Google Shape;28;p8">
            <a:extLst>
              <a:ext uri="{FF2B5EF4-FFF2-40B4-BE49-F238E27FC236}">
                <a16:creationId xmlns:a16="http://schemas.microsoft.com/office/drawing/2014/main" id="{24B48220-0193-8645-CE36-560D9C8DB2A4}"/>
              </a:ext>
            </a:extLst>
          </p:cNvPr>
          <p:cNvSpPr txBox="1">
            <a:spLocks noGrp="1"/>
          </p:cNvSpPr>
          <p:nvPr>
            <p:ph type="subTitle" idx="1"/>
          </p:nvPr>
        </p:nvSpPr>
        <p:spPr>
          <a:xfrm>
            <a:off x="664368" y="1674730"/>
            <a:ext cx="16959264" cy="1212484"/>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accent4"/>
              </a:buClr>
              <a:buSzPts val="2000"/>
              <a:buNone/>
              <a:defRPr sz="3000" b="1">
                <a:solidFill>
                  <a:schemeClr val="accent4"/>
                </a:solidFill>
                <a:latin typeface="Microsoft JhengHei"/>
                <a:ea typeface="Microsoft JhengHei"/>
                <a:cs typeface="Microsoft JhengHei"/>
                <a:sym typeface="Microsoft JhengHei"/>
              </a:defRPr>
            </a:lvl1pPr>
            <a:lvl2pPr lvl="1" algn="l">
              <a:lnSpc>
                <a:spcPct val="85000"/>
              </a:lnSpc>
              <a:spcBef>
                <a:spcPts val="0"/>
              </a:spcBef>
              <a:spcAft>
                <a:spcPts val="0"/>
              </a:spcAft>
              <a:buClr>
                <a:schemeClr val="dk1"/>
              </a:buClr>
              <a:buSzPts val="2400"/>
              <a:buNone/>
              <a:defRPr sz="3600"/>
            </a:lvl2pPr>
            <a:lvl3pPr lvl="2" algn="l">
              <a:lnSpc>
                <a:spcPct val="85000"/>
              </a:lnSpc>
              <a:spcBef>
                <a:spcPts val="0"/>
              </a:spcBef>
              <a:spcAft>
                <a:spcPts val="0"/>
              </a:spcAft>
              <a:buClr>
                <a:schemeClr val="dk1"/>
              </a:buClr>
              <a:buSzPts val="2400"/>
              <a:buNone/>
              <a:defRPr sz="3600"/>
            </a:lvl3pPr>
            <a:lvl4pPr lvl="3" algn="l">
              <a:lnSpc>
                <a:spcPct val="85000"/>
              </a:lnSpc>
              <a:spcBef>
                <a:spcPts val="0"/>
              </a:spcBef>
              <a:spcAft>
                <a:spcPts val="0"/>
              </a:spcAft>
              <a:buClr>
                <a:schemeClr val="dk1"/>
              </a:buClr>
              <a:buSzPts val="2400"/>
              <a:buNone/>
              <a:defRPr sz="3600"/>
            </a:lvl4pPr>
            <a:lvl5pPr lvl="4" algn="l">
              <a:lnSpc>
                <a:spcPct val="85000"/>
              </a:lnSpc>
              <a:spcBef>
                <a:spcPts val="0"/>
              </a:spcBef>
              <a:spcAft>
                <a:spcPts val="0"/>
              </a:spcAft>
              <a:buClr>
                <a:schemeClr val="dk1"/>
              </a:buClr>
              <a:buSzPts val="2400"/>
              <a:buNone/>
              <a:defRPr sz="3600"/>
            </a:lvl5pPr>
            <a:lvl6pPr lvl="5" algn="l">
              <a:lnSpc>
                <a:spcPct val="85000"/>
              </a:lnSpc>
              <a:spcBef>
                <a:spcPts val="0"/>
              </a:spcBef>
              <a:spcAft>
                <a:spcPts val="0"/>
              </a:spcAft>
              <a:buClr>
                <a:schemeClr val="dk1"/>
              </a:buClr>
              <a:buSzPts val="2400"/>
              <a:buNone/>
              <a:defRPr sz="3600"/>
            </a:lvl6pPr>
            <a:lvl7pPr lvl="6" algn="l">
              <a:lnSpc>
                <a:spcPct val="85000"/>
              </a:lnSpc>
              <a:spcBef>
                <a:spcPts val="0"/>
              </a:spcBef>
              <a:spcAft>
                <a:spcPts val="0"/>
              </a:spcAft>
              <a:buClr>
                <a:schemeClr val="dk1"/>
              </a:buClr>
              <a:buSzPts val="2400"/>
              <a:buNone/>
              <a:defRPr sz="3600"/>
            </a:lvl7pPr>
            <a:lvl8pPr lvl="7" algn="l">
              <a:lnSpc>
                <a:spcPct val="85000"/>
              </a:lnSpc>
              <a:spcBef>
                <a:spcPts val="0"/>
              </a:spcBef>
              <a:spcAft>
                <a:spcPts val="0"/>
              </a:spcAft>
              <a:buClr>
                <a:schemeClr val="dk1"/>
              </a:buClr>
              <a:buSzPts val="2400"/>
              <a:buNone/>
              <a:defRPr sz="3600"/>
            </a:lvl8pPr>
            <a:lvl9pPr lvl="8" algn="l">
              <a:lnSpc>
                <a:spcPct val="85000"/>
              </a:lnSpc>
              <a:spcBef>
                <a:spcPts val="0"/>
              </a:spcBef>
              <a:spcAft>
                <a:spcPts val="0"/>
              </a:spcAft>
              <a:buClr>
                <a:schemeClr val="dk1"/>
              </a:buClr>
              <a:buSzPts val="2400"/>
              <a:buNone/>
              <a:defRPr sz="3600"/>
            </a:lvl9pPr>
          </a:lstStyle>
          <a:p>
            <a:endParaRPr/>
          </a:p>
        </p:txBody>
      </p:sp>
    </p:spTree>
    <p:extLst>
      <p:ext uri="{BB962C8B-B14F-4D97-AF65-F5344CB8AC3E}">
        <p14:creationId xmlns:p14="http://schemas.microsoft.com/office/powerpoint/2010/main" val="18315569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6_Title and Full Content - Subtitle">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3" name="Google Shape;23;p15"/>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5"/>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26" name="Google Shape;26;p15"/>
          <p:cNvCxnSpPr/>
          <p:nvPr/>
        </p:nvCxnSpPr>
        <p:spPr>
          <a:xfrm>
            <a:off x="664368" y="1400367"/>
            <a:ext cx="16959264" cy="0"/>
          </a:xfrm>
          <a:prstGeom prst="straightConnector1">
            <a:avLst/>
          </a:prstGeom>
          <a:noFill/>
          <a:ln w="28575" cap="sq" cmpd="sng">
            <a:solidFill>
              <a:schemeClr val="accent1"/>
            </a:solidFill>
            <a:prstDash val="solid"/>
            <a:round/>
            <a:headEnd type="none" w="sm" len="sm"/>
            <a:tailEnd type="none" w="sm" len="sm"/>
          </a:ln>
        </p:spPr>
      </p:cxnSp>
      <p:pic>
        <p:nvPicPr>
          <p:cNvPr id="27" name="Google Shape;27;p15" descr="A red and black logo&#10;&#10;Description automatically generated"/>
          <p:cNvPicPr preferRelativeResize="0"/>
          <p:nvPr/>
        </p:nvPicPr>
        <p:blipFill rotWithShape="1">
          <a:blip r:embed="rId2">
            <a:alphaModFix/>
          </a:blip>
          <a:srcRect/>
          <a:stretch/>
        </p:blipFill>
        <p:spPr>
          <a:xfrm>
            <a:off x="16838411" y="613111"/>
            <a:ext cx="785222" cy="684371"/>
          </a:xfrm>
          <a:prstGeom prst="rect">
            <a:avLst/>
          </a:prstGeom>
          <a:noFill/>
          <a:ln>
            <a:noFill/>
          </a:ln>
        </p:spPr>
      </p:pic>
      <p:sp>
        <p:nvSpPr>
          <p:cNvPr id="2" name="文字方塊 1">
            <a:extLst>
              <a:ext uri="{FF2B5EF4-FFF2-40B4-BE49-F238E27FC236}">
                <a16:creationId xmlns:a16="http://schemas.microsoft.com/office/drawing/2014/main" id="{5F83FBB1-9774-3488-7722-DE2201002157}"/>
              </a:ext>
            </a:extLst>
          </p:cNvPr>
          <p:cNvSpPr txBox="1"/>
          <p:nvPr userDrawn="1"/>
        </p:nvSpPr>
        <p:spPr>
          <a:xfrm>
            <a:off x="17071107" y="9810533"/>
            <a:ext cx="1105050" cy="369332"/>
          </a:xfrm>
          <a:prstGeom prst="rect">
            <a:avLst/>
          </a:prstGeom>
          <a:noFill/>
        </p:spPr>
        <p:txBody>
          <a:bodyPr wrap="square" rtlCol="0">
            <a:spAutoFit/>
          </a:bodyPr>
          <a:lstStyle/>
          <a:p>
            <a:pPr algn="r"/>
            <a:r>
              <a:rPr lang="en-US" altLang="zh-TW" sz="1800" kern="1200">
                <a:solidFill>
                  <a:schemeClr val="tx1">
                    <a:tint val="75000"/>
                  </a:schemeClr>
                </a:solidFill>
                <a:latin typeface="+mn-lt"/>
                <a:ea typeface="+mn-ea"/>
                <a:cs typeface="+mn-cs"/>
              </a:rPr>
              <a:t> </a:t>
            </a:r>
            <a:fld id="{A1C81C5E-DBE4-4E08-A8E7-89EAA02EF1C8}" type="slidenum">
              <a:rPr lang="en-US" altLang="zh-TW" sz="1800" kern="1200" smtClean="0">
                <a:solidFill>
                  <a:schemeClr val="tx1">
                    <a:tint val="75000"/>
                  </a:schemeClr>
                </a:solidFill>
                <a:latin typeface="+mn-lt"/>
                <a:ea typeface="+mn-ea"/>
                <a:cs typeface="+mn-cs"/>
              </a:rPr>
              <a:pPr algn="r"/>
              <a:t>‹#›</a:t>
            </a:fld>
            <a:endParaRPr lang="zh-TW" altLang="en-US" sz="1800" kern="1200">
              <a:solidFill>
                <a:schemeClr val="tx1">
                  <a:tint val="75000"/>
                </a:schemeClr>
              </a:solidFill>
              <a:latin typeface="+mn-lt"/>
              <a:ea typeface="+mn-ea"/>
              <a:cs typeface="+mn-cs"/>
            </a:endParaRPr>
          </a:p>
        </p:txBody>
      </p:sp>
    </p:spTree>
    <p:extLst>
      <p:ext uri="{BB962C8B-B14F-4D97-AF65-F5344CB8AC3E}">
        <p14:creationId xmlns:p14="http://schemas.microsoft.com/office/powerpoint/2010/main" val="7104765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_Section_5">
  <p:cSld name="2_Section_5">
    <p:spTree>
      <p:nvGrpSpPr>
        <p:cNvPr id="1" name="Shape 30"/>
        <p:cNvGrpSpPr/>
        <p:nvPr/>
      </p:nvGrpSpPr>
      <p:grpSpPr>
        <a:xfrm>
          <a:off x="0" y="0"/>
          <a:ext cx="0" cy="0"/>
          <a:chOff x="0" y="0"/>
          <a:chExt cx="0" cy="0"/>
        </a:xfrm>
      </p:grpSpPr>
      <p:pic>
        <p:nvPicPr>
          <p:cNvPr id="31" name="Google Shape;31;p16" descr="A group of people running&#10;&#10;Description automatically generated"/>
          <p:cNvPicPr preferRelativeResize="0"/>
          <p:nvPr/>
        </p:nvPicPr>
        <p:blipFill rotWithShape="1">
          <a:blip r:embed="rId2">
            <a:alphaModFix/>
          </a:blip>
          <a:srcRect t="5675" b="9685"/>
          <a:stretch/>
        </p:blipFill>
        <p:spPr>
          <a:xfrm>
            <a:off x="6" y="-22518"/>
            <a:ext cx="18288000" cy="10333623"/>
          </a:xfrm>
          <a:prstGeom prst="rect">
            <a:avLst/>
          </a:prstGeom>
          <a:noFill/>
          <a:ln>
            <a:noFill/>
          </a:ln>
        </p:spPr>
      </p:pic>
      <p:sp>
        <p:nvSpPr>
          <p:cNvPr id="32" name="Google Shape;32;p16"/>
          <p:cNvSpPr/>
          <p:nvPr/>
        </p:nvSpPr>
        <p:spPr>
          <a:xfrm>
            <a:off x="3" y="-45034"/>
            <a:ext cx="18288003" cy="10333623"/>
          </a:xfrm>
          <a:prstGeom prst="rect">
            <a:avLst/>
          </a:prstGeom>
          <a:solidFill>
            <a:schemeClr val="dk1">
              <a:alpha val="55686"/>
            </a:schemeClr>
          </a:solidFill>
          <a:ln>
            <a:noFill/>
          </a:ln>
        </p:spPr>
        <p:txBody>
          <a:bodyPr spcFirstLastPara="1" wrap="square" lIns="137138" tIns="68550" rIns="137138" bIns="68550" anchor="ctr" anchorCtr="0">
            <a:noAutofit/>
          </a:bodyPr>
          <a:lstStyle/>
          <a:p>
            <a:pPr marL="0" marR="0" lvl="0" indent="0" algn="ctr" rtl="0">
              <a:lnSpc>
                <a:spcPct val="100000"/>
              </a:lnSpc>
              <a:spcBef>
                <a:spcPts val="0"/>
              </a:spcBef>
              <a:spcAft>
                <a:spcPts val="0"/>
              </a:spcAft>
              <a:buNone/>
            </a:pPr>
            <a:endParaRPr sz="2400" b="0" i="0" u="none" strike="noStrike" cap="none">
              <a:solidFill>
                <a:schemeClr val="lt1"/>
              </a:solidFill>
              <a:latin typeface="Arial"/>
              <a:ea typeface="Arial"/>
              <a:cs typeface="Arial"/>
              <a:sym typeface="Arial"/>
            </a:endParaRPr>
          </a:p>
        </p:txBody>
      </p:sp>
      <p:sp>
        <p:nvSpPr>
          <p:cNvPr id="33" name="Google Shape;33;p16"/>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sz="1125" b="0" i="0" u="none" strike="noStrike" cap="none">
                <a:solidFill>
                  <a:schemeClr val="lt1"/>
                </a:solidFill>
                <a:latin typeface="Arial"/>
                <a:ea typeface="Arial"/>
                <a:cs typeface="Arial"/>
                <a:sym typeface="Arial"/>
              </a:defRPr>
            </a:lvl1pPr>
            <a:lvl2pPr marL="0" lvl="1" indent="0" algn="r">
              <a:spcBef>
                <a:spcPts val="0"/>
              </a:spcBef>
              <a:buNone/>
              <a:defRPr sz="1125" b="0" i="0" u="none" strike="noStrike" cap="none">
                <a:solidFill>
                  <a:schemeClr val="lt1"/>
                </a:solidFill>
                <a:latin typeface="Arial"/>
                <a:ea typeface="Arial"/>
                <a:cs typeface="Arial"/>
                <a:sym typeface="Arial"/>
              </a:defRPr>
            </a:lvl2pPr>
            <a:lvl3pPr marL="0" lvl="2" indent="0" algn="r">
              <a:spcBef>
                <a:spcPts val="0"/>
              </a:spcBef>
              <a:buNone/>
              <a:defRPr sz="1125" b="0" i="0" u="none" strike="noStrike" cap="none">
                <a:solidFill>
                  <a:schemeClr val="lt1"/>
                </a:solidFill>
                <a:latin typeface="Arial"/>
                <a:ea typeface="Arial"/>
                <a:cs typeface="Arial"/>
                <a:sym typeface="Arial"/>
              </a:defRPr>
            </a:lvl3pPr>
            <a:lvl4pPr marL="0" lvl="3" indent="0" algn="r">
              <a:spcBef>
                <a:spcPts val="0"/>
              </a:spcBef>
              <a:buNone/>
              <a:defRPr sz="1125" b="0" i="0" u="none" strike="noStrike" cap="none">
                <a:solidFill>
                  <a:schemeClr val="lt1"/>
                </a:solidFill>
                <a:latin typeface="Arial"/>
                <a:ea typeface="Arial"/>
                <a:cs typeface="Arial"/>
                <a:sym typeface="Arial"/>
              </a:defRPr>
            </a:lvl4pPr>
            <a:lvl5pPr marL="0" lvl="4" indent="0" algn="r">
              <a:spcBef>
                <a:spcPts val="0"/>
              </a:spcBef>
              <a:buNone/>
              <a:defRPr sz="1125" b="0" i="0" u="none" strike="noStrike" cap="none">
                <a:solidFill>
                  <a:schemeClr val="lt1"/>
                </a:solidFill>
                <a:latin typeface="Arial"/>
                <a:ea typeface="Arial"/>
                <a:cs typeface="Arial"/>
                <a:sym typeface="Arial"/>
              </a:defRPr>
            </a:lvl5pPr>
            <a:lvl6pPr marL="0" lvl="5" indent="0" algn="r">
              <a:spcBef>
                <a:spcPts val="0"/>
              </a:spcBef>
              <a:buNone/>
              <a:defRPr sz="1125" b="0" i="0" u="none" strike="noStrike" cap="none">
                <a:solidFill>
                  <a:schemeClr val="lt1"/>
                </a:solidFill>
                <a:latin typeface="Arial"/>
                <a:ea typeface="Arial"/>
                <a:cs typeface="Arial"/>
                <a:sym typeface="Arial"/>
              </a:defRPr>
            </a:lvl6pPr>
            <a:lvl7pPr marL="0" lvl="6" indent="0" algn="r">
              <a:spcBef>
                <a:spcPts val="0"/>
              </a:spcBef>
              <a:buNone/>
              <a:defRPr sz="1125" b="0" i="0" u="none" strike="noStrike" cap="none">
                <a:solidFill>
                  <a:schemeClr val="lt1"/>
                </a:solidFill>
                <a:latin typeface="Arial"/>
                <a:ea typeface="Arial"/>
                <a:cs typeface="Arial"/>
                <a:sym typeface="Arial"/>
              </a:defRPr>
            </a:lvl7pPr>
            <a:lvl8pPr marL="0" lvl="7" indent="0" algn="r">
              <a:spcBef>
                <a:spcPts val="0"/>
              </a:spcBef>
              <a:buNone/>
              <a:defRPr sz="1125" b="0" i="0" u="none" strike="noStrike" cap="none">
                <a:solidFill>
                  <a:schemeClr val="lt1"/>
                </a:solidFill>
                <a:latin typeface="Arial"/>
                <a:ea typeface="Arial"/>
                <a:cs typeface="Arial"/>
                <a:sym typeface="Arial"/>
              </a:defRPr>
            </a:lvl8pPr>
            <a:lvl9pPr marL="0" lvl="8" indent="0" algn="r">
              <a:spcBef>
                <a:spcPts val="0"/>
              </a:spcBef>
              <a:buNone/>
              <a:defRPr sz="1125" b="0" i="0" u="none" strike="noStrike" cap="none">
                <a:solidFill>
                  <a:schemeClr val="lt1"/>
                </a:solidFill>
                <a:latin typeface="Arial"/>
                <a:ea typeface="Arial"/>
                <a:cs typeface="Arial"/>
                <a:sym typeface="Arial"/>
              </a:defRPr>
            </a:lvl9pPr>
          </a:lstStyle>
          <a:p>
            <a:fld id="{00000000-1234-1234-1234-123412341234}" type="slidenum">
              <a:rPr lang="en-US" altLang="zh-TW" smtClean="0"/>
              <a:pPr/>
              <a:t>‹#›</a:t>
            </a:fld>
            <a:endParaRPr lang="en-US"/>
          </a:p>
        </p:txBody>
      </p:sp>
      <p:sp>
        <p:nvSpPr>
          <p:cNvPr id="34" name="Google Shape;34;p16"/>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6"/>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6"/>
          <p:cNvSpPr txBox="1">
            <a:spLocks noGrp="1"/>
          </p:cNvSpPr>
          <p:nvPr>
            <p:ph type="title"/>
          </p:nvPr>
        </p:nvSpPr>
        <p:spPr>
          <a:xfrm>
            <a:off x="664370" y="992486"/>
            <a:ext cx="2061686" cy="2322294"/>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accent2"/>
              </a:buClr>
              <a:buSzPts val="14400"/>
              <a:buFont typeface="Arial"/>
              <a:buNone/>
              <a:defRPr sz="21600" b="1">
                <a:solidFill>
                  <a:schemeClr val="accent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6"/>
          <p:cNvSpPr txBox="1">
            <a:spLocks noGrp="1"/>
          </p:cNvSpPr>
          <p:nvPr>
            <p:ph type="body" idx="1"/>
          </p:nvPr>
        </p:nvSpPr>
        <p:spPr>
          <a:xfrm>
            <a:off x="664371" y="3620232"/>
            <a:ext cx="6124356" cy="4415363"/>
          </a:xfrm>
          <a:prstGeom prst="rect">
            <a:avLst/>
          </a:prstGeom>
          <a:noFill/>
          <a:ln>
            <a:noFill/>
          </a:ln>
        </p:spPr>
        <p:txBody>
          <a:bodyPr spcFirstLastPara="1" wrap="square" lIns="0" tIns="0" rIns="0" bIns="0" anchor="t" anchorCtr="0">
            <a:noAutofit/>
          </a:bodyPr>
          <a:lstStyle>
            <a:lvl1pPr marL="685800" lvl="0" indent="-342900" algn="l">
              <a:lnSpc>
                <a:spcPct val="85000"/>
              </a:lnSpc>
              <a:spcBef>
                <a:spcPts val="0"/>
              </a:spcBef>
              <a:spcAft>
                <a:spcPts val="0"/>
              </a:spcAft>
              <a:buClr>
                <a:srgbClr val="F2F2F2"/>
              </a:buClr>
              <a:buSzPts val="3200"/>
              <a:buNone/>
              <a:defRPr sz="4800" b="1">
                <a:solidFill>
                  <a:srgbClr val="F2F2F2"/>
                </a:solidFill>
                <a:latin typeface="Microsoft JhengHei"/>
                <a:ea typeface="Microsoft JhengHei"/>
                <a:cs typeface="Microsoft JhengHei"/>
                <a:sym typeface="Microsoft JhengHei"/>
              </a:defRPr>
            </a:lvl1pPr>
            <a:lvl2pPr marL="1371600" lvl="1" indent="-342900" algn="l">
              <a:lnSpc>
                <a:spcPct val="100000"/>
              </a:lnSpc>
              <a:spcBef>
                <a:spcPts val="4500"/>
              </a:spcBef>
              <a:spcAft>
                <a:spcPts val="0"/>
              </a:spcAft>
              <a:buClr>
                <a:schemeClr val="dk1"/>
              </a:buClr>
              <a:buSzPts val="1600"/>
              <a:buFont typeface="Arial"/>
              <a:buNone/>
              <a:defRPr sz="2400" b="1">
                <a:solidFill>
                  <a:schemeClr val="dk1"/>
                </a:solidFill>
              </a:defRPr>
            </a:lvl2pPr>
            <a:lvl3pPr marL="2057400" lvl="2" indent="-342900" algn="l">
              <a:lnSpc>
                <a:spcPct val="100000"/>
              </a:lnSpc>
              <a:spcBef>
                <a:spcPts val="0"/>
              </a:spcBef>
              <a:spcAft>
                <a:spcPts val="0"/>
              </a:spcAft>
              <a:buClr>
                <a:schemeClr val="dk1"/>
              </a:buClr>
              <a:buSzPts val="1600"/>
              <a:buFont typeface="Arial"/>
              <a:buNone/>
              <a:defRPr sz="2400">
                <a:solidFill>
                  <a:schemeClr val="dk1"/>
                </a:solidFill>
              </a:defRPr>
            </a:lvl3pPr>
            <a:lvl4pPr marL="2743200" lvl="3" indent="-342900" algn="l">
              <a:lnSpc>
                <a:spcPct val="100000"/>
              </a:lnSpc>
              <a:spcBef>
                <a:spcPts val="0"/>
              </a:spcBef>
              <a:spcAft>
                <a:spcPts val="0"/>
              </a:spcAft>
              <a:buClr>
                <a:schemeClr val="dk1"/>
              </a:buClr>
              <a:buSzPts val="1600"/>
              <a:buFont typeface="Arial"/>
              <a:buNone/>
              <a:defRPr sz="2400">
                <a:solidFill>
                  <a:schemeClr val="dk1"/>
                </a:solidFill>
              </a:defRPr>
            </a:lvl4pPr>
            <a:lvl5pPr marL="3429000" lvl="4" indent="-342900" algn="l">
              <a:lnSpc>
                <a:spcPct val="100000"/>
              </a:lnSpc>
              <a:spcBef>
                <a:spcPts val="0"/>
              </a:spcBef>
              <a:spcAft>
                <a:spcPts val="0"/>
              </a:spcAft>
              <a:buClr>
                <a:schemeClr val="dk1"/>
              </a:buClr>
              <a:buSzPts val="1600"/>
              <a:buFont typeface="Arial"/>
              <a:buNone/>
              <a:defRPr sz="2400">
                <a:solidFill>
                  <a:schemeClr val="dk1"/>
                </a:solidFill>
              </a:defRPr>
            </a:lvl5pPr>
            <a:lvl6pPr marL="4114800" lvl="5" indent="-342900" algn="l">
              <a:lnSpc>
                <a:spcPct val="100000"/>
              </a:lnSpc>
              <a:spcBef>
                <a:spcPts val="0"/>
              </a:spcBef>
              <a:spcAft>
                <a:spcPts val="0"/>
              </a:spcAft>
              <a:buClr>
                <a:schemeClr val="dk1"/>
              </a:buClr>
              <a:buSzPts val="1600"/>
              <a:buFont typeface="Arial"/>
              <a:buNone/>
              <a:defRPr sz="2400">
                <a:solidFill>
                  <a:schemeClr val="dk1"/>
                </a:solidFill>
              </a:defRPr>
            </a:lvl6pPr>
            <a:lvl7pPr marL="4800600" lvl="6" indent="-342900" algn="l">
              <a:lnSpc>
                <a:spcPct val="100000"/>
              </a:lnSpc>
              <a:spcBef>
                <a:spcPts val="0"/>
              </a:spcBef>
              <a:spcAft>
                <a:spcPts val="0"/>
              </a:spcAft>
              <a:buClr>
                <a:schemeClr val="dk1"/>
              </a:buClr>
              <a:buSzPts val="1600"/>
              <a:buFont typeface="Arial"/>
              <a:buNone/>
              <a:defRPr sz="2400">
                <a:solidFill>
                  <a:schemeClr val="dk1"/>
                </a:solidFill>
              </a:defRPr>
            </a:lvl7pPr>
            <a:lvl8pPr marL="5486400" lvl="7" indent="-342900" algn="l">
              <a:lnSpc>
                <a:spcPct val="100000"/>
              </a:lnSpc>
              <a:spcBef>
                <a:spcPts val="0"/>
              </a:spcBef>
              <a:spcAft>
                <a:spcPts val="0"/>
              </a:spcAft>
              <a:buClr>
                <a:schemeClr val="dk1"/>
              </a:buClr>
              <a:buSzPts val="1600"/>
              <a:buFont typeface="Arial"/>
              <a:buNone/>
              <a:defRPr sz="2400">
                <a:solidFill>
                  <a:schemeClr val="dk1"/>
                </a:solidFill>
              </a:defRPr>
            </a:lvl8pPr>
            <a:lvl9pPr marL="6172200" lvl="8" indent="-342900" algn="l">
              <a:lnSpc>
                <a:spcPct val="100000"/>
              </a:lnSpc>
              <a:spcBef>
                <a:spcPts val="0"/>
              </a:spcBef>
              <a:spcAft>
                <a:spcPts val="0"/>
              </a:spcAft>
              <a:buClr>
                <a:schemeClr val="dk1"/>
              </a:buClr>
              <a:buSzPts val="1600"/>
              <a:buFont typeface="Arial"/>
              <a:buNone/>
              <a:defRPr sz="2400">
                <a:solidFill>
                  <a:schemeClr val="dk1"/>
                </a:solidFill>
              </a:defRPr>
            </a:lvl9pPr>
          </a:lstStyle>
          <a:p>
            <a:endParaRPr/>
          </a:p>
        </p:txBody>
      </p:sp>
    </p:spTree>
    <p:extLst>
      <p:ext uri="{BB962C8B-B14F-4D97-AF65-F5344CB8AC3E}">
        <p14:creationId xmlns:p14="http://schemas.microsoft.com/office/powerpoint/2010/main" val="3264338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773"/>
            <a:ext cx="15773400" cy="1988651"/>
          </a:xfrm>
          <a:prstGeom prst="rect">
            <a:avLst/>
          </a:prstGeom>
        </p:spPr>
        <p:txBody>
          <a:bodyPr vert="horz" lIns="91440" tIns="45720" rIns="91440" bIns="45720" rtlCol="0" anchor="ctr">
            <a:normAutofit/>
          </a:bodyPr>
          <a:lstStyle/>
          <a:p>
            <a:r>
              <a:rPr lang="en-US" altLang="zh-TW"/>
              <a:t>Click to edit Master title style</a:t>
            </a:r>
            <a:endParaRPr lang="en-US"/>
          </a:p>
        </p:txBody>
      </p:sp>
      <p:sp>
        <p:nvSpPr>
          <p:cNvPr id="3" name="Text Placeholder 2"/>
          <p:cNvSpPr>
            <a:spLocks noGrp="1"/>
          </p:cNvSpPr>
          <p:nvPr>
            <p:ph type="body" idx="1"/>
          </p:nvPr>
        </p:nvSpPr>
        <p:spPr>
          <a:xfrm>
            <a:off x="1257300" y="2738860"/>
            <a:ext cx="15773400" cy="6528015"/>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4" name="Date Placeholder 3"/>
          <p:cNvSpPr>
            <a:spLocks noGrp="1"/>
          </p:cNvSpPr>
          <p:nvPr>
            <p:ph type="dt" sz="half" idx="2"/>
          </p:nvPr>
        </p:nvSpPr>
        <p:spPr>
          <a:xfrm>
            <a:off x="1257300" y="9535998"/>
            <a:ext cx="4114800" cy="547772"/>
          </a:xfrm>
          <a:prstGeom prst="rect">
            <a:avLst/>
          </a:prstGeom>
        </p:spPr>
        <p:txBody>
          <a:bodyPr vert="horz" lIns="91440" tIns="45720" rIns="91440" bIns="45720" rtlCol="0" anchor="ctr"/>
          <a:lstStyle>
            <a:lvl1pPr algn="l">
              <a:defRPr sz="1800">
                <a:solidFill>
                  <a:schemeClr val="tx1">
                    <a:tint val="75000"/>
                  </a:schemeClr>
                </a:solidFill>
              </a:defRPr>
            </a:lvl1pPr>
          </a:lstStyle>
          <a:p>
            <a:fld id="{C764DE79-268F-4C1A-8933-263129D2AF90}" type="datetimeFigureOut">
              <a:rPr lang="en-US" dirty="0"/>
              <a:t>11/19/2025</a:t>
            </a:fld>
            <a:endParaRPr lang="en-US"/>
          </a:p>
        </p:txBody>
      </p:sp>
      <p:sp>
        <p:nvSpPr>
          <p:cNvPr id="5" name="Footer Placeholder 4"/>
          <p:cNvSpPr>
            <a:spLocks noGrp="1"/>
          </p:cNvSpPr>
          <p:nvPr>
            <p:ph type="ftr" sz="quarter" idx="3"/>
          </p:nvPr>
        </p:nvSpPr>
        <p:spPr>
          <a:xfrm>
            <a:off x="6057900" y="9535998"/>
            <a:ext cx="6172200" cy="547772"/>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915900" y="9535998"/>
            <a:ext cx="4114800" cy="547772"/>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319702633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65" r:id="rId13"/>
    <p:sldLayoutId id="2147483668" r:id="rId14"/>
    <p:sldLayoutId id="2147483664" r:id="rId15"/>
    <p:sldLayoutId id="2147483684" r:id="rId16"/>
    <p:sldLayoutId id="2147483663" r:id="rId17"/>
    <p:sldLayoutId id="2147483683" r:id="rId18"/>
    <p:sldLayoutId id="2147483694" r:id="rId19"/>
    <p:sldLayoutId id="2147483693" r:id="rId20"/>
    <p:sldLayoutId id="2147483692" r:id="rId21"/>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a16="http://schemas.microsoft.com/office/drawing/2014/main" id="{7F582E9E-3697-760D-DA26-BA27025404FB}"/>
              </a:ext>
            </a:extLst>
          </p:cNvPr>
          <p:cNvSpPr>
            <a:spLocks noChangeArrowheads="1"/>
          </p:cNvSpPr>
          <p:nvPr/>
        </p:nvSpPr>
        <p:spPr bwMode="auto">
          <a:xfrm>
            <a:off x="843405" y="5144294"/>
            <a:ext cx="653711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4800">
                <a:latin typeface="Microsoft JhengHei" panose="020B0604030504040204" pitchFamily="34" charset="-120"/>
                <a:ea typeface="Microsoft JhengHei" panose="020B0604030504040204" pitchFamily="34" charset="-120"/>
              </a:rPr>
              <a:t>賜昌集團 </a:t>
            </a:r>
            <a:r>
              <a:rPr lang="en-US" altLang="zh-TW" sz="4800">
                <a:latin typeface="Microsoft JhengHei" panose="020B0604030504040204" pitchFamily="34" charset="-120"/>
                <a:ea typeface="Microsoft JhengHei" panose="020B0604030504040204" pitchFamily="34" charset="-120"/>
              </a:rPr>
              <a:t>SAP</a:t>
            </a:r>
            <a:r>
              <a:rPr lang="zh-TW" altLang="en-US" sz="4800">
                <a:latin typeface="Microsoft JhengHei" panose="020B0604030504040204" pitchFamily="34" charset="-120"/>
                <a:ea typeface="Microsoft JhengHei" panose="020B0604030504040204" pitchFamily="34" charset="-120"/>
              </a:rPr>
              <a:t>推進中心</a:t>
            </a:r>
          </a:p>
        </p:txBody>
      </p:sp>
      <p:sp>
        <p:nvSpPr>
          <p:cNvPr id="3" name="TextBox 2">
            <a:extLst>
              <a:ext uri="{FF2B5EF4-FFF2-40B4-BE49-F238E27FC236}">
                <a16:creationId xmlns:a16="http://schemas.microsoft.com/office/drawing/2014/main" id="{8859345E-AB13-0337-28A8-72F68FB71A83}"/>
              </a:ext>
            </a:extLst>
          </p:cNvPr>
          <p:cNvSpPr txBox="1"/>
          <p:nvPr/>
        </p:nvSpPr>
        <p:spPr>
          <a:xfrm>
            <a:off x="843407" y="7871570"/>
            <a:ext cx="4710228" cy="738664"/>
          </a:xfrm>
          <a:prstGeom prst="rect">
            <a:avLst/>
          </a:prstGeom>
          <a:noFill/>
        </p:spPr>
        <p:txBody>
          <a:bodyPr wrap="square" rtlCol="0">
            <a:spAutoFit/>
          </a:bodyPr>
          <a:lstStyle/>
          <a:p>
            <a:r>
              <a:rPr kumimoji="1" lang="en-US" altLang="zh-TW" sz="2100" dirty="0">
                <a:latin typeface="Microsoft JhengHei" panose="020B0604030504040204" pitchFamily="34" charset="-120"/>
                <a:ea typeface="Microsoft JhengHei" panose="020B0604030504040204" pitchFamily="34" charset="-120"/>
              </a:rPr>
              <a:t>Presentation by </a:t>
            </a:r>
            <a:r>
              <a:rPr kumimoji="1" lang="en-US" altLang="zh-TW" sz="2100" b="1" dirty="0">
                <a:latin typeface="Microsoft JhengHei" panose="020B0604030504040204" pitchFamily="34" charset="-120"/>
                <a:ea typeface="Microsoft JhengHei" panose="020B0604030504040204" pitchFamily="34" charset="-120"/>
              </a:rPr>
              <a:t>Yaping, Vincent</a:t>
            </a:r>
          </a:p>
          <a:p>
            <a:r>
              <a:rPr kumimoji="1" lang="en-US" altLang="zh-TW" sz="2100" dirty="0">
                <a:latin typeface="Microsoft JhengHei" panose="020B0604030504040204" pitchFamily="34" charset="-120"/>
                <a:ea typeface="Microsoft JhengHei" panose="020B0604030504040204" pitchFamily="34" charset="-120"/>
              </a:rPr>
              <a:t>2025/11</a:t>
            </a:r>
            <a:endParaRPr kumimoji="1" lang="zh-TW" altLang="en-US" sz="2100" dirty="0">
              <a:latin typeface="Microsoft JhengHei" panose="020B0604030504040204" pitchFamily="34" charset="-120"/>
              <a:ea typeface="Microsoft JhengHei" panose="020B0604030504040204" pitchFamily="34" charset="-120"/>
            </a:endParaRPr>
          </a:p>
        </p:txBody>
      </p:sp>
      <p:sp>
        <p:nvSpPr>
          <p:cNvPr id="5" name="矩形 1">
            <a:extLst>
              <a:ext uri="{FF2B5EF4-FFF2-40B4-BE49-F238E27FC236}">
                <a16:creationId xmlns:a16="http://schemas.microsoft.com/office/drawing/2014/main" id="{E1637891-39B6-9F83-1E67-17C75D44F0A1}"/>
              </a:ext>
            </a:extLst>
          </p:cNvPr>
          <p:cNvSpPr>
            <a:spLocks noChangeArrowheads="1"/>
          </p:cNvSpPr>
          <p:nvPr/>
        </p:nvSpPr>
        <p:spPr bwMode="auto">
          <a:xfrm>
            <a:off x="843405" y="7179076"/>
            <a:ext cx="65371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a:spcBef>
                <a:spcPct val="0"/>
              </a:spcBef>
              <a:buNone/>
            </a:pPr>
            <a:r>
              <a:rPr lang="zh-TW" altLang="en-US" sz="3600" b="0" dirty="0">
                <a:latin typeface="Microsoft JhengHei"/>
                <a:ea typeface="Microsoft JhengHei"/>
                <a:cs typeface="Microsoft JhengHei"/>
                <a:sym typeface="Microsoft JhengHei"/>
              </a:rPr>
              <a:t>採購</a:t>
            </a:r>
            <a:r>
              <a:rPr lang="en-US" altLang="zh-TW" sz="3600" b="0" dirty="0">
                <a:latin typeface="Microsoft JhengHei"/>
                <a:ea typeface="Microsoft JhengHei"/>
                <a:cs typeface="Microsoft JhengHei"/>
                <a:sym typeface="Microsoft JhengHei"/>
              </a:rPr>
              <a:t>_</a:t>
            </a:r>
            <a:r>
              <a:rPr lang="zh-TW" altLang="en-US" sz="3600" b="0" dirty="0">
                <a:latin typeface="Microsoft JhengHei"/>
                <a:ea typeface="Microsoft JhengHei"/>
                <a:cs typeface="Microsoft JhengHei"/>
                <a:sym typeface="Microsoft JhengHei"/>
              </a:rPr>
              <a:t>補充說明文件</a:t>
            </a:r>
            <a:endParaRPr lang="zh-TW" altLang="en-US" sz="3600" b="0" dirty="0">
              <a:ea typeface="新細明體" panose="02020500000000000000" pitchFamily="18" charset="-120"/>
            </a:endParaRPr>
          </a:p>
        </p:txBody>
      </p:sp>
    </p:spTree>
    <p:extLst>
      <p:ext uri="{BB962C8B-B14F-4D97-AF65-F5344CB8AC3E}">
        <p14:creationId xmlns:p14="http://schemas.microsoft.com/office/powerpoint/2010/main" val="42830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E80DA1-64A2-5823-796C-F122EF6F5784}"/>
              </a:ext>
            </a:extLst>
          </p:cNvPr>
          <p:cNvSpPr>
            <a:spLocks noGrp="1"/>
          </p:cNvSpPr>
          <p:nvPr>
            <p:ph type="title"/>
          </p:nvPr>
        </p:nvSpPr>
        <p:spPr/>
        <p:txBody>
          <a:bodyPr/>
          <a:lstStyle/>
          <a:p>
            <a:r>
              <a:rPr lang="en-US" altLang="zh-TW" dirty="0"/>
              <a:t>MM-MA-0020</a:t>
            </a:r>
            <a:r>
              <a:rPr lang="zh-TW" altLang="en-US" dirty="0"/>
              <a:t>：供應商主檔架構 </a:t>
            </a:r>
          </a:p>
        </p:txBody>
      </p:sp>
      <p:sp>
        <p:nvSpPr>
          <p:cNvPr id="3" name="矩形: 圓角 2">
            <a:extLst>
              <a:ext uri="{FF2B5EF4-FFF2-40B4-BE49-F238E27FC236}">
                <a16:creationId xmlns:a16="http://schemas.microsoft.com/office/drawing/2014/main" id="{5D9C726D-C2C6-12CC-C263-F136BF3ED041}"/>
              </a:ext>
            </a:extLst>
          </p:cNvPr>
          <p:cNvSpPr/>
          <p:nvPr/>
        </p:nvSpPr>
        <p:spPr>
          <a:xfrm>
            <a:off x="9074037" y="1835882"/>
            <a:ext cx="3600000" cy="2016000"/>
          </a:xfrm>
          <a:prstGeom prst="roundRect">
            <a:avLst>
              <a:gd name="adj" fmla="val 15713"/>
            </a:avLst>
          </a:prstGeom>
          <a:solidFill>
            <a:schemeClr val="bg1"/>
          </a:solidFill>
          <a:ln w="317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spcAft>
                <a:spcPts val="1200"/>
              </a:spcAft>
            </a:pPr>
            <a:r>
              <a:rPr lang="zh-TW" altLang="en-US" sz="3200" b="1" u="sng" dirty="0">
                <a:solidFill>
                  <a:schemeClr val="tx1"/>
                </a:solidFill>
              </a:rPr>
              <a:t>基本資料</a:t>
            </a:r>
            <a:endParaRPr lang="en-US" altLang="zh-TW" sz="3200" b="1" u="sng" dirty="0">
              <a:solidFill>
                <a:schemeClr val="tx1"/>
              </a:solidFill>
            </a:endParaRPr>
          </a:p>
          <a:p>
            <a:pPr algn="ctr"/>
            <a:r>
              <a:rPr lang="zh-TW" altLang="en-US" sz="2400" dirty="0">
                <a:solidFill>
                  <a:schemeClr val="tx1"/>
                </a:solidFill>
              </a:rPr>
              <a:t>公司地址</a:t>
            </a:r>
          </a:p>
          <a:p>
            <a:pPr algn="ctr"/>
            <a:r>
              <a:rPr lang="zh-TW" altLang="en-US" sz="2400" dirty="0">
                <a:solidFill>
                  <a:schemeClr val="tx1"/>
                </a:solidFill>
              </a:rPr>
              <a:t>聯絡資料</a:t>
            </a:r>
          </a:p>
          <a:p>
            <a:pPr algn="ctr"/>
            <a:r>
              <a:rPr lang="zh-TW" altLang="en-US" sz="2400" dirty="0">
                <a:solidFill>
                  <a:schemeClr val="tx1"/>
                </a:solidFill>
              </a:rPr>
              <a:t>銀行資料</a:t>
            </a:r>
          </a:p>
        </p:txBody>
      </p:sp>
      <p:sp>
        <p:nvSpPr>
          <p:cNvPr id="4" name="矩形: 圓角 3">
            <a:extLst>
              <a:ext uri="{FF2B5EF4-FFF2-40B4-BE49-F238E27FC236}">
                <a16:creationId xmlns:a16="http://schemas.microsoft.com/office/drawing/2014/main" id="{4D72C222-64C1-8ACC-79C0-C04AC1D4EFB7}"/>
              </a:ext>
            </a:extLst>
          </p:cNvPr>
          <p:cNvSpPr/>
          <p:nvPr/>
        </p:nvSpPr>
        <p:spPr>
          <a:xfrm>
            <a:off x="12139480" y="4577472"/>
            <a:ext cx="3600000" cy="2016000"/>
          </a:xfrm>
          <a:prstGeom prst="roundRect">
            <a:avLst>
              <a:gd name="adj" fmla="val 15713"/>
            </a:avLst>
          </a:prstGeom>
          <a:solidFill>
            <a:schemeClr val="bg1"/>
          </a:solidFill>
          <a:ln w="317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spcAft>
                <a:spcPts val="1200"/>
              </a:spcAft>
            </a:pPr>
            <a:r>
              <a:rPr lang="zh-TW" altLang="en-US" sz="3200" b="1" u="sng" dirty="0">
                <a:solidFill>
                  <a:schemeClr val="tx1"/>
                </a:solidFill>
              </a:rPr>
              <a:t>公司代碼資料</a:t>
            </a:r>
            <a:endParaRPr lang="en-US" altLang="zh-TW" sz="3200" b="1" u="sng" dirty="0">
              <a:solidFill>
                <a:schemeClr val="tx1"/>
              </a:solidFill>
            </a:endParaRPr>
          </a:p>
          <a:p>
            <a:pPr algn="ctr"/>
            <a:r>
              <a:rPr lang="zh-TW" altLang="en-US" sz="2400" dirty="0">
                <a:solidFill>
                  <a:schemeClr val="tx1"/>
                </a:solidFill>
              </a:rPr>
              <a:t>會計科目</a:t>
            </a:r>
          </a:p>
          <a:p>
            <a:pPr algn="ctr"/>
            <a:r>
              <a:rPr lang="zh-TW" altLang="en-US" sz="2400" dirty="0">
                <a:solidFill>
                  <a:schemeClr val="tx1"/>
                </a:solidFill>
              </a:rPr>
              <a:t>付款條件</a:t>
            </a:r>
          </a:p>
          <a:p>
            <a:pPr algn="ctr"/>
            <a:r>
              <a:rPr lang="zh-TW" altLang="en-US" sz="2400" dirty="0">
                <a:solidFill>
                  <a:schemeClr val="tx1"/>
                </a:solidFill>
              </a:rPr>
              <a:t>付款方法</a:t>
            </a:r>
          </a:p>
        </p:txBody>
      </p:sp>
      <p:sp>
        <p:nvSpPr>
          <p:cNvPr id="5" name="矩形: 圓角 4">
            <a:extLst>
              <a:ext uri="{FF2B5EF4-FFF2-40B4-BE49-F238E27FC236}">
                <a16:creationId xmlns:a16="http://schemas.microsoft.com/office/drawing/2014/main" id="{9B421B2D-F972-C151-039C-99152671C87C}"/>
              </a:ext>
            </a:extLst>
          </p:cNvPr>
          <p:cNvSpPr/>
          <p:nvPr/>
        </p:nvSpPr>
        <p:spPr>
          <a:xfrm>
            <a:off x="6728123" y="4577472"/>
            <a:ext cx="3600000" cy="2016000"/>
          </a:xfrm>
          <a:prstGeom prst="roundRect">
            <a:avLst>
              <a:gd name="adj" fmla="val 15713"/>
            </a:avLst>
          </a:prstGeom>
          <a:solidFill>
            <a:schemeClr val="bg1"/>
          </a:solidFill>
          <a:ln w="317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spcAft>
                <a:spcPts val="1200"/>
              </a:spcAft>
            </a:pPr>
            <a:r>
              <a:rPr lang="zh-TW" altLang="en-US" sz="3200" b="1" u="sng" dirty="0">
                <a:solidFill>
                  <a:schemeClr val="tx1"/>
                </a:solidFill>
              </a:rPr>
              <a:t>採購組織資料</a:t>
            </a:r>
            <a:endParaRPr lang="en-US" altLang="zh-TW" sz="3200" b="1" u="sng" dirty="0">
              <a:solidFill>
                <a:schemeClr val="tx1"/>
              </a:solidFill>
            </a:endParaRPr>
          </a:p>
          <a:p>
            <a:pPr algn="ctr"/>
            <a:r>
              <a:rPr lang="zh-TW" altLang="en-US" sz="2400" dirty="0">
                <a:solidFill>
                  <a:schemeClr val="tx1"/>
                </a:solidFill>
              </a:rPr>
              <a:t>交易幣別</a:t>
            </a:r>
          </a:p>
          <a:p>
            <a:pPr algn="ctr"/>
            <a:r>
              <a:rPr lang="zh-TW" altLang="en-US" sz="2400" dirty="0">
                <a:solidFill>
                  <a:schemeClr val="tx1"/>
                </a:solidFill>
              </a:rPr>
              <a:t>付款條件</a:t>
            </a:r>
          </a:p>
          <a:p>
            <a:pPr algn="ctr"/>
            <a:r>
              <a:rPr lang="zh-TW" altLang="en-US" sz="2400" dirty="0">
                <a:solidFill>
                  <a:schemeClr val="tx1"/>
                </a:solidFill>
              </a:rPr>
              <a:t>業務窗口</a:t>
            </a:r>
          </a:p>
        </p:txBody>
      </p:sp>
      <p:cxnSp>
        <p:nvCxnSpPr>
          <p:cNvPr id="7" name="接點: 肘形 6">
            <a:extLst>
              <a:ext uri="{FF2B5EF4-FFF2-40B4-BE49-F238E27FC236}">
                <a16:creationId xmlns:a16="http://schemas.microsoft.com/office/drawing/2014/main" id="{41E7A8F9-5413-B136-BF2C-2E1D8D835E7E}"/>
              </a:ext>
            </a:extLst>
          </p:cNvPr>
          <p:cNvCxnSpPr>
            <a:cxnSpLocks/>
            <a:stCxn id="3" idx="2"/>
            <a:endCxn id="5" idx="0"/>
          </p:cNvCxnSpPr>
          <p:nvPr/>
        </p:nvCxnSpPr>
        <p:spPr>
          <a:xfrm rot="5400000">
            <a:off x="9338285" y="3041720"/>
            <a:ext cx="725590" cy="2345914"/>
          </a:xfrm>
          <a:prstGeom prst="bentConnector3">
            <a:avLst>
              <a:gd name="adj1" fmla="val 50000"/>
            </a:avLst>
          </a:prstGeom>
          <a:ln w="38100" cap="rnd">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接點: 肘形 9">
            <a:extLst>
              <a:ext uri="{FF2B5EF4-FFF2-40B4-BE49-F238E27FC236}">
                <a16:creationId xmlns:a16="http://schemas.microsoft.com/office/drawing/2014/main" id="{0AF474F7-C5EF-140A-5D42-E32D2CABAF81}"/>
              </a:ext>
            </a:extLst>
          </p:cNvPr>
          <p:cNvCxnSpPr>
            <a:cxnSpLocks/>
            <a:stCxn id="3" idx="2"/>
            <a:endCxn id="4" idx="0"/>
          </p:cNvCxnSpPr>
          <p:nvPr/>
        </p:nvCxnSpPr>
        <p:spPr>
          <a:xfrm rot="16200000" flipH="1">
            <a:off x="12043963" y="2681955"/>
            <a:ext cx="725590" cy="3065443"/>
          </a:xfrm>
          <a:prstGeom prst="bentConnector3">
            <a:avLst>
              <a:gd name="adj1" fmla="val 50000"/>
            </a:avLst>
          </a:prstGeom>
          <a:ln w="38100" cap="rnd">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矩形: 圓角 12">
            <a:extLst>
              <a:ext uri="{FF2B5EF4-FFF2-40B4-BE49-F238E27FC236}">
                <a16:creationId xmlns:a16="http://schemas.microsoft.com/office/drawing/2014/main" id="{77BA977B-81D1-EFA5-67EF-A165266AF683}"/>
              </a:ext>
            </a:extLst>
          </p:cNvPr>
          <p:cNvSpPr/>
          <p:nvPr/>
        </p:nvSpPr>
        <p:spPr>
          <a:xfrm>
            <a:off x="2031618" y="4577472"/>
            <a:ext cx="3600000" cy="2016000"/>
          </a:xfrm>
          <a:prstGeom prst="roundRect">
            <a:avLst>
              <a:gd name="adj" fmla="val 15713"/>
            </a:avLst>
          </a:prstGeom>
          <a:solidFill>
            <a:schemeClr val="accent1">
              <a:lumMod val="20000"/>
              <a:lumOff val="80000"/>
            </a:schemeClr>
          </a:solid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spcAft>
                <a:spcPts val="1200"/>
              </a:spcAft>
            </a:pPr>
            <a:r>
              <a:rPr lang="zh-TW" altLang="en-US" sz="3200" b="1" u="sng" dirty="0">
                <a:solidFill>
                  <a:schemeClr val="tx1"/>
                </a:solidFill>
              </a:rPr>
              <a:t>供應商子範圍</a:t>
            </a:r>
            <a:endParaRPr lang="en-US" altLang="zh-TW" sz="3200" b="1" u="sng" dirty="0">
              <a:solidFill>
                <a:schemeClr val="tx1"/>
              </a:solidFill>
            </a:endParaRPr>
          </a:p>
          <a:p>
            <a:pPr algn="ctr"/>
            <a:r>
              <a:rPr lang="zh-TW" altLang="en-US" sz="2400" dirty="0">
                <a:solidFill>
                  <a:schemeClr val="tx1"/>
                </a:solidFill>
              </a:rPr>
              <a:t>交易幣別</a:t>
            </a:r>
          </a:p>
          <a:p>
            <a:pPr algn="ctr"/>
            <a:r>
              <a:rPr lang="zh-TW" altLang="en-US" sz="2400" dirty="0">
                <a:solidFill>
                  <a:schemeClr val="tx1"/>
                </a:solidFill>
              </a:rPr>
              <a:t>付款條件</a:t>
            </a:r>
          </a:p>
        </p:txBody>
      </p:sp>
      <p:cxnSp>
        <p:nvCxnSpPr>
          <p:cNvPr id="14" name="接點: 肘形 13">
            <a:extLst>
              <a:ext uri="{FF2B5EF4-FFF2-40B4-BE49-F238E27FC236}">
                <a16:creationId xmlns:a16="http://schemas.microsoft.com/office/drawing/2014/main" id="{51EB6745-DB62-1E2E-2EC9-33AED00C3F16}"/>
              </a:ext>
            </a:extLst>
          </p:cNvPr>
          <p:cNvCxnSpPr>
            <a:cxnSpLocks/>
            <a:stCxn id="5" idx="1"/>
            <a:endCxn id="13" idx="3"/>
          </p:cNvCxnSpPr>
          <p:nvPr/>
        </p:nvCxnSpPr>
        <p:spPr>
          <a:xfrm flipH="1">
            <a:off x="5631618" y="5585472"/>
            <a:ext cx="1096505" cy="0"/>
          </a:xfrm>
          <a:prstGeom prst="straightConnector1">
            <a:avLst/>
          </a:prstGeom>
          <a:ln w="38100" cap="rnd">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B5242844-F5F9-93F3-06CB-BA03565925B4}"/>
              </a:ext>
            </a:extLst>
          </p:cNvPr>
          <p:cNvSpPr txBox="1"/>
          <p:nvPr/>
        </p:nvSpPr>
        <p:spPr>
          <a:xfrm>
            <a:off x="5746392" y="5646680"/>
            <a:ext cx="697627" cy="400110"/>
          </a:xfrm>
          <a:prstGeom prst="rect">
            <a:avLst/>
          </a:prstGeom>
          <a:noFill/>
        </p:spPr>
        <p:txBody>
          <a:bodyPr wrap="none" rtlCol="0">
            <a:spAutoFit/>
          </a:bodyPr>
          <a:lstStyle/>
          <a:p>
            <a:r>
              <a:rPr lang="zh-TW" altLang="en-US" sz="2000" dirty="0"/>
              <a:t>啟用</a:t>
            </a:r>
          </a:p>
        </p:txBody>
      </p:sp>
      <p:pic>
        <p:nvPicPr>
          <p:cNvPr id="12" name="圖片 11">
            <a:extLst>
              <a:ext uri="{FF2B5EF4-FFF2-40B4-BE49-F238E27FC236}">
                <a16:creationId xmlns:a16="http://schemas.microsoft.com/office/drawing/2014/main" id="{54A25391-CAEE-9EDB-F442-C327AEA8C85B}"/>
              </a:ext>
            </a:extLst>
          </p:cNvPr>
          <p:cNvPicPr>
            <a:picLocks noChangeAspect="1"/>
          </p:cNvPicPr>
          <p:nvPr/>
        </p:nvPicPr>
        <p:blipFill>
          <a:blip r:embed="rId2"/>
          <a:stretch>
            <a:fillRect/>
          </a:stretch>
        </p:blipFill>
        <p:spPr>
          <a:xfrm>
            <a:off x="824629" y="6685544"/>
            <a:ext cx="7466667" cy="319047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184085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250"/>
                                        <p:tgtEl>
                                          <p:spTgt spid="14"/>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right)">
                                      <p:cBhvr>
                                        <p:cTn id="10" dur="250"/>
                                        <p:tgtEl>
                                          <p:spTgt spid="17"/>
                                        </p:tgtEl>
                                      </p:cBhvr>
                                    </p:animEffect>
                                  </p:childTnLst>
                                </p:cTn>
                              </p:par>
                            </p:childTnLst>
                          </p:cTn>
                        </p:par>
                        <p:par>
                          <p:cTn id="11" fill="hold">
                            <p:stCondLst>
                              <p:cond delay="250"/>
                            </p:stCondLst>
                            <p:childTnLst>
                              <p:par>
                                <p:cTn id="12" presetID="1"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childTnLst>
                                </p:cTn>
                              </p:par>
                            </p:childTnLst>
                          </p:cTn>
                        </p:par>
                        <p:par>
                          <p:cTn id="14" fill="hold">
                            <p:stCondLst>
                              <p:cond delay="250"/>
                            </p:stCondLst>
                            <p:childTnLst>
                              <p:par>
                                <p:cTn id="15" presetID="22" presetClass="entr" presetSubtype="1" fill="hold"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up)">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8D94C-E247-24F7-35F8-7C2F3B78E6E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82F833D-F218-2B1E-5015-5A41A6DB643A}"/>
              </a:ext>
            </a:extLst>
          </p:cNvPr>
          <p:cNvSpPr>
            <a:spLocks noGrp="1"/>
          </p:cNvSpPr>
          <p:nvPr>
            <p:ph type="title"/>
          </p:nvPr>
        </p:nvSpPr>
        <p:spPr/>
        <p:txBody>
          <a:bodyPr/>
          <a:lstStyle/>
          <a:p>
            <a:r>
              <a:rPr lang="en-US" altLang="zh-TW"/>
              <a:t>MM-PU-0010 </a:t>
            </a:r>
            <a:r>
              <a:rPr lang="zh-TW" altLang="en-US" dirty="0"/>
              <a:t>詢報價更新價格主檔流程 </a:t>
            </a:r>
            <a:r>
              <a:rPr lang="en-US" altLang="zh-TW" dirty="0"/>
              <a:t>(</a:t>
            </a:r>
            <a:r>
              <a:rPr lang="zh-TW" altLang="en-US" dirty="0"/>
              <a:t>簡圖</a:t>
            </a:r>
            <a:r>
              <a:rPr lang="en-US" altLang="zh-TW" dirty="0"/>
              <a:t>)</a:t>
            </a:r>
            <a:r>
              <a:rPr lang="zh-TW" altLang="en-US" dirty="0"/>
              <a:t> </a:t>
            </a:r>
          </a:p>
        </p:txBody>
      </p:sp>
      <p:grpSp>
        <p:nvGrpSpPr>
          <p:cNvPr id="77" name="群組 76">
            <a:extLst>
              <a:ext uri="{FF2B5EF4-FFF2-40B4-BE49-F238E27FC236}">
                <a16:creationId xmlns:a16="http://schemas.microsoft.com/office/drawing/2014/main" id="{401889E4-2FDA-ACDD-55BF-FB836B194102}"/>
              </a:ext>
            </a:extLst>
          </p:cNvPr>
          <p:cNvGrpSpPr/>
          <p:nvPr/>
        </p:nvGrpSpPr>
        <p:grpSpPr>
          <a:xfrm>
            <a:off x="864000" y="7056000"/>
            <a:ext cx="16668000" cy="1728000"/>
            <a:chOff x="864000" y="7063381"/>
            <a:chExt cx="16668000" cy="1728000"/>
          </a:xfrm>
        </p:grpSpPr>
        <p:cxnSp>
          <p:nvCxnSpPr>
            <p:cNvPr id="35" name="直線單箭頭接點 34">
              <a:extLst>
                <a:ext uri="{FF2B5EF4-FFF2-40B4-BE49-F238E27FC236}">
                  <a16:creationId xmlns:a16="http://schemas.microsoft.com/office/drawing/2014/main" id="{7B3F812F-7632-BDDA-57E6-A2D5943AE1BD}"/>
                </a:ext>
              </a:extLst>
            </p:cNvPr>
            <p:cNvCxnSpPr>
              <a:cxnSpLocks/>
              <a:stCxn id="36" idx="3"/>
              <a:endCxn id="37" idx="1"/>
            </p:cNvCxnSpPr>
            <p:nvPr/>
          </p:nvCxnSpPr>
          <p:spPr>
            <a:xfrm>
              <a:off x="8028000" y="7927381"/>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矩形: 圓角 35">
              <a:extLst>
                <a:ext uri="{FF2B5EF4-FFF2-40B4-BE49-F238E27FC236}">
                  <a16:creationId xmlns:a16="http://schemas.microsoft.com/office/drawing/2014/main" id="{F4AC2D65-5EDA-94E6-2F1A-5322D86B56A2}"/>
                </a:ext>
              </a:extLst>
            </p:cNvPr>
            <p:cNvSpPr/>
            <p:nvPr/>
          </p:nvSpPr>
          <p:spPr>
            <a:xfrm>
              <a:off x="5436000" y="7470181"/>
              <a:ext cx="2592000" cy="91440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整理 </a:t>
              </a:r>
              <a:r>
                <a:rPr lang="en-US" altLang="zh-TW" sz="2400" b="1" dirty="0">
                  <a:solidFill>
                    <a:schemeClr val="tx1"/>
                  </a:solidFill>
                </a:rPr>
                <a:t>Excel </a:t>
              </a:r>
              <a:r>
                <a:rPr lang="zh-TW" altLang="en-US" sz="2400" b="1" dirty="0">
                  <a:solidFill>
                    <a:schemeClr val="tx1"/>
                  </a:solidFill>
                </a:rPr>
                <a:t>資料</a:t>
              </a:r>
            </a:p>
          </p:txBody>
        </p:sp>
        <p:sp>
          <p:nvSpPr>
            <p:cNvPr id="37" name="矩形: 圓角 36">
              <a:extLst>
                <a:ext uri="{FF2B5EF4-FFF2-40B4-BE49-F238E27FC236}">
                  <a16:creationId xmlns:a16="http://schemas.microsoft.com/office/drawing/2014/main" id="{1DAFD5BA-0C2F-0A7C-5153-F69F5933C9DB}"/>
                </a:ext>
              </a:extLst>
            </p:cNvPr>
            <p:cNvSpPr/>
            <p:nvPr/>
          </p:nvSpPr>
          <p:spPr>
            <a:xfrm>
              <a:off x="8352000" y="747018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zh-TW" altLang="en-US" sz="2400" b="1" dirty="0">
                  <a:solidFill>
                    <a:schemeClr val="tx1"/>
                  </a:solidFill>
                </a:rPr>
                <a:t>資訊記錄暫存上傳</a:t>
              </a:r>
              <a:endParaRPr lang="en-US" altLang="zh-TW" sz="2400" b="1" dirty="0">
                <a:solidFill>
                  <a:schemeClr val="tx1"/>
                </a:solidFill>
              </a:endParaRPr>
            </a:p>
            <a:p>
              <a:pPr algn="ctr"/>
              <a:r>
                <a:rPr lang="en-US" altLang="zh-TW" sz="2400" b="1" dirty="0">
                  <a:solidFill>
                    <a:srgbClr val="FF0000"/>
                  </a:solidFill>
                </a:rPr>
                <a:t>ZMM007</a:t>
              </a:r>
              <a:endParaRPr lang="zh-TW" altLang="en-US" sz="2400" b="1" dirty="0">
                <a:solidFill>
                  <a:srgbClr val="FF0000"/>
                </a:solidFill>
              </a:endParaRPr>
            </a:p>
          </p:txBody>
        </p:sp>
        <p:sp>
          <p:nvSpPr>
            <p:cNvPr id="38" name="矩形: 圓角 37">
              <a:extLst>
                <a:ext uri="{FF2B5EF4-FFF2-40B4-BE49-F238E27FC236}">
                  <a16:creationId xmlns:a16="http://schemas.microsoft.com/office/drawing/2014/main" id="{C238B710-38E5-5B48-D341-55441F45AAC2}"/>
                </a:ext>
              </a:extLst>
            </p:cNvPr>
            <p:cNvSpPr/>
            <p:nvPr/>
          </p:nvSpPr>
          <p:spPr>
            <a:xfrm>
              <a:off x="11268000" y="7470181"/>
              <a:ext cx="2592000" cy="91440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solidFill>
                </a:rPr>
                <a:t>BPM </a:t>
              </a:r>
              <a:r>
                <a:rPr lang="zh-TW" altLang="en-US" sz="2400" b="1" dirty="0">
                  <a:solidFill>
                    <a:schemeClr val="tx1"/>
                  </a:solidFill>
                </a:rPr>
                <a:t>簽核報價</a:t>
              </a:r>
            </a:p>
          </p:txBody>
        </p:sp>
        <p:sp>
          <p:nvSpPr>
            <p:cNvPr id="39" name="矩形: 圓角 38">
              <a:extLst>
                <a:ext uri="{FF2B5EF4-FFF2-40B4-BE49-F238E27FC236}">
                  <a16:creationId xmlns:a16="http://schemas.microsoft.com/office/drawing/2014/main" id="{1F24CDFD-F47D-3C1C-ACCC-7E7A50C85898}"/>
                </a:ext>
              </a:extLst>
            </p:cNvPr>
            <p:cNvSpPr/>
            <p:nvPr/>
          </p:nvSpPr>
          <p:spPr>
            <a:xfrm>
              <a:off x="14688000" y="747018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solidFill>
                </a:rPr>
                <a:t>Create/Change</a:t>
              </a:r>
            </a:p>
            <a:p>
              <a:pPr algn="ctr"/>
              <a:r>
                <a:rPr lang="zh-TW" altLang="en-US" sz="2400" b="1" dirty="0">
                  <a:solidFill>
                    <a:schemeClr val="tx1"/>
                  </a:solidFill>
                </a:rPr>
                <a:t>資訊記錄</a:t>
              </a:r>
            </a:p>
          </p:txBody>
        </p:sp>
        <p:cxnSp>
          <p:nvCxnSpPr>
            <p:cNvPr id="40" name="直線單箭頭接點 39">
              <a:extLst>
                <a:ext uri="{FF2B5EF4-FFF2-40B4-BE49-F238E27FC236}">
                  <a16:creationId xmlns:a16="http://schemas.microsoft.com/office/drawing/2014/main" id="{DD42FF8D-51A6-F5CD-DF80-69B6CFBFEA37}"/>
                </a:ext>
              </a:extLst>
            </p:cNvPr>
            <p:cNvCxnSpPr>
              <a:cxnSpLocks/>
              <a:stCxn id="37" idx="3"/>
              <a:endCxn id="38" idx="1"/>
            </p:cNvCxnSpPr>
            <p:nvPr/>
          </p:nvCxnSpPr>
          <p:spPr>
            <a:xfrm>
              <a:off x="10944000" y="7927381"/>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E0FBAAD2-EC59-1B08-2836-FAC073182448}"/>
                </a:ext>
              </a:extLst>
            </p:cNvPr>
            <p:cNvCxnSpPr>
              <a:cxnSpLocks/>
              <a:stCxn id="38" idx="3"/>
              <a:endCxn id="39" idx="1"/>
            </p:cNvCxnSpPr>
            <p:nvPr/>
          </p:nvCxnSpPr>
          <p:spPr>
            <a:xfrm>
              <a:off x="13860000" y="7927381"/>
              <a:ext cx="828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文字方塊 41">
              <a:extLst>
                <a:ext uri="{FF2B5EF4-FFF2-40B4-BE49-F238E27FC236}">
                  <a16:creationId xmlns:a16="http://schemas.microsoft.com/office/drawing/2014/main" id="{9DAE5D3C-5183-EFB2-5521-B97B60257F75}"/>
                </a:ext>
              </a:extLst>
            </p:cNvPr>
            <p:cNvSpPr txBox="1"/>
            <p:nvPr/>
          </p:nvSpPr>
          <p:spPr>
            <a:xfrm>
              <a:off x="13925187" y="7972329"/>
              <a:ext cx="697627" cy="400110"/>
            </a:xfrm>
            <a:prstGeom prst="rect">
              <a:avLst/>
            </a:prstGeom>
            <a:noFill/>
          </p:spPr>
          <p:txBody>
            <a:bodyPr wrap="none" rtlCol="0">
              <a:spAutoFit/>
            </a:bodyPr>
            <a:lstStyle/>
            <a:p>
              <a:r>
                <a:rPr lang="zh-TW" altLang="en-US" sz="2000" dirty="0"/>
                <a:t>核准</a:t>
              </a:r>
            </a:p>
          </p:txBody>
        </p:sp>
        <p:grpSp>
          <p:nvGrpSpPr>
            <p:cNvPr id="10" name="群組 9">
              <a:extLst>
                <a:ext uri="{FF2B5EF4-FFF2-40B4-BE49-F238E27FC236}">
                  <a16:creationId xmlns:a16="http://schemas.microsoft.com/office/drawing/2014/main" id="{D0FA62EF-5580-463D-CEC3-58EB30105946}"/>
                </a:ext>
              </a:extLst>
            </p:cNvPr>
            <p:cNvGrpSpPr/>
            <p:nvPr/>
          </p:nvGrpSpPr>
          <p:grpSpPr>
            <a:xfrm>
              <a:off x="864000" y="7063381"/>
              <a:ext cx="16668000" cy="1728000"/>
              <a:chOff x="857245" y="4537201"/>
              <a:chExt cx="16668000" cy="1728000"/>
            </a:xfrm>
          </p:grpSpPr>
          <p:sp>
            <p:nvSpPr>
              <p:cNvPr id="12" name="矩形: 圓角 11">
                <a:extLst>
                  <a:ext uri="{FF2B5EF4-FFF2-40B4-BE49-F238E27FC236}">
                    <a16:creationId xmlns:a16="http://schemas.microsoft.com/office/drawing/2014/main" id="{9F8D58CF-428B-D6D1-FD9F-1EA11AE88C3A}"/>
                  </a:ext>
                </a:extLst>
              </p:cNvPr>
              <p:cNvSpPr/>
              <p:nvPr/>
            </p:nvSpPr>
            <p:spPr>
              <a:xfrm>
                <a:off x="857245" y="4537201"/>
                <a:ext cx="16668000" cy="1728000"/>
              </a:xfrm>
              <a:prstGeom prst="roundRect">
                <a:avLst>
                  <a:gd name="adj" fmla="val 7698"/>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圓角化同側角落 12">
                <a:extLst>
                  <a:ext uri="{FF2B5EF4-FFF2-40B4-BE49-F238E27FC236}">
                    <a16:creationId xmlns:a16="http://schemas.microsoft.com/office/drawing/2014/main" id="{90BF998F-63B7-9F40-59A8-1B0F345018A6}"/>
                  </a:ext>
                </a:extLst>
              </p:cNvPr>
              <p:cNvSpPr/>
              <p:nvPr/>
            </p:nvSpPr>
            <p:spPr>
              <a:xfrm rot="16200000">
                <a:off x="677245" y="4717201"/>
                <a:ext cx="1728000" cy="1368000"/>
              </a:xfrm>
              <a:prstGeom prst="round2SameRect">
                <a:avLst>
                  <a:gd name="adj1" fmla="val 10630"/>
                  <a:gd name="adj2" fmla="val 0"/>
                </a:avLst>
              </a:prstGeom>
              <a:solidFill>
                <a:schemeClr val="tx1">
                  <a:lumMod val="65000"/>
                  <a:lumOff val="35000"/>
                </a:schemeClr>
              </a:solidFill>
              <a:ln w="158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TW" altLang="en-US" sz="2800" b="1" dirty="0">
                    <a:solidFill>
                      <a:schemeClr val="bg1"/>
                    </a:solidFill>
                  </a:rPr>
                  <a:t>透由</a:t>
                </a:r>
                <a:r>
                  <a:rPr lang="en-US" altLang="zh-TW" sz="2800" b="1" dirty="0">
                    <a:solidFill>
                      <a:schemeClr val="bg1"/>
                    </a:solidFill>
                  </a:rPr>
                  <a:t>BPM</a:t>
                </a:r>
              </a:p>
              <a:p>
                <a:pPr algn="ctr"/>
                <a:r>
                  <a:rPr lang="zh-TW" altLang="en-US" sz="2800" b="1" dirty="0">
                    <a:solidFill>
                      <a:schemeClr val="bg1"/>
                    </a:solidFill>
                  </a:rPr>
                  <a:t>建立</a:t>
                </a:r>
              </a:p>
            </p:txBody>
          </p:sp>
        </p:grpSp>
      </p:grpSp>
      <p:grpSp>
        <p:nvGrpSpPr>
          <p:cNvPr id="23" name="群組 22">
            <a:extLst>
              <a:ext uri="{FF2B5EF4-FFF2-40B4-BE49-F238E27FC236}">
                <a16:creationId xmlns:a16="http://schemas.microsoft.com/office/drawing/2014/main" id="{1C424418-A41F-2054-1869-43E608700D4E}"/>
              </a:ext>
            </a:extLst>
          </p:cNvPr>
          <p:cNvGrpSpPr/>
          <p:nvPr/>
        </p:nvGrpSpPr>
        <p:grpSpPr>
          <a:xfrm>
            <a:off x="900000" y="9180000"/>
            <a:ext cx="2760750" cy="802389"/>
            <a:chOff x="900000" y="9236986"/>
            <a:chExt cx="2760750" cy="802389"/>
          </a:xfrm>
        </p:grpSpPr>
        <p:grpSp>
          <p:nvGrpSpPr>
            <p:cNvPr id="8" name="群組 7">
              <a:extLst>
                <a:ext uri="{FF2B5EF4-FFF2-40B4-BE49-F238E27FC236}">
                  <a16:creationId xmlns:a16="http://schemas.microsoft.com/office/drawing/2014/main" id="{73825F7A-2B30-6407-AEF0-1D849F2C4529}"/>
                </a:ext>
              </a:extLst>
            </p:cNvPr>
            <p:cNvGrpSpPr/>
            <p:nvPr/>
          </p:nvGrpSpPr>
          <p:grpSpPr>
            <a:xfrm>
              <a:off x="900000" y="9236986"/>
              <a:ext cx="1794781" cy="369332"/>
              <a:chOff x="900000" y="9236986"/>
              <a:chExt cx="1794781" cy="369332"/>
            </a:xfrm>
          </p:grpSpPr>
          <p:sp>
            <p:nvSpPr>
              <p:cNvPr id="6" name="矩形: 圓角 5">
                <a:extLst>
                  <a:ext uri="{FF2B5EF4-FFF2-40B4-BE49-F238E27FC236}">
                    <a16:creationId xmlns:a16="http://schemas.microsoft.com/office/drawing/2014/main" id="{B3D90DDC-918A-EDCA-48FD-62F60EBA50A3}"/>
                  </a:ext>
                </a:extLst>
              </p:cNvPr>
              <p:cNvSpPr/>
              <p:nvPr/>
            </p:nvSpPr>
            <p:spPr>
              <a:xfrm>
                <a:off x="900000" y="9241652"/>
                <a:ext cx="360000" cy="360000"/>
              </a:xfrm>
              <a:prstGeom prst="roundRect">
                <a:avLst>
                  <a:gd name="adj" fmla="val 21959"/>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400" b="1" dirty="0">
                  <a:solidFill>
                    <a:schemeClr val="tx1"/>
                  </a:solidFill>
                </a:endParaRPr>
              </a:p>
            </p:txBody>
          </p:sp>
          <p:sp>
            <p:nvSpPr>
              <p:cNvPr id="7" name="文字方塊 6">
                <a:extLst>
                  <a:ext uri="{FF2B5EF4-FFF2-40B4-BE49-F238E27FC236}">
                    <a16:creationId xmlns:a16="http://schemas.microsoft.com/office/drawing/2014/main" id="{A98F64F7-4A49-5FEC-7719-F9196097A931}"/>
                  </a:ext>
                </a:extLst>
              </p:cNvPr>
              <p:cNvSpPr txBox="1"/>
              <p:nvPr/>
            </p:nvSpPr>
            <p:spPr>
              <a:xfrm>
                <a:off x="1296000" y="9236986"/>
                <a:ext cx="1398781" cy="369332"/>
              </a:xfrm>
              <a:prstGeom prst="rect">
                <a:avLst/>
              </a:prstGeom>
              <a:noFill/>
            </p:spPr>
            <p:txBody>
              <a:bodyPr wrap="none" rtlCol="0">
                <a:spAutoFit/>
              </a:bodyPr>
              <a:lstStyle/>
              <a:p>
                <a:r>
                  <a:rPr lang="en-US" altLang="zh-TW" dirty="0"/>
                  <a:t>SAP </a:t>
                </a:r>
                <a:r>
                  <a:rPr lang="zh-TW" altLang="en-US" dirty="0"/>
                  <a:t>端作業</a:t>
                </a:r>
              </a:p>
            </p:txBody>
          </p:sp>
        </p:grpSp>
        <p:grpSp>
          <p:nvGrpSpPr>
            <p:cNvPr id="19" name="群組 18">
              <a:extLst>
                <a:ext uri="{FF2B5EF4-FFF2-40B4-BE49-F238E27FC236}">
                  <a16:creationId xmlns:a16="http://schemas.microsoft.com/office/drawing/2014/main" id="{D63057C5-1499-B5E4-F399-E1ECA0E439C2}"/>
                </a:ext>
              </a:extLst>
            </p:cNvPr>
            <p:cNvGrpSpPr/>
            <p:nvPr/>
          </p:nvGrpSpPr>
          <p:grpSpPr>
            <a:xfrm>
              <a:off x="900000" y="9670043"/>
              <a:ext cx="2760750" cy="369332"/>
              <a:chOff x="900000" y="9236986"/>
              <a:chExt cx="2760750" cy="369332"/>
            </a:xfrm>
          </p:grpSpPr>
          <p:sp>
            <p:nvSpPr>
              <p:cNvPr id="20" name="矩形: 圓角 19">
                <a:extLst>
                  <a:ext uri="{FF2B5EF4-FFF2-40B4-BE49-F238E27FC236}">
                    <a16:creationId xmlns:a16="http://schemas.microsoft.com/office/drawing/2014/main" id="{48F0D880-D917-D76D-40C4-E214323F5C64}"/>
                  </a:ext>
                </a:extLst>
              </p:cNvPr>
              <p:cNvSpPr/>
              <p:nvPr/>
            </p:nvSpPr>
            <p:spPr>
              <a:xfrm>
                <a:off x="900000" y="9241652"/>
                <a:ext cx="360000" cy="360000"/>
              </a:xfrm>
              <a:prstGeom prst="roundRect">
                <a:avLst>
                  <a:gd name="adj" fmla="val 21959"/>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400" b="1" dirty="0">
                  <a:solidFill>
                    <a:schemeClr val="tx1"/>
                  </a:solidFill>
                </a:endParaRPr>
              </a:p>
            </p:txBody>
          </p:sp>
          <p:sp>
            <p:nvSpPr>
              <p:cNvPr id="22" name="文字方塊 21">
                <a:extLst>
                  <a:ext uri="{FF2B5EF4-FFF2-40B4-BE49-F238E27FC236}">
                    <a16:creationId xmlns:a16="http://schemas.microsoft.com/office/drawing/2014/main" id="{815A3D28-5A0B-B791-A3C3-4ED91F4B750D}"/>
                  </a:ext>
                </a:extLst>
              </p:cNvPr>
              <p:cNvSpPr txBox="1"/>
              <p:nvPr/>
            </p:nvSpPr>
            <p:spPr>
              <a:xfrm>
                <a:off x="1296000" y="9236986"/>
                <a:ext cx="2364750" cy="369332"/>
              </a:xfrm>
              <a:prstGeom prst="rect">
                <a:avLst/>
              </a:prstGeom>
              <a:noFill/>
            </p:spPr>
            <p:txBody>
              <a:bodyPr wrap="none" rtlCol="0">
                <a:spAutoFit/>
              </a:bodyPr>
              <a:lstStyle/>
              <a:p>
                <a:r>
                  <a:rPr lang="zh-TW" altLang="en-US" dirty="0"/>
                  <a:t>外部系統 </a:t>
                </a:r>
                <a:r>
                  <a:rPr lang="en-US" altLang="zh-TW" dirty="0"/>
                  <a:t>or </a:t>
                </a:r>
                <a:r>
                  <a:rPr lang="zh-TW" altLang="en-US" dirty="0"/>
                  <a:t>線下作業</a:t>
                </a:r>
              </a:p>
            </p:txBody>
          </p:sp>
        </p:grpSp>
      </p:grpSp>
      <p:grpSp>
        <p:nvGrpSpPr>
          <p:cNvPr id="75" name="群組 74">
            <a:extLst>
              <a:ext uri="{FF2B5EF4-FFF2-40B4-BE49-F238E27FC236}">
                <a16:creationId xmlns:a16="http://schemas.microsoft.com/office/drawing/2014/main" id="{5A2EB459-6BA7-09DA-BB27-17DB871B3FF1}"/>
              </a:ext>
            </a:extLst>
          </p:cNvPr>
          <p:cNvGrpSpPr/>
          <p:nvPr/>
        </p:nvGrpSpPr>
        <p:grpSpPr>
          <a:xfrm>
            <a:off x="864000" y="1908000"/>
            <a:ext cx="16668000" cy="2736000"/>
            <a:chOff x="864000" y="1950606"/>
            <a:chExt cx="16668000" cy="2736000"/>
          </a:xfrm>
        </p:grpSpPr>
        <p:cxnSp>
          <p:nvCxnSpPr>
            <p:cNvPr id="11" name="直線單箭頭接點 10">
              <a:extLst>
                <a:ext uri="{FF2B5EF4-FFF2-40B4-BE49-F238E27FC236}">
                  <a16:creationId xmlns:a16="http://schemas.microsoft.com/office/drawing/2014/main" id="{C80B1C01-8262-5EBE-BDC7-C3CC24067CBF}"/>
                </a:ext>
              </a:extLst>
            </p:cNvPr>
            <p:cNvCxnSpPr>
              <a:cxnSpLocks/>
              <a:stCxn id="18" idx="3"/>
              <a:endCxn id="34" idx="1"/>
            </p:cNvCxnSpPr>
            <p:nvPr/>
          </p:nvCxnSpPr>
          <p:spPr>
            <a:xfrm>
              <a:off x="5112000" y="2698171"/>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圓角 17">
              <a:extLst>
                <a:ext uri="{FF2B5EF4-FFF2-40B4-BE49-F238E27FC236}">
                  <a16:creationId xmlns:a16="http://schemas.microsoft.com/office/drawing/2014/main" id="{D717D803-2584-ABD2-6B47-7B66031BDA3D}"/>
                </a:ext>
              </a:extLst>
            </p:cNvPr>
            <p:cNvSpPr/>
            <p:nvPr/>
          </p:nvSpPr>
          <p:spPr>
            <a:xfrm>
              <a:off x="2520000" y="224097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建立詢價單</a:t>
              </a:r>
              <a:endParaRPr lang="en-US" altLang="zh-TW" sz="2400" b="1" dirty="0">
                <a:solidFill>
                  <a:schemeClr val="tx1"/>
                </a:solidFill>
              </a:endParaRPr>
            </a:p>
            <a:p>
              <a:pPr algn="ctr"/>
              <a:r>
                <a:rPr lang="en-US" altLang="zh-TW" sz="2400" b="1" dirty="0">
                  <a:solidFill>
                    <a:schemeClr val="tx1"/>
                  </a:solidFill>
                </a:rPr>
                <a:t>ME41</a:t>
              </a:r>
              <a:endParaRPr lang="zh-TW" altLang="en-US" sz="2400" b="1" dirty="0">
                <a:solidFill>
                  <a:schemeClr val="tx1"/>
                </a:solidFill>
              </a:endParaRPr>
            </a:p>
          </p:txBody>
        </p:sp>
        <p:sp>
          <p:nvSpPr>
            <p:cNvPr id="3" name="矩形: 圓角 2">
              <a:extLst>
                <a:ext uri="{FF2B5EF4-FFF2-40B4-BE49-F238E27FC236}">
                  <a16:creationId xmlns:a16="http://schemas.microsoft.com/office/drawing/2014/main" id="{F527D985-0CB3-FCAF-FBF4-FD07193E7D5C}"/>
                </a:ext>
              </a:extLst>
            </p:cNvPr>
            <p:cNvSpPr/>
            <p:nvPr/>
          </p:nvSpPr>
          <p:spPr>
            <a:xfrm>
              <a:off x="8352000" y="224097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發起 </a:t>
              </a:r>
              <a:r>
                <a:rPr lang="en-US" altLang="zh-TW" sz="2400" b="1" dirty="0">
                  <a:solidFill>
                    <a:schemeClr val="tx1"/>
                  </a:solidFill>
                </a:rPr>
                <a:t>BPM </a:t>
              </a:r>
              <a:r>
                <a:rPr lang="zh-TW" altLang="en-US" sz="2400" b="1" dirty="0">
                  <a:solidFill>
                    <a:schemeClr val="tx1"/>
                  </a:solidFill>
                </a:rPr>
                <a:t>簽核</a:t>
              </a:r>
              <a:endParaRPr lang="en-US" altLang="zh-TW" sz="2400" b="1" dirty="0">
                <a:solidFill>
                  <a:schemeClr val="tx1"/>
                </a:solidFill>
              </a:endParaRPr>
            </a:p>
            <a:p>
              <a:pPr algn="ctr"/>
              <a:r>
                <a:rPr lang="en-US" altLang="zh-TW" sz="2400" b="1" dirty="0">
                  <a:solidFill>
                    <a:schemeClr val="tx1"/>
                  </a:solidFill>
                </a:rPr>
                <a:t>ME45 / ZMM005</a:t>
              </a:r>
              <a:endParaRPr lang="zh-TW" altLang="en-US" sz="2400" b="1" dirty="0">
                <a:solidFill>
                  <a:schemeClr val="tx1"/>
                </a:solidFill>
              </a:endParaRPr>
            </a:p>
          </p:txBody>
        </p:sp>
        <p:sp>
          <p:nvSpPr>
            <p:cNvPr id="4" name="矩形: 圓角 3">
              <a:extLst>
                <a:ext uri="{FF2B5EF4-FFF2-40B4-BE49-F238E27FC236}">
                  <a16:creationId xmlns:a16="http://schemas.microsoft.com/office/drawing/2014/main" id="{CA7CFDD8-51AC-DCDC-B6B4-09881F01525D}"/>
                </a:ext>
              </a:extLst>
            </p:cNvPr>
            <p:cNvSpPr/>
            <p:nvPr/>
          </p:nvSpPr>
          <p:spPr>
            <a:xfrm>
              <a:off x="11268000" y="2240971"/>
              <a:ext cx="2592000" cy="91440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solidFill>
                </a:rPr>
                <a:t>BPM </a:t>
              </a:r>
              <a:r>
                <a:rPr lang="zh-TW" altLang="en-US" sz="2400" b="1" dirty="0">
                  <a:solidFill>
                    <a:schemeClr val="tx1"/>
                  </a:solidFill>
                </a:rPr>
                <a:t>簽核報價</a:t>
              </a:r>
            </a:p>
          </p:txBody>
        </p:sp>
        <p:sp>
          <p:nvSpPr>
            <p:cNvPr id="5" name="矩形: 圓角 4">
              <a:extLst>
                <a:ext uri="{FF2B5EF4-FFF2-40B4-BE49-F238E27FC236}">
                  <a16:creationId xmlns:a16="http://schemas.microsoft.com/office/drawing/2014/main" id="{A3498218-098E-AF5F-E55E-921B35B5CFB8}"/>
                </a:ext>
              </a:extLst>
            </p:cNvPr>
            <p:cNvSpPr/>
            <p:nvPr/>
          </p:nvSpPr>
          <p:spPr>
            <a:xfrm>
              <a:off x="14688000" y="224097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solidFill>
                </a:rPr>
                <a:t>Create/Change</a:t>
              </a:r>
            </a:p>
            <a:p>
              <a:pPr algn="ctr"/>
              <a:r>
                <a:rPr lang="zh-TW" altLang="en-US" sz="2400" b="1" dirty="0">
                  <a:solidFill>
                    <a:schemeClr val="tx1"/>
                  </a:solidFill>
                </a:rPr>
                <a:t>資訊記錄</a:t>
              </a:r>
            </a:p>
          </p:txBody>
        </p:sp>
        <p:cxnSp>
          <p:nvCxnSpPr>
            <p:cNvPr id="16" name="直線單箭頭接點 15">
              <a:extLst>
                <a:ext uri="{FF2B5EF4-FFF2-40B4-BE49-F238E27FC236}">
                  <a16:creationId xmlns:a16="http://schemas.microsoft.com/office/drawing/2014/main" id="{55394B95-6665-3EA8-65DC-9D548E92F7BA}"/>
                </a:ext>
              </a:extLst>
            </p:cNvPr>
            <p:cNvCxnSpPr>
              <a:cxnSpLocks/>
              <a:stCxn id="3" idx="3"/>
              <a:endCxn id="4" idx="1"/>
            </p:cNvCxnSpPr>
            <p:nvPr/>
          </p:nvCxnSpPr>
          <p:spPr>
            <a:xfrm>
              <a:off x="10944000" y="2698171"/>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217D5601-C63A-7944-8F56-896C1C025101}"/>
                </a:ext>
              </a:extLst>
            </p:cNvPr>
            <p:cNvCxnSpPr>
              <a:cxnSpLocks/>
              <a:stCxn id="4" idx="3"/>
              <a:endCxn id="5" idx="1"/>
            </p:cNvCxnSpPr>
            <p:nvPr/>
          </p:nvCxnSpPr>
          <p:spPr>
            <a:xfrm>
              <a:off x="13860000" y="2698171"/>
              <a:ext cx="828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1A7E549D-88DF-4665-0E1D-8AC64B4C22C3}"/>
                </a:ext>
              </a:extLst>
            </p:cNvPr>
            <p:cNvSpPr txBox="1"/>
            <p:nvPr/>
          </p:nvSpPr>
          <p:spPr>
            <a:xfrm>
              <a:off x="13925187" y="2743067"/>
              <a:ext cx="697627" cy="400110"/>
            </a:xfrm>
            <a:prstGeom prst="rect">
              <a:avLst/>
            </a:prstGeom>
            <a:noFill/>
          </p:spPr>
          <p:txBody>
            <a:bodyPr wrap="none" rtlCol="0">
              <a:spAutoFit/>
            </a:bodyPr>
            <a:lstStyle/>
            <a:p>
              <a:r>
                <a:rPr lang="zh-TW" altLang="en-US" sz="2000" dirty="0"/>
                <a:t>核准</a:t>
              </a:r>
            </a:p>
          </p:txBody>
        </p:sp>
        <p:grpSp>
          <p:nvGrpSpPr>
            <p:cNvPr id="74" name="群組 73">
              <a:extLst>
                <a:ext uri="{FF2B5EF4-FFF2-40B4-BE49-F238E27FC236}">
                  <a16:creationId xmlns:a16="http://schemas.microsoft.com/office/drawing/2014/main" id="{AAA4DE2C-2270-DDF9-EF8D-85F6EA1FD0F6}"/>
                </a:ext>
              </a:extLst>
            </p:cNvPr>
            <p:cNvGrpSpPr/>
            <p:nvPr/>
          </p:nvGrpSpPr>
          <p:grpSpPr>
            <a:xfrm>
              <a:off x="864000" y="1950606"/>
              <a:ext cx="16668000" cy="2736000"/>
              <a:chOff x="864000" y="1950606"/>
              <a:chExt cx="16668000" cy="2736000"/>
            </a:xfrm>
          </p:grpSpPr>
          <p:sp>
            <p:nvSpPr>
              <p:cNvPr id="15" name="矩形: 圓角 14">
                <a:extLst>
                  <a:ext uri="{FF2B5EF4-FFF2-40B4-BE49-F238E27FC236}">
                    <a16:creationId xmlns:a16="http://schemas.microsoft.com/office/drawing/2014/main" id="{A9D8C69F-5C84-5FB3-48D6-04D152B629F5}"/>
                  </a:ext>
                </a:extLst>
              </p:cNvPr>
              <p:cNvSpPr/>
              <p:nvPr/>
            </p:nvSpPr>
            <p:spPr>
              <a:xfrm>
                <a:off x="864000" y="1950606"/>
                <a:ext cx="16668000" cy="2736000"/>
              </a:xfrm>
              <a:prstGeom prst="roundRect">
                <a:avLst>
                  <a:gd name="adj" fmla="val 7698"/>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 name="矩形: 圓角化同側角落 16">
                <a:extLst>
                  <a:ext uri="{FF2B5EF4-FFF2-40B4-BE49-F238E27FC236}">
                    <a16:creationId xmlns:a16="http://schemas.microsoft.com/office/drawing/2014/main" id="{7A9A1B1D-782A-0FB6-1B73-B5DE892DF2C6}"/>
                  </a:ext>
                </a:extLst>
              </p:cNvPr>
              <p:cNvSpPr/>
              <p:nvPr/>
            </p:nvSpPr>
            <p:spPr>
              <a:xfrm rot="16200000">
                <a:off x="180000" y="2634606"/>
                <a:ext cx="2736000" cy="1368000"/>
              </a:xfrm>
              <a:prstGeom prst="round2SameRect">
                <a:avLst>
                  <a:gd name="adj1" fmla="val 10630"/>
                  <a:gd name="adj2" fmla="val 0"/>
                </a:avLst>
              </a:prstGeom>
              <a:solidFill>
                <a:schemeClr val="tx1">
                  <a:lumMod val="65000"/>
                  <a:lumOff val="35000"/>
                </a:schemeClr>
              </a:solidFill>
              <a:ln w="158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TW" altLang="en-US" sz="2800" b="1" dirty="0">
                    <a:solidFill>
                      <a:schemeClr val="bg1"/>
                    </a:solidFill>
                  </a:rPr>
                  <a:t>詢價單功能</a:t>
                </a:r>
              </a:p>
            </p:txBody>
          </p:sp>
        </p:grpSp>
        <p:sp>
          <p:nvSpPr>
            <p:cNvPr id="34" name="矩形: 圓角 33">
              <a:extLst>
                <a:ext uri="{FF2B5EF4-FFF2-40B4-BE49-F238E27FC236}">
                  <a16:creationId xmlns:a16="http://schemas.microsoft.com/office/drawing/2014/main" id="{C8BB2B30-B665-A1B9-4AB2-D5D182BD32B5}"/>
                </a:ext>
              </a:extLst>
            </p:cNvPr>
            <p:cNvSpPr/>
            <p:nvPr/>
          </p:nvSpPr>
          <p:spPr>
            <a:xfrm>
              <a:off x="5436000" y="224097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維護供應商報價</a:t>
              </a:r>
              <a:endParaRPr lang="en-US" altLang="zh-TW" sz="2400" b="1" dirty="0">
                <a:solidFill>
                  <a:schemeClr val="tx1"/>
                </a:solidFill>
              </a:endParaRPr>
            </a:p>
            <a:p>
              <a:pPr algn="ctr"/>
              <a:r>
                <a:rPr lang="en-US" altLang="zh-TW" sz="2400" b="1" dirty="0">
                  <a:solidFill>
                    <a:schemeClr val="tx1"/>
                  </a:solidFill>
                </a:rPr>
                <a:t>ME47</a:t>
              </a:r>
              <a:endParaRPr lang="zh-TW" altLang="en-US" sz="2400" b="1" dirty="0">
                <a:solidFill>
                  <a:schemeClr val="tx1"/>
                </a:solidFill>
              </a:endParaRPr>
            </a:p>
          </p:txBody>
        </p:sp>
        <p:cxnSp>
          <p:nvCxnSpPr>
            <p:cNvPr id="44" name="直線單箭頭接點 43">
              <a:extLst>
                <a:ext uri="{FF2B5EF4-FFF2-40B4-BE49-F238E27FC236}">
                  <a16:creationId xmlns:a16="http://schemas.microsoft.com/office/drawing/2014/main" id="{EAD5C08A-8CD1-0170-9F52-E92494B4705A}"/>
                </a:ext>
              </a:extLst>
            </p:cNvPr>
            <p:cNvCxnSpPr>
              <a:cxnSpLocks/>
              <a:stCxn id="34" idx="3"/>
              <a:endCxn id="3" idx="1"/>
            </p:cNvCxnSpPr>
            <p:nvPr/>
          </p:nvCxnSpPr>
          <p:spPr>
            <a:xfrm>
              <a:off x="8028000" y="2698171"/>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4" name="矩形: 圓角 53">
              <a:extLst>
                <a:ext uri="{FF2B5EF4-FFF2-40B4-BE49-F238E27FC236}">
                  <a16:creationId xmlns:a16="http://schemas.microsoft.com/office/drawing/2014/main" id="{E24A2A0D-5F31-0BC9-0313-F284B40A561D}"/>
                </a:ext>
              </a:extLst>
            </p:cNvPr>
            <p:cNvSpPr/>
            <p:nvPr/>
          </p:nvSpPr>
          <p:spPr>
            <a:xfrm>
              <a:off x="2520000" y="347106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建立詢價單</a:t>
              </a:r>
              <a:endParaRPr lang="en-US" altLang="zh-TW" sz="2400" b="1" dirty="0">
                <a:solidFill>
                  <a:schemeClr val="tx1"/>
                </a:solidFill>
              </a:endParaRPr>
            </a:p>
            <a:p>
              <a:pPr algn="ctr"/>
              <a:r>
                <a:rPr lang="en-US" altLang="zh-TW" sz="2400" b="1" dirty="0">
                  <a:solidFill>
                    <a:schemeClr val="tx1"/>
                  </a:solidFill>
                </a:rPr>
                <a:t>ME41</a:t>
              </a:r>
              <a:endParaRPr lang="zh-TW" altLang="en-US" sz="2400" b="1" dirty="0">
                <a:solidFill>
                  <a:schemeClr val="tx1"/>
                </a:solidFill>
              </a:endParaRPr>
            </a:p>
          </p:txBody>
        </p:sp>
        <p:sp>
          <p:nvSpPr>
            <p:cNvPr id="55" name="矩形: 圓角 54">
              <a:extLst>
                <a:ext uri="{FF2B5EF4-FFF2-40B4-BE49-F238E27FC236}">
                  <a16:creationId xmlns:a16="http://schemas.microsoft.com/office/drawing/2014/main" id="{2EFD78C7-8F04-2EB6-A2C1-069C853EC486}"/>
                </a:ext>
              </a:extLst>
            </p:cNvPr>
            <p:cNvSpPr/>
            <p:nvPr/>
          </p:nvSpPr>
          <p:spPr>
            <a:xfrm>
              <a:off x="8352000" y="3471061"/>
              <a:ext cx="2592000" cy="91440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solidFill>
                </a:rPr>
                <a:t>B2B </a:t>
              </a:r>
              <a:r>
                <a:rPr lang="zh-TW" altLang="en-US" sz="2400" b="1" dirty="0">
                  <a:solidFill>
                    <a:schemeClr val="tx1"/>
                  </a:solidFill>
                </a:rPr>
                <a:t>維護供應商報價</a:t>
              </a:r>
              <a:endParaRPr lang="en-US" altLang="zh-TW" sz="2400" b="1" dirty="0">
                <a:solidFill>
                  <a:schemeClr val="tx1"/>
                </a:solidFill>
              </a:endParaRPr>
            </a:p>
          </p:txBody>
        </p:sp>
        <p:sp>
          <p:nvSpPr>
            <p:cNvPr id="56" name="矩形: 圓角 55">
              <a:extLst>
                <a:ext uri="{FF2B5EF4-FFF2-40B4-BE49-F238E27FC236}">
                  <a16:creationId xmlns:a16="http://schemas.microsoft.com/office/drawing/2014/main" id="{D11B6548-5B83-F099-719C-D67912FAA2B9}"/>
                </a:ext>
              </a:extLst>
            </p:cNvPr>
            <p:cNvSpPr/>
            <p:nvPr/>
          </p:nvSpPr>
          <p:spPr>
            <a:xfrm>
              <a:off x="11268000" y="3471061"/>
              <a:ext cx="2592000" cy="91440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solidFill>
                </a:rPr>
                <a:t>BPM </a:t>
              </a:r>
              <a:r>
                <a:rPr lang="zh-TW" altLang="en-US" sz="2400" b="1" dirty="0">
                  <a:solidFill>
                    <a:schemeClr val="tx1"/>
                  </a:solidFill>
                </a:rPr>
                <a:t>簽核報價</a:t>
              </a:r>
            </a:p>
          </p:txBody>
        </p:sp>
        <p:sp>
          <p:nvSpPr>
            <p:cNvPr id="57" name="矩形: 圓角 56">
              <a:extLst>
                <a:ext uri="{FF2B5EF4-FFF2-40B4-BE49-F238E27FC236}">
                  <a16:creationId xmlns:a16="http://schemas.microsoft.com/office/drawing/2014/main" id="{797BDEED-24D4-7D28-FD7E-9B3C20F1BF5C}"/>
                </a:ext>
              </a:extLst>
            </p:cNvPr>
            <p:cNvSpPr/>
            <p:nvPr/>
          </p:nvSpPr>
          <p:spPr>
            <a:xfrm>
              <a:off x="14688000" y="347106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solidFill>
                </a:rPr>
                <a:t>Create/Change</a:t>
              </a:r>
            </a:p>
            <a:p>
              <a:pPr algn="ctr"/>
              <a:r>
                <a:rPr lang="zh-TW" altLang="en-US" sz="2400" b="1" dirty="0">
                  <a:solidFill>
                    <a:schemeClr val="tx1"/>
                  </a:solidFill>
                </a:rPr>
                <a:t>資訊記錄</a:t>
              </a:r>
            </a:p>
          </p:txBody>
        </p:sp>
        <p:sp>
          <p:nvSpPr>
            <p:cNvPr id="58" name="文字方塊 57">
              <a:extLst>
                <a:ext uri="{FF2B5EF4-FFF2-40B4-BE49-F238E27FC236}">
                  <a16:creationId xmlns:a16="http://schemas.microsoft.com/office/drawing/2014/main" id="{353A0F34-9943-C4BA-DDD8-2806730E323E}"/>
                </a:ext>
              </a:extLst>
            </p:cNvPr>
            <p:cNvSpPr txBox="1"/>
            <p:nvPr/>
          </p:nvSpPr>
          <p:spPr>
            <a:xfrm>
              <a:off x="13925187" y="3973157"/>
              <a:ext cx="697627" cy="400110"/>
            </a:xfrm>
            <a:prstGeom prst="rect">
              <a:avLst/>
            </a:prstGeom>
            <a:noFill/>
          </p:spPr>
          <p:txBody>
            <a:bodyPr wrap="none" rtlCol="0">
              <a:spAutoFit/>
            </a:bodyPr>
            <a:lstStyle/>
            <a:p>
              <a:r>
                <a:rPr lang="zh-TW" altLang="en-US" sz="2000" dirty="0"/>
                <a:t>核准</a:t>
              </a:r>
            </a:p>
          </p:txBody>
        </p:sp>
        <p:sp>
          <p:nvSpPr>
            <p:cNvPr id="59" name="矩形: 圓角 58">
              <a:extLst>
                <a:ext uri="{FF2B5EF4-FFF2-40B4-BE49-F238E27FC236}">
                  <a16:creationId xmlns:a16="http://schemas.microsoft.com/office/drawing/2014/main" id="{924A499E-67A7-B10C-5AF2-63708798A213}"/>
                </a:ext>
              </a:extLst>
            </p:cNvPr>
            <p:cNvSpPr/>
            <p:nvPr/>
          </p:nvSpPr>
          <p:spPr>
            <a:xfrm>
              <a:off x="5436000" y="347106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匯入 </a:t>
              </a:r>
              <a:r>
                <a:rPr lang="en-US" altLang="zh-TW" sz="2400" b="1" dirty="0">
                  <a:solidFill>
                    <a:schemeClr val="tx1"/>
                  </a:solidFill>
                </a:rPr>
                <a:t>B2B </a:t>
              </a:r>
              <a:r>
                <a:rPr lang="zh-TW" altLang="en-US" sz="2400" b="1" dirty="0">
                  <a:solidFill>
                    <a:schemeClr val="tx1"/>
                  </a:solidFill>
                </a:rPr>
                <a:t>平台</a:t>
              </a:r>
              <a:endParaRPr lang="en-US" altLang="zh-TW" sz="2400" b="1" dirty="0">
                <a:solidFill>
                  <a:schemeClr val="tx1"/>
                </a:solidFill>
              </a:endParaRPr>
            </a:p>
            <a:p>
              <a:pPr algn="ctr"/>
              <a:r>
                <a:rPr lang="en-US" altLang="zh-TW" sz="2400" b="1" dirty="0">
                  <a:solidFill>
                    <a:srgbClr val="FF0000"/>
                  </a:solidFill>
                </a:rPr>
                <a:t>ZMM003A</a:t>
              </a:r>
              <a:endParaRPr lang="zh-TW" altLang="en-US" sz="2400" b="1" dirty="0">
                <a:solidFill>
                  <a:srgbClr val="FF0000"/>
                </a:solidFill>
              </a:endParaRPr>
            </a:p>
          </p:txBody>
        </p:sp>
        <p:cxnSp>
          <p:nvCxnSpPr>
            <p:cNvPr id="60" name="直線單箭頭接點 59">
              <a:extLst>
                <a:ext uri="{FF2B5EF4-FFF2-40B4-BE49-F238E27FC236}">
                  <a16:creationId xmlns:a16="http://schemas.microsoft.com/office/drawing/2014/main" id="{5AB24BAA-5111-E17E-6A42-56A1DFB027E8}"/>
                </a:ext>
              </a:extLst>
            </p:cNvPr>
            <p:cNvCxnSpPr>
              <a:cxnSpLocks/>
              <a:stCxn id="54" idx="3"/>
              <a:endCxn id="59" idx="1"/>
            </p:cNvCxnSpPr>
            <p:nvPr/>
          </p:nvCxnSpPr>
          <p:spPr>
            <a:xfrm>
              <a:off x="5112000" y="3928261"/>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62">
              <a:extLst>
                <a:ext uri="{FF2B5EF4-FFF2-40B4-BE49-F238E27FC236}">
                  <a16:creationId xmlns:a16="http://schemas.microsoft.com/office/drawing/2014/main" id="{6D796964-807E-121B-49CB-D681ABFE1A77}"/>
                </a:ext>
              </a:extLst>
            </p:cNvPr>
            <p:cNvCxnSpPr>
              <a:cxnSpLocks/>
              <a:stCxn id="59" idx="3"/>
              <a:endCxn id="55" idx="1"/>
            </p:cNvCxnSpPr>
            <p:nvPr/>
          </p:nvCxnSpPr>
          <p:spPr>
            <a:xfrm>
              <a:off x="8028000" y="3928261"/>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39CC0417-650E-517F-0178-EE72CEBDE754}"/>
                </a:ext>
              </a:extLst>
            </p:cNvPr>
            <p:cNvCxnSpPr>
              <a:cxnSpLocks/>
              <a:stCxn id="55" idx="3"/>
              <a:endCxn id="56" idx="1"/>
            </p:cNvCxnSpPr>
            <p:nvPr/>
          </p:nvCxnSpPr>
          <p:spPr>
            <a:xfrm>
              <a:off x="10944000" y="3928261"/>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a:extLst>
                <a:ext uri="{FF2B5EF4-FFF2-40B4-BE49-F238E27FC236}">
                  <a16:creationId xmlns:a16="http://schemas.microsoft.com/office/drawing/2014/main" id="{64D8A4F6-387C-C10B-60E6-3A454516F09A}"/>
                </a:ext>
              </a:extLst>
            </p:cNvPr>
            <p:cNvCxnSpPr>
              <a:cxnSpLocks/>
              <a:stCxn id="56" idx="3"/>
              <a:endCxn id="57" idx="1"/>
            </p:cNvCxnSpPr>
            <p:nvPr/>
          </p:nvCxnSpPr>
          <p:spPr>
            <a:xfrm>
              <a:off x="13860000" y="3928261"/>
              <a:ext cx="828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9" name="群組 48">
            <a:extLst>
              <a:ext uri="{FF2B5EF4-FFF2-40B4-BE49-F238E27FC236}">
                <a16:creationId xmlns:a16="http://schemas.microsoft.com/office/drawing/2014/main" id="{4899C908-BB5A-597F-2393-8C86E0CD93FC}"/>
              </a:ext>
            </a:extLst>
          </p:cNvPr>
          <p:cNvGrpSpPr/>
          <p:nvPr/>
        </p:nvGrpSpPr>
        <p:grpSpPr>
          <a:xfrm>
            <a:off x="862692" y="5004000"/>
            <a:ext cx="16668000" cy="1728000"/>
            <a:chOff x="862692" y="5004000"/>
            <a:chExt cx="16668000" cy="1728000"/>
          </a:xfrm>
        </p:grpSpPr>
        <p:cxnSp>
          <p:nvCxnSpPr>
            <p:cNvPr id="26" name="直線單箭頭接點 25">
              <a:extLst>
                <a:ext uri="{FF2B5EF4-FFF2-40B4-BE49-F238E27FC236}">
                  <a16:creationId xmlns:a16="http://schemas.microsoft.com/office/drawing/2014/main" id="{1371831C-6F72-7F95-A2C2-08FBE15F0BF7}"/>
                </a:ext>
              </a:extLst>
            </p:cNvPr>
            <p:cNvCxnSpPr>
              <a:cxnSpLocks/>
              <a:stCxn id="27" idx="3"/>
              <a:endCxn id="28" idx="1"/>
            </p:cNvCxnSpPr>
            <p:nvPr/>
          </p:nvCxnSpPr>
          <p:spPr>
            <a:xfrm>
              <a:off x="8028000" y="5868000"/>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圓角 26">
              <a:extLst>
                <a:ext uri="{FF2B5EF4-FFF2-40B4-BE49-F238E27FC236}">
                  <a16:creationId xmlns:a16="http://schemas.microsoft.com/office/drawing/2014/main" id="{A4B42859-531C-54BB-AE7F-C80E32245FBC}"/>
                </a:ext>
              </a:extLst>
            </p:cNvPr>
            <p:cNvSpPr/>
            <p:nvPr/>
          </p:nvSpPr>
          <p:spPr>
            <a:xfrm>
              <a:off x="5436000" y="5410800"/>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lumMod val="65000"/>
                      <a:lumOff val="35000"/>
                    </a:schemeClr>
                  </a:solidFill>
                </a:rPr>
                <a:t>匯入 </a:t>
              </a:r>
              <a:r>
                <a:rPr lang="en-US" altLang="zh-TW" sz="2400" b="1" dirty="0">
                  <a:solidFill>
                    <a:schemeClr val="tx1">
                      <a:lumMod val="65000"/>
                      <a:lumOff val="35000"/>
                    </a:schemeClr>
                  </a:solidFill>
                </a:rPr>
                <a:t>B2B </a:t>
              </a:r>
              <a:r>
                <a:rPr lang="zh-TW" altLang="en-US" sz="2400" b="1" dirty="0">
                  <a:solidFill>
                    <a:schemeClr val="tx1">
                      <a:lumMod val="65000"/>
                      <a:lumOff val="35000"/>
                    </a:schemeClr>
                  </a:solidFill>
                </a:rPr>
                <a:t>平台</a:t>
              </a:r>
              <a:endParaRPr lang="en-US" altLang="zh-TW" sz="2400" b="1" dirty="0">
                <a:solidFill>
                  <a:schemeClr val="tx1">
                    <a:lumMod val="65000"/>
                    <a:lumOff val="35000"/>
                  </a:schemeClr>
                </a:solidFill>
              </a:endParaRPr>
            </a:p>
            <a:p>
              <a:pPr algn="ctr"/>
              <a:r>
                <a:rPr lang="en-US" altLang="zh-TW" sz="2400" b="1" dirty="0">
                  <a:solidFill>
                    <a:schemeClr val="tx1">
                      <a:lumMod val="65000"/>
                      <a:lumOff val="35000"/>
                    </a:schemeClr>
                  </a:solidFill>
                </a:rPr>
                <a:t>ZMM003</a:t>
              </a:r>
              <a:endParaRPr lang="zh-TW" altLang="en-US" sz="2400" b="1" dirty="0">
                <a:solidFill>
                  <a:schemeClr val="tx1">
                    <a:lumMod val="65000"/>
                    <a:lumOff val="35000"/>
                  </a:schemeClr>
                </a:solidFill>
              </a:endParaRPr>
            </a:p>
          </p:txBody>
        </p:sp>
        <p:sp>
          <p:nvSpPr>
            <p:cNvPr id="28" name="矩形: 圓角 27">
              <a:extLst>
                <a:ext uri="{FF2B5EF4-FFF2-40B4-BE49-F238E27FC236}">
                  <a16:creationId xmlns:a16="http://schemas.microsoft.com/office/drawing/2014/main" id="{1574FD3F-CAF7-DC49-1D07-7C83E2394A21}"/>
                </a:ext>
              </a:extLst>
            </p:cNvPr>
            <p:cNvSpPr/>
            <p:nvPr/>
          </p:nvSpPr>
          <p:spPr>
            <a:xfrm>
              <a:off x="8352000" y="5410800"/>
              <a:ext cx="2592000" cy="91440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lumMod val="65000"/>
                      <a:lumOff val="35000"/>
                    </a:schemeClr>
                  </a:solidFill>
                </a:rPr>
                <a:t>B2B </a:t>
              </a:r>
              <a:r>
                <a:rPr lang="zh-TW" altLang="en-US" sz="2400" b="1" dirty="0">
                  <a:solidFill>
                    <a:schemeClr val="tx1">
                      <a:lumMod val="65000"/>
                      <a:lumOff val="35000"/>
                    </a:schemeClr>
                  </a:solidFill>
                </a:rPr>
                <a:t>維護供應商報價</a:t>
              </a:r>
              <a:endParaRPr lang="en-US" altLang="zh-TW" sz="2400" b="1" dirty="0">
                <a:solidFill>
                  <a:schemeClr val="tx1">
                    <a:lumMod val="65000"/>
                    <a:lumOff val="35000"/>
                  </a:schemeClr>
                </a:solidFill>
              </a:endParaRPr>
            </a:p>
          </p:txBody>
        </p:sp>
        <p:sp>
          <p:nvSpPr>
            <p:cNvPr id="29" name="矩形: 圓角 28">
              <a:extLst>
                <a:ext uri="{FF2B5EF4-FFF2-40B4-BE49-F238E27FC236}">
                  <a16:creationId xmlns:a16="http://schemas.microsoft.com/office/drawing/2014/main" id="{05601785-46FA-C5F6-C9A8-8E685404944D}"/>
                </a:ext>
              </a:extLst>
            </p:cNvPr>
            <p:cNvSpPr/>
            <p:nvPr/>
          </p:nvSpPr>
          <p:spPr>
            <a:xfrm>
              <a:off x="11268000" y="5410800"/>
              <a:ext cx="2592000" cy="91440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lumMod val="65000"/>
                      <a:lumOff val="35000"/>
                    </a:schemeClr>
                  </a:solidFill>
                </a:rPr>
                <a:t>BPM </a:t>
              </a:r>
              <a:r>
                <a:rPr lang="zh-TW" altLang="en-US" sz="2400" b="1" dirty="0">
                  <a:solidFill>
                    <a:schemeClr val="tx1">
                      <a:lumMod val="65000"/>
                      <a:lumOff val="35000"/>
                    </a:schemeClr>
                  </a:solidFill>
                </a:rPr>
                <a:t>簽核報價</a:t>
              </a:r>
            </a:p>
          </p:txBody>
        </p:sp>
        <p:sp>
          <p:nvSpPr>
            <p:cNvPr id="30" name="矩形: 圓角 29">
              <a:extLst>
                <a:ext uri="{FF2B5EF4-FFF2-40B4-BE49-F238E27FC236}">
                  <a16:creationId xmlns:a16="http://schemas.microsoft.com/office/drawing/2014/main" id="{6B55255A-0C17-9B9F-AD5B-571414D398BA}"/>
                </a:ext>
              </a:extLst>
            </p:cNvPr>
            <p:cNvSpPr/>
            <p:nvPr/>
          </p:nvSpPr>
          <p:spPr>
            <a:xfrm>
              <a:off x="14688000" y="5410800"/>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lumMod val="65000"/>
                      <a:lumOff val="35000"/>
                    </a:schemeClr>
                  </a:solidFill>
                </a:rPr>
                <a:t>Create/Change</a:t>
              </a:r>
            </a:p>
            <a:p>
              <a:pPr algn="ctr"/>
              <a:r>
                <a:rPr lang="zh-TW" altLang="en-US" sz="2400" b="1" dirty="0">
                  <a:solidFill>
                    <a:schemeClr val="tx1">
                      <a:lumMod val="65000"/>
                      <a:lumOff val="35000"/>
                    </a:schemeClr>
                  </a:solidFill>
                </a:rPr>
                <a:t>資訊記錄</a:t>
              </a:r>
            </a:p>
          </p:txBody>
        </p:sp>
        <p:cxnSp>
          <p:nvCxnSpPr>
            <p:cNvPr id="31" name="直線單箭頭接點 30">
              <a:extLst>
                <a:ext uri="{FF2B5EF4-FFF2-40B4-BE49-F238E27FC236}">
                  <a16:creationId xmlns:a16="http://schemas.microsoft.com/office/drawing/2014/main" id="{DCA839F3-3AAC-4E4B-1900-F2F61DC8A8D9}"/>
                </a:ext>
              </a:extLst>
            </p:cNvPr>
            <p:cNvCxnSpPr>
              <a:cxnSpLocks/>
              <a:stCxn id="28" idx="3"/>
              <a:endCxn id="29" idx="1"/>
            </p:cNvCxnSpPr>
            <p:nvPr/>
          </p:nvCxnSpPr>
          <p:spPr>
            <a:xfrm>
              <a:off x="10944000" y="5868000"/>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B19C094A-F3C9-217C-130F-C67B5D949375}"/>
                </a:ext>
              </a:extLst>
            </p:cNvPr>
            <p:cNvCxnSpPr>
              <a:cxnSpLocks/>
              <a:stCxn id="29" idx="3"/>
              <a:endCxn id="30" idx="1"/>
            </p:cNvCxnSpPr>
            <p:nvPr/>
          </p:nvCxnSpPr>
          <p:spPr>
            <a:xfrm>
              <a:off x="13860000" y="5868000"/>
              <a:ext cx="828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文字方塊 32">
              <a:extLst>
                <a:ext uri="{FF2B5EF4-FFF2-40B4-BE49-F238E27FC236}">
                  <a16:creationId xmlns:a16="http://schemas.microsoft.com/office/drawing/2014/main" id="{9755B597-CF64-EA1B-68D4-5D0525F6024E}"/>
                </a:ext>
              </a:extLst>
            </p:cNvPr>
            <p:cNvSpPr txBox="1"/>
            <p:nvPr/>
          </p:nvSpPr>
          <p:spPr>
            <a:xfrm>
              <a:off x="13925187" y="5912948"/>
              <a:ext cx="697627" cy="400110"/>
            </a:xfrm>
            <a:prstGeom prst="rect">
              <a:avLst/>
            </a:prstGeom>
            <a:noFill/>
          </p:spPr>
          <p:txBody>
            <a:bodyPr wrap="none" rtlCol="0">
              <a:spAutoFit/>
            </a:bodyPr>
            <a:lstStyle/>
            <a:p>
              <a:r>
                <a:rPr lang="zh-TW" altLang="en-US" sz="2000" dirty="0"/>
                <a:t>核准</a:t>
              </a:r>
            </a:p>
          </p:txBody>
        </p:sp>
        <p:grpSp>
          <p:nvGrpSpPr>
            <p:cNvPr id="9" name="群組 8">
              <a:extLst>
                <a:ext uri="{FF2B5EF4-FFF2-40B4-BE49-F238E27FC236}">
                  <a16:creationId xmlns:a16="http://schemas.microsoft.com/office/drawing/2014/main" id="{643AF7A1-F606-9294-5ECF-ECAF5CD4B46F}"/>
                </a:ext>
              </a:extLst>
            </p:cNvPr>
            <p:cNvGrpSpPr/>
            <p:nvPr/>
          </p:nvGrpSpPr>
          <p:grpSpPr>
            <a:xfrm>
              <a:off x="862692" y="5004000"/>
              <a:ext cx="16668000" cy="1728000"/>
              <a:chOff x="1902274" y="4537201"/>
              <a:chExt cx="16668000" cy="1728000"/>
            </a:xfrm>
          </p:grpSpPr>
          <p:sp>
            <p:nvSpPr>
              <p:cNvPr id="25" name="矩形: 圓角 24">
                <a:extLst>
                  <a:ext uri="{FF2B5EF4-FFF2-40B4-BE49-F238E27FC236}">
                    <a16:creationId xmlns:a16="http://schemas.microsoft.com/office/drawing/2014/main" id="{1EC3DF83-2F2C-D260-4DEF-2DA5D8EF5CAE}"/>
                  </a:ext>
                </a:extLst>
              </p:cNvPr>
              <p:cNvSpPr/>
              <p:nvPr/>
            </p:nvSpPr>
            <p:spPr>
              <a:xfrm>
                <a:off x="1902274" y="4537201"/>
                <a:ext cx="16668000" cy="1728000"/>
              </a:xfrm>
              <a:prstGeom prst="roundRect">
                <a:avLst>
                  <a:gd name="adj" fmla="val 7698"/>
                </a:avLst>
              </a:prstGeom>
              <a:noFill/>
              <a:ln w="190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圓角化同側角落 44">
                <a:extLst>
                  <a:ext uri="{FF2B5EF4-FFF2-40B4-BE49-F238E27FC236}">
                    <a16:creationId xmlns:a16="http://schemas.microsoft.com/office/drawing/2014/main" id="{B0369B82-F26D-F176-3EDC-F92651025DBF}"/>
                  </a:ext>
                </a:extLst>
              </p:cNvPr>
              <p:cNvSpPr/>
              <p:nvPr/>
            </p:nvSpPr>
            <p:spPr>
              <a:xfrm rot="16200000">
                <a:off x="1722274" y="4717201"/>
                <a:ext cx="1728000" cy="1368000"/>
              </a:xfrm>
              <a:prstGeom prst="round2SameRect">
                <a:avLst>
                  <a:gd name="adj1" fmla="val 10630"/>
                  <a:gd name="adj2" fmla="val 0"/>
                </a:avLst>
              </a:prstGeom>
              <a:solidFill>
                <a:schemeClr val="bg1">
                  <a:lumMod val="50000"/>
                </a:schemeClr>
              </a:solidFill>
              <a:ln w="158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TW" altLang="en-US" sz="2800" b="1" dirty="0">
                    <a:solidFill>
                      <a:schemeClr val="bg1"/>
                    </a:solidFill>
                  </a:rPr>
                  <a:t>採購單功能</a:t>
                </a:r>
              </a:p>
            </p:txBody>
          </p:sp>
        </p:grpSp>
        <p:sp>
          <p:nvSpPr>
            <p:cNvPr id="73" name="矩形: 圓角 72">
              <a:extLst>
                <a:ext uri="{FF2B5EF4-FFF2-40B4-BE49-F238E27FC236}">
                  <a16:creationId xmlns:a16="http://schemas.microsoft.com/office/drawing/2014/main" id="{6D212038-F4E3-63D4-82F0-5228EFD5AB24}"/>
                </a:ext>
              </a:extLst>
            </p:cNvPr>
            <p:cNvSpPr/>
            <p:nvPr/>
          </p:nvSpPr>
          <p:spPr>
            <a:xfrm>
              <a:off x="2520000" y="5410800"/>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lumMod val="65000"/>
                      <a:lumOff val="35000"/>
                    </a:schemeClr>
                  </a:solidFill>
                </a:rPr>
                <a:t>正式</a:t>
              </a:r>
              <a:r>
                <a:rPr lang="en-US" altLang="zh-TW" sz="2400" b="1" dirty="0">
                  <a:solidFill>
                    <a:schemeClr val="tx1">
                      <a:lumMod val="65000"/>
                      <a:lumOff val="35000"/>
                    </a:schemeClr>
                  </a:solidFill>
                </a:rPr>
                <a:t>/</a:t>
              </a:r>
              <a:r>
                <a:rPr lang="zh-TW" altLang="en-US" sz="2400" b="1" dirty="0">
                  <a:solidFill>
                    <a:schemeClr val="tx1">
                      <a:lumMod val="65000"/>
                      <a:lumOff val="35000"/>
                    </a:schemeClr>
                  </a:solidFill>
                </a:rPr>
                <a:t>暫存採購單</a:t>
              </a:r>
              <a:endParaRPr lang="en-US" altLang="zh-TW" sz="2400" b="1" dirty="0">
                <a:solidFill>
                  <a:schemeClr val="tx1">
                    <a:lumMod val="65000"/>
                    <a:lumOff val="35000"/>
                  </a:schemeClr>
                </a:solidFill>
              </a:endParaRPr>
            </a:p>
            <a:p>
              <a:pPr algn="ctr"/>
              <a:r>
                <a:rPr lang="en-US" altLang="zh-TW" sz="2400" b="1" dirty="0">
                  <a:solidFill>
                    <a:schemeClr val="tx1">
                      <a:lumMod val="65000"/>
                      <a:lumOff val="35000"/>
                    </a:schemeClr>
                  </a:solidFill>
                </a:rPr>
                <a:t>ME21N</a:t>
              </a:r>
              <a:endParaRPr lang="zh-TW" altLang="en-US" sz="2400" b="1" dirty="0">
                <a:solidFill>
                  <a:schemeClr val="tx1">
                    <a:lumMod val="65000"/>
                    <a:lumOff val="35000"/>
                  </a:schemeClr>
                </a:solidFill>
              </a:endParaRPr>
            </a:p>
          </p:txBody>
        </p:sp>
        <p:cxnSp>
          <p:nvCxnSpPr>
            <p:cNvPr id="46" name="直線單箭頭接點 45">
              <a:extLst>
                <a:ext uri="{FF2B5EF4-FFF2-40B4-BE49-F238E27FC236}">
                  <a16:creationId xmlns:a16="http://schemas.microsoft.com/office/drawing/2014/main" id="{67AE8D4F-0E35-0481-12A9-049D9A96A3C4}"/>
                </a:ext>
              </a:extLst>
            </p:cNvPr>
            <p:cNvCxnSpPr>
              <a:cxnSpLocks/>
              <a:stCxn id="73" idx="3"/>
              <a:endCxn id="27" idx="1"/>
            </p:cNvCxnSpPr>
            <p:nvPr/>
          </p:nvCxnSpPr>
          <p:spPr>
            <a:xfrm>
              <a:off x="5112000" y="5868000"/>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32218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6CE94-3730-8D7C-D97A-6964E73C158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77EF1E8-195B-B700-38DB-0B6829C350CA}"/>
              </a:ext>
            </a:extLst>
          </p:cNvPr>
          <p:cNvSpPr>
            <a:spLocks noGrp="1"/>
          </p:cNvSpPr>
          <p:nvPr>
            <p:ph type="title"/>
          </p:nvPr>
        </p:nvSpPr>
        <p:spPr/>
        <p:txBody>
          <a:bodyPr/>
          <a:lstStyle/>
          <a:p>
            <a:r>
              <a:rPr lang="zh-TW" altLang="en-US" dirty="0"/>
              <a:t>詢報價單文件類型</a:t>
            </a:r>
          </a:p>
        </p:txBody>
      </p:sp>
      <p:graphicFrame>
        <p:nvGraphicFramePr>
          <p:cNvPr id="3" name="表格 2">
            <a:extLst>
              <a:ext uri="{FF2B5EF4-FFF2-40B4-BE49-F238E27FC236}">
                <a16:creationId xmlns:a16="http://schemas.microsoft.com/office/drawing/2014/main" id="{8D252859-30B8-66D1-3531-4B5779C48B3B}"/>
              </a:ext>
            </a:extLst>
          </p:cNvPr>
          <p:cNvGraphicFramePr>
            <a:graphicFrameLocks noGrp="1"/>
          </p:cNvGraphicFramePr>
          <p:nvPr>
            <p:extLst>
              <p:ext uri="{D42A27DB-BD31-4B8C-83A1-F6EECF244321}">
                <p14:modId xmlns:p14="http://schemas.microsoft.com/office/powerpoint/2010/main" val="1193122831"/>
              </p:ext>
            </p:extLst>
          </p:nvPr>
        </p:nvGraphicFramePr>
        <p:xfrm>
          <a:off x="1768382" y="2175710"/>
          <a:ext cx="14968403" cy="5975997"/>
        </p:xfrm>
        <a:graphic>
          <a:graphicData uri="http://schemas.openxmlformats.org/drawingml/2006/table">
            <a:tbl>
              <a:tblPr>
                <a:effectLst>
                  <a:outerShdw blurRad="50800" dist="38100" dir="2700000" algn="tl" rotWithShape="0">
                    <a:prstClr val="black">
                      <a:alpha val="40000"/>
                    </a:prstClr>
                  </a:outerShdw>
                </a:effectLst>
              </a:tblPr>
              <a:tblGrid>
                <a:gridCol w="2117818">
                  <a:extLst>
                    <a:ext uri="{9D8B030D-6E8A-4147-A177-3AD203B41FA5}">
                      <a16:colId xmlns:a16="http://schemas.microsoft.com/office/drawing/2014/main" val="729383419"/>
                    </a:ext>
                  </a:extLst>
                </a:gridCol>
                <a:gridCol w="2971800">
                  <a:extLst>
                    <a:ext uri="{9D8B030D-6E8A-4147-A177-3AD203B41FA5}">
                      <a16:colId xmlns:a16="http://schemas.microsoft.com/office/drawing/2014/main" val="1371184551"/>
                    </a:ext>
                  </a:extLst>
                </a:gridCol>
                <a:gridCol w="2512181">
                  <a:extLst>
                    <a:ext uri="{9D8B030D-6E8A-4147-A177-3AD203B41FA5}">
                      <a16:colId xmlns:a16="http://schemas.microsoft.com/office/drawing/2014/main" val="126740988"/>
                    </a:ext>
                  </a:extLst>
                </a:gridCol>
                <a:gridCol w="2512181">
                  <a:extLst>
                    <a:ext uri="{9D8B030D-6E8A-4147-A177-3AD203B41FA5}">
                      <a16:colId xmlns:a16="http://schemas.microsoft.com/office/drawing/2014/main" val="244192527"/>
                    </a:ext>
                  </a:extLst>
                </a:gridCol>
                <a:gridCol w="3090939">
                  <a:extLst>
                    <a:ext uri="{9D8B030D-6E8A-4147-A177-3AD203B41FA5}">
                      <a16:colId xmlns:a16="http://schemas.microsoft.com/office/drawing/2014/main" val="4187206233"/>
                    </a:ext>
                  </a:extLst>
                </a:gridCol>
                <a:gridCol w="1763484">
                  <a:extLst>
                    <a:ext uri="{9D8B030D-6E8A-4147-A177-3AD203B41FA5}">
                      <a16:colId xmlns:a16="http://schemas.microsoft.com/office/drawing/2014/main" val="2770877279"/>
                    </a:ext>
                  </a:extLst>
                </a:gridCol>
              </a:tblGrid>
              <a:tr h="597481">
                <a:tc>
                  <a:txBody>
                    <a:bodyPr/>
                    <a:lstStyle/>
                    <a:p>
                      <a:pPr algn="ctr" rtl="0" fontAlgn="ctr"/>
                      <a:r>
                        <a:rPr lang="zh-TW" altLang="en-US" sz="2400" b="1" i="0" u="none" strike="noStrike" baseline="0" dirty="0">
                          <a:solidFill>
                            <a:srgbClr val="FFFFFF"/>
                          </a:solidFill>
                          <a:effectLst/>
                          <a:latin typeface="Arial" panose="020B0604020202020204" pitchFamily="34" charset="0"/>
                          <a:ea typeface="微軟正黑體" panose="020B0604030504040204" pitchFamily="34" charset="-120"/>
                        </a:rPr>
                        <a:t>詢報價單類型</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400" b="1" i="0" u="none" strike="noStrike" baseline="0" dirty="0">
                          <a:solidFill>
                            <a:srgbClr val="FFFFFF"/>
                          </a:solidFill>
                          <a:effectLst/>
                          <a:latin typeface="Arial" panose="020B0604020202020204" pitchFamily="34" charset="0"/>
                          <a:ea typeface="微軟正黑體" panose="020B0604030504040204" pitchFamily="34" charset="-120"/>
                        </a:rPr>
                        <a:t>詢報價單類型說明</a:t>
                      </a:r>
                      <a:endParaRPr lang="en-US" altLang="zh-TW" sz="24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2400" b="1" i="0" u="none" strike="noStrike" baseline="0" dirty="0">
                          <a:solidFill>
                            <a:srgbClr val="FFFFFF"/>
                          </a:solidFill>
                          <a:effectLst/>
                          <a:latin typeface="Arial" panose="020B0604020202020204" pitchFamily="34" charset="0"/>
                          <a:ea typeface="微軟正黑體" panose="020B0604030504040204" pitchFamily="34" charset="-120"/>
                        </a:rPr>
                        <a:t>From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2400" b="1" i="0" u="none" strike="noStrike" baseline="0" dirty="0">
                          <a:solidFill>
                            <a:srgbClr val="FFFFFF"/>
                          </a:solidFill>
                          <a:effectLst/>
                          <a:latin typeface="Arial" panose="020B0604020202020204" pitchFamily="34" charset="0"/>
                          <a:ea typeface="微軟正黑體" panose="020B0604030504040204" pitchFamily="34" charset="-120"/>
                        </a:rPr>
                        <a:t>To</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400" b="1" i="0" u="none" strike="noStrike" baseline="0" dirty="0">
                          <a:solidFill>
                            <a:srgbClr val="FFFFFF"/>
                          </a:solidFill>
                          <a:effectLst/>
                          <a:latin typeface="Arial" panose="020B0604020202020204" pitchFamily="34" charset="0"/>
                          <a:ea typeface="微軟正黑體" panose="020B0604030504040204" pitchFamily="34" charset="-120"/>
                        </a:rPr>
                        <a:t>內容</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400" b="1" i="0" u="none" strike="noStrike" baseline="0" dirty="0">
                          <a:solidFill>
                            <a:srgbClr val="FFFFFF"/>
                          </a:solidFill>
                          <a:effectLst/>
                          <a:latin typeface="Arial" panose="020B0604020202020204" pitchFamily="34" charset="0"/>
                          <a:ea typeface="微軟正黑體" panose="020B0604030504040204" pitchFamily="34" charset="-120"/>
                        </a:rPr>
                        <a:t>是否簽核</a:t>
                      </a:r>
                      <a:r>
                        <a:rPr lang="en-US" altLang="zh-TW" sz="2400" b="1" i="0" u="none" strike="noStrike" baseline="0" dirty="0">
                          <a:solidFill>
                            <a:srgbClr val="FFFFFF"/>
                          </a:solidFill>
                          <a:effectLst/>
                          <a:latin typeface="Arial" panose="020B0604020202020204" pitchFamily="34" charset="0"/>
                          <a:ea typeface="微軟正黑體" panose="020B0604030504040204" pitchFamily="34" charset="-120"/>
                        </a:rPr>
                        <a:t>?</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2813841900"/>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ANSP</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a:solidFill>
                            <a:schemeClr val="tx1"/>
                          </a:solidFill>
                          <a:effectLst/>
                          <a:latin typeface="Arial" panose="020B0604020202020204" pitchFamily="34" charset="0"/>
                          <a:ea typeface="微軟正黑體" panose="020B0604030504040204" pitchFamily="34" charset="-120"/>
                          <a:cs typeface="+mn-cs"/>
                        </a:rPr>
                        <a:t>樣品階段詢價單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原材</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39361304"/>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ANUR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面材詢價單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7100000000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7199999999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原材</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31059953"/>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ANSR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底原料詢價單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7200000000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7299999999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外包</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42188619"/>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ANWO</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製程委外詢價單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7300000000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7399999999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外包</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07109624"/>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ANSC</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倉庫外詢價單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7400000000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7499999999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製工具</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55577951"/>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ANTL</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a:solidFill>
                            <a:schemeClr val="tx1"/>
                          </a:solidFill>
                          <a:effectLst/>
                          <a:latin typeface="Arial" panose="020B0604020202020204" pitchFamily="34" charset="0"/>
                          <a:ea typeface="微軟正黑體" panose="020B0604030504040204" pitchFamily="34" charset="-120"/>
                          <a:cs typeface="+mn-cs"/>
                        </a:rPr>
                        <a:t>楦頭詢價單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7500000000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7509999999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製工具</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96841068"/>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ANTJ</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製工具詢價單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7510000000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7519999999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製工具</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83584338"/>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ANTM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模具詢價單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7520000000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7529999999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庶務</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32500125"/>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ANX1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庶務詢價單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7600000000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7699999999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機器</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93905999"/>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ANMA</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機器設備詢價單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7700000000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7799999999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原材</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35658341"/>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ANSS</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底台詢價單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7800000000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7899999999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原材</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dirty="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98642853"/>
                  </a:ext>
                </a:extLst>
              </a:tr>
            </a:tbl>
          </a:graphicData>
        </a:graphic>
      </p:graphicFrame>
    </p:spTree>
    <p:extLst>
      <p:ext uri="{BB962C8B-B14F-4D97-AF65-F5344CB8AC3E}">
        <p14:creationId xmlns:p14="http://schemas.microsoft.com/office/powerpoint/2010/main" val="55488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A42E4-FC7B-6467-A3BC-FFF9EC91D3C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F9C40C7-457A-CBD3-F6B4-C290876516CE}"/>
              </a:ext>
            </a:extLst>
          </p:cNvPr>
          <p:cNvSpPr>
            <a:spLocks noGrp="1"/>
          </p:cNvSpPr>
          <p:nvPr>
            <p:ph type="title"/>
          </p:nvPr>
        </p:nvSpPr>
        <p:spPr/>
        <p:txBody>
          <a:bodyPr/>
          <a:lstStyle/>
          <a:p>
            <a:r>
              <a:rPr lang="zh-TW" altLang="en-US" dirty="0"/>
              <a:t>採購單據－核發策略（簽核）與代碼說明</a:t>
            </a:r>
          </a:p>
        </p:txBody>
      </p:sp>
      <p:graphicFrame>
        <p:nvGraphicFramePr>
          <p:cNvPr id="3" name="表格 2">
            <a:extLst>
              <a:ext uri="{FF2B5EF4-FFF2-40B4-BE49-F238E27FC236}">
                <a16:creationId xmlns:a16="http://schemas.microsoft.com/office/drawing/2014/main" id="{33586199-259D-7061-F8F3-7E9312B1DBDD}"/>
              </a:ext>
            </a:extLst>
          </p:cNvPr>
          <p:cNvGraphicFramePr>
            <a:graphicFrameLocks noGrp="1"/>
          </p:cNvGraphicFramePr>
          <p:nvPr>
            <p:extLst>
              <p:ext uri="{D42A27DB-BD31-4B8C-83A1-F6EECF244321}">
                <p14:modId xmlns:p14="http://schemas.microsoft.com/office/powerpoint/2010/main" val="1233576254"/>
              </p:ext>
            </p:extLst>
          </p:nvPr>
        </p:nvGraphicFramePr>
        <p:xfrm>
          <a:off x="1944000" y="1979768"/>
          <a:ext cx="14400000" cy="7559996"/>
        </p:xfrm>
        <a:graphic>
          <a:graphicData uri="http://schemas.openxmlformats.org/drawingml/2006/table">
            <a:tbl>
              <a:tblPr>
                <a:effectLst>
                  <a:outerShdw blurRad="50800" dist="38100" dir="2700000" algn="tl" rotWithShape="0">
                    <a:prstClr val="black">
                      <a:alpha val="40000"/>
                    </a:prstClr>
                  </a:outerShdw>
                </a:effectLst>
              </a:tblPr>
              <a:tblGrid>
                <a:gridCol w="2742300">
                  <a:extLst>
                    <a:ext uri="{9D8B030D-6E8A-4147-A177-3AD203B41FA5}">
                      <a16:colId xmlns:a16="http://schemas.microsoft.com/office/drawing/2014/main" val="729383419"/>
                    </a:ext>
                  </a:extLst>
                </a:gridCol>
                <a:gridCol w="2116072">
                  <a:extLst>
                    <a:ext uri="{9D8B030D-6E8A-4147-A177-3AD203B41FA5}">
                      <a16:colId xmlns:a16="http://schemas.microsoft.com/office/drawing/2014/main" val="1371184551"/>
                    </a:ext>
                  </a:extLst>
                </a:gridCol>
                <a:gridCol w="2116072">
                  <a:extLst>
                    <a:ext uri="{9D8B030D-6E8A-4147-A177-3AD203B41FA5}">
                      <a16:colId xmlns:a16="http://schemas.microsoft.com/office/drawing/2014/main" val="126740988"/>
                    </a:ext>
                  </a:extLst>
                </a:gridCol>
                <a:gridCol w="2116072">
                  <a:extLst>
                    <a:ext uri="{9D8B030D-6E8A-4147-A177-3AD203B41FA5}">
                      <a16:colId xmlns:a16="http://schemas.microsoft.com/office/drawing/2014/main" val="244192527"/>
                    </a:ext>
                  </a:extLst>
                </a:gridCol>
                <a:gridCol w="3031747">
                  <a:extLst>
                    <a:ext uri="{9D8B030D-6E8A-4147-A177-3AD203B41FA5}">
                      <a16:colId xmlns:a16="http://schemas.microsoft.com/office/drawing/2014/main" val="4187206233"/>
                    </a:ext>
                  </a:extLst>
                </a:gridCol>
                <a:gridCol w="2277737">
                  <a:extLst>
                    <a:ext uri="{9D8B030D-6E8A-4147-A177-3AD203B41FA5}">
                      <a16:colId xmlns:a16="http://schemas.microsoft.com/office/drawing/2014/main" val="2770877279"/>
                    </a:ext>
                  </a:extLst>
                </a:gridCol>
              </a:tblGrid>
              <a:tr h="633479">
                <a:tc>
                  <a:txBody>
                    <a:bodyPr/>
                    <a:lstStyle/>
                    <a:p>
                      <a:pPr algn="ctr" rtl="0" fontAlgn="ctr"/>
                      <a:r>
                        <a:rPr lang="zh-TW" altLang="en-US" sz="2800" b="1" i="0" u="none" strike="noStrike" baseline="0" dirty="0">
                          <a:solidFill>
                            <a:srgbClr val="FFFFFF"/>
                          </a:solidFill>
                          <a:effectLst/>
                          <a:latin typeface="Arial" panose="020B0604020202020204" pitchFamily="34" charset="0"/>
                          <a:ea typeface="微軟正黑體" panose="020B0604030504040204" pitchFamily="34" charset="-120"/>
                        </a:rPr>
                        <a:t>單別</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800" b="1" i="0" u="none" strike="noStrike" baseline="0" dirty="0">
                          <a:solidFill>
                            <a:srgbClr val="FFFFFF"/>
                          </a:solidFill>
                          <a:effectLst/>
                          <a:latin typeface="Arial" panose="020B0604020202020204" pitchFamily="34" charset="0"/>
                          <a:ea typeface="微軟正黑體" panose="020B0604030504040204" pitchFamily="34" charset="-120"/>
                        </a:rPr>
                        <a:t>策略群組</a:t>
                      </a:r>
                      <a:endParaRPr lang="en-US" altLang="zh-TW" sz="28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800" b="1" i="0" u="none" strike="noStrike" baseline="0" dirty="0">
                          <a:solidFill>
                            <a:srgbClr val="FFFFFF"/>
                          </a:solidFill>
                          <a:effectLst/>
                          <a:latin typeface="Arial" panose="020B0604020202020204" pitchFamily="34" charset="0"/>
                          <a:ea typeface="微軟正黑體" panose="020B0604030504040204" pitchFamily="34" charset="-120"/>
                        </a:rPr>
                        <a:t>核發策略</a:t>
                      </a:r>
                      <a:endParaRPr lang="en-US" sz="28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800" b="1" i="0" u="none" strike="noStrike" baseline="0" dirty="0">
                          <a:solidFill>
                            <a:srgbClr val="FFFFFF"/>
                          </a:solidFill>
                          <a:effectLst/>
                          <a:latin typeface="Arial" panose="020B0604020202020204" pitchFamily="34" charset="0"/>
                          <a:ea typeface="微軟正黑體" panose="020B0604030504040204" pitchFamily="34" charset="-120"/>
                        </a:rPr>
                        <a:t>核發代碼</a:t>
                      </a:r>
                      <a:endParaRPr lang="en-US" sz="28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800" b="1" i="0" u="none" strike="noStrike" baseline="0" dirty="0">
                          <a:solidFill>
                            <a:srgbClr val="FFFFFF"/>
                          </a:solidFill>
                          <a:effectLst/>
                          <a:latin typeface="Arial" panose="020B0604020202020204" pitchFamily="34" charset="0"/>
                          <a:ea typeface="微軟正黑體" panose="020B0604030504040204" pitchFamily="34" charset="-120"/>
                        </a:rPr>
                        <a:t>代碼說明</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800" b="1" i="0" u="none" strike="noStrike" baseline="0" dirty="0">
                          <a:solidFill>
                            <a:srgbClr val="FFFFFF"/>
                          </a:solidFill>
                          <a:effectLst/>
                          <a:latin typeface="Arial" panose="020B0604020202020204" pitchFamily="34" charset="0"/>
                          <a:ea typeface="微軟正黑體" panose="020B0604030504040204" pitchFamily="34" charset="-120"/>
                        </a:rPr>
                        <a:t>備註</a:t>
                      </a:r>
                      <a:endParaRPr lang="en-US" altLang="zh-TW" sz="28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2813841900"/>
                  </a:ext>
                </a:extLst>
              </a:tr>
              <a:tr h="532809">
                <a:tc rowSpan="6">
                  <a:txBody>
                    <a:bodyPr/>
                    <a:lstStyle/>
                    <a:p>
                      <a:pPr marL="0" algn="ctr" defTabSz="1371600" rtl="0" eaLnBrk="1" fontAlgn="b" latinLnBrk="0" hangingPunct="1">
                        <a:buNone/>
                      </a:pPr>
                      <a:r>
                        <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請購單</a:t>
                      </a:r>
                      <a:endParaRPr 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marL="0" algn="ctr" defTabSz="1371600" rtl="0" eaLnBrk="1" fontAlgn="b" latinLnBrk="0" hangingPunct="1">
                        <a:buNone/>
                      </a:pPr>
                      <a:r>
                        <a:rPr lang="en-US" altLang="zh-TW"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PR</a:t>
                      </a:r>
                      <a:endPar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S2</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送簽請購</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39361304"/>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l" defTabSz="1371600" rtl="0" eaLnBrk="1" fontAlgn="b" latinLnBrk="0" hangingPunct="1">
                        <a:buNone/>
                      </a:pPr>
                      <a:endPar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ctr" defTabSz="1371600" rtl="0" eaLnBrk="1" fontAlgn="b" latinLnBrk="0" hangingPunct="1">
                        <a:buNone/>
                      </a:pPr>
                      <a:endPar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R5</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請購已簽</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31059953"/>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4">
                  <a:txBody>
                    <a:bodyPr/>
                    <a:lstStyle/>
                    <a:p>
                      <a:pPr marL="0" algn="ctr" defTabSz="1371600" rtl="0" eaLnBrk="1" fontAlgn="b" latinLnBrk="0" hangingPunct="1">
                        <a:buNone/>
                      </a:pPr>
                      <a:r>
                        <a:rPr lang="en-US" altLang="zh-TW"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PR</a:t>
                      </a:r>
                      <a:endPar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4">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S1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送簽請購</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42188619"/>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l" defTabSz="1371600" rtl="0" eaLnBrk="1" fontAlgn="b" latinLnBrk="0" hangingPunct="1">
                        <a:buNone/>
                      </a:pPr>
                      <a:endPar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ctr" defTabSz="1371600" rtl="0" eaLnBrk="1" fontAlgn="b" latinLnBrk="0" hangingPunct="1">
                        <a:buNone/>
                      </a:pPr>
                      <a:endPar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R2</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請購已簽</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07109624"/>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l" defTabSz="1371600" rtl="0" eaLnBrk="1" fontAlgn="b" latinLnBrk="0" hangingPunct="1">
                        <a:buNone/>
                      </a:pPr>
                      <a:endPar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ctr" defTabSz="1371600" rtl="0" eaLnBrk="1" fontAlgn="b" latinLnBrk="0" hangingPunct="1">
                        <a:buNone/>
                      </a:pPr>
                      <a:endPar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R3</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送簽資本支出</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55577951"/>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l" defTabSz="1371600" rtl="0" eaLnBrk="1" fontAlgn="b" latinLnBrk="0" hangingPunct="1">
                        <a:buNone/>
                      </a:pPr>
                      <a:endPar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ctr" defTabSz="1371600" rtl="0" eaLnBrk="1" fontAlgn="b" latinLnBrk="0" hangingPunct="1">
                        <a:buNone/>
                      </a:pPr>
                      <a:endPar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R4</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資本支出已簽</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96841068"/>
                  </a:ext>
                </a:extLst>
              </a:tr>
              <a:tr h="532809">
                <a:tc rowSpan="2">
                  <a:txBody>
                    <a:bodyPr/>
                    <a:lstStyle/>
                    <a:p>
                      <a:pPr marL="0" algn="ctr" defTabSz="1371600" rtl="0" eaLnBrk="1" fontAlgn="b" latinLnBrk="0" hangingPunct="1">
                        <a:buNone/>
                      </a:pPr>
                      <a:r>
                        <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採購單</a:t>
                      </a:r>
                      <a:endParaRPr 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marL="0" algn="ctr" defTabSz="1371600" rtl="0" eaLnBrk="1" fontAlgn="b" latinLnBrk="0" hangingPunct="1">
                        <a:buNone/>
                      </a:pPr>
                      <a:r>
                        <a:rPr lang="en-US" altLang="zh-TW"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P1</a:t>
                      </a:r>
                      <a:endPar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S1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採購單送簽</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rPr>
                        <a:t>不能變更</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83584338"/>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l" defTabSz="1371600" rtl="0" eaLnBrk="1" fontAlgn="b" latinLnBrk="0" hangingPunct="1">
                        <a:buNone/>
                      </a:pPr>
                      <a:endPar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ctr" defTabSz="1371600" rtl="0" eaLnBrk="1" fontAlgn="b" latinLnBrk="0" hangingPunct="1">
                        <a:buNone/>
                      </a:pPr>
                      <a:endPar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R2</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採購單簽回</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rPr>
                        <a:t>能變更</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32500125"/>
                  </a:ext>
                </a:extLst>
              </a:tr>
              <a:tr h="532809">
                <a:tc rowSpan="3">
                  <a:txBody>
                    <a:bodyPr/>
                    <a:lstStyle/>
                    <a:p>
                      <a:pPr marL="0" algn="ctr" defTabSz="1371600" rtl="0" eaLnBrk="1" fontAlgn="b" latinLnBrk="0" hangingPunct="1">
                        <a:buNone/>
                      </a:pPr>
                      <a:r>
                        <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詢價單</a:t>
                      </a:r>
                      <a:endParaRPr 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3">
                  <a:txBody>
                    <a:bodyPr/>
                    <a:lstStyle/>
                    <a:p>
                      <a:pPr marL="0" algn="ctr" defTabSz="1371600" rtl="0" eaLnBrk="1" fontAlgn="b" latinLnBrk="0" hangingPunct="1">
                        <a:buNone/>
                      </a:pPr>
                      <a:r>
                        <a:rPr lang="en-US" altLang="zh-TW"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Q1</a:t>
                      </a:r>
                      <a:endPar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3">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S1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報價送簽</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rPr>
                        <a:t>不能變更</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93905999"/>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l" defTabSz="1371600" rtl="0" eaLnBrk="1" fontAlgn="b" latinLnBrk="0" hangingPunct="1">
                        <a:buNone/>
                      </a:pPr>
                      <a:endPar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ctr" defTabSz="1371600" rtl="0" eaLnBrk="1" fontAlgn="b" latinLnBrk="0" hangingPunct="1">
                        <a:buNone/>
                      </a:pPr>
                      <a:endPar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R2</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報價簽回</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rPr>
                        <a:t>能變更</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35658341"/>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l" defTabSz="1371600" rtl="0" eaLnBrk="1" fontAlgn="b" latinLnBrk="0" hangingPunct="1">
                        <a:buNone/>
                      </a:pPr>
                      <a:endPar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ctr" defTabSz="1371600" rtl="0" eaLnBrk="1" fontAlgn="b" latinLnBrk="0" hangingPunct="1">
                        <a:buNone/>
                      </a:pPr>
                      <a:endPar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R3</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報價更新完成</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rPr>
                        <a:t>不能變更</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98642853"/>
                  </a:ext>
                </a:extLst>
              </a:tr>
              <a:tr h="532809">
                <a:tc rowSpan="2">
                  <a:txBody>
                    <a:bodyPr/>
                    <a:lstStyle/>
                    <a:p>
                      <a:pPr marL="0" algn="ctr" defTabSz="1371600" rtl="0" eaLnBrk="1" fontAlgn="b" latinLnBrk="0" hangingPunct="1">
                        <a:buNone/>
                      </a:pPr>
                      <a:r>
                        <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契約（合約）</a:t>
                      </a:r>
                      <a:endParaRPr 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marL="0" algn="ctr" defTabSz="1371600" rtl="0" eaLnBrk="1" fontAlgn="b" latinLnBrk="0" hangingPunct="1">
                        <a:buNone/>
                      </a:pPr>
                      <a:r>
                        <a:rPr lang="en-US" altLang="zh-TW"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C1</a:t>
                      </a:r>
                      <a:endPar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S1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合約送簽</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rPr>
                        <a:t>不能變更</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94500003"/>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l" defTabSz="1371600" rtl="0" eaLnBrk="1" fontAlgn="b" latinLnBrk="0" hangingPunct="1">
                        <a:buNone/>
                      </a:pPr>
                      <a:endPar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ctr" defTabSz="1371600" rtl="0" eaLnBrk="1" fontAlgn="b" latinLnBrk="0" hangingPunct="1">
                        <a:buNone/>
                      </a:pPr>
                      <a:endPar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R2</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合約簽回</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rPr>
                        <a:t>能變更</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93173698"/>
                  </a:ext>
                </a:extLst>
              </a:tr>
            </a:tbl>
          </a:graphicData>
        </a:graphic>
      </p:graphicFrame>
    </p:spTree>
    <p:extLst>
      <p:ext uri="{BB962C8B-B14F-4D97-AF65-F5344CB8AC3E}">
        <p14:creationId xmlns:p14="http://schemas.microsoft.com/office/powerpoint/2010/main" val="3330614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447AB-C165-A7A9-15B9-B04D60DBBEC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C6E2613-7D86-48D5-9C77-87C54EB296F4}"/>
              </a:ext>
            </a:extLst>
          </p:cNvPr>
          <p:cNvSpPr>
            <a:spLocks noGrp="1"/>
          </p:cNvSpPr>
          <p:nvPr>
            <p:ph type="title"/>
          </p:nvPr>
        </p:nvSpPr>
        <p:spPr/>
        <p:txBody>
          <a:bodyPr/>
          <a:lstStyle/>
          <a:p>
            <a:r>
              <a:rPr lang="zh-TW" altLang="en-US" dirty="0"/>
              <a:t>請購單文件類型</a:t>
            </a:r>
          </a:p>
        </p:txBody>
      </p:sp>
      <p:graphicFrame>
        <p:nvGraphicFramePr>
          <p:cNvPr id="6" name="表格 5">
            <a:extLst>
              <a:ext uri="{FF2B5EF4-FFF2-40B4-BE49-F238E27FC236}">
                <a16:creationId xmlns:a16="http://schemas.microsoft.com/office/drawing/2014/main" id="{550CACF3-E16C-1094-2D6B-BDA2DECF019A}"/>
              </a:ext>
            </a:extLst>
          </p:cNvPr>
          <p:cNvGraphicFramePr>
            <a:graphicFrameLocks noGrp="1"/>
          </p:cNvGraphicFramePr>
          <p:nvPr>
            <p:extLst>
              <p:ext uri="{D42A27DB-BD31-4B8C-83A1-F6EECF244321}">
                <p14:modId xmlns:p14="http://schemas.microsoft.com/office/powerpoint/2010/main" val="1141171749"/>
              </p:ext>
            </p:extLst>
          </p:nvPr>
        </p:nvGraphicFramePr>
        <p:xfrm>
          <a:off x="767444" y="1676944"/>
          <a:ext cx="16753113" cy="7363904"/>
        </p:xfrm>
        <a:graphic>
          <a:graphicData uri="http://schemas.openxmlformats.org/drawingml/2006/table">
            <a:tbl>
              <a:tblPr>
                <a:effectLst>
                  <a:outerShdw blurRad="50800" dist="38100" dir="2700000" algn="tl" rotWithShape="0">
                    <a:prstClr val="black">
                      <a:alpha val="40000"/>
                    </a:prstClr>
                  </a:outerShdw>
                </a:effectLst>
              </a:tblPr>
              <a:tblGrid>
                <a:gridCol w="1200223">
                  <a:extLst>
                    <a:ext uri="{9D8B030D-6E8A-4147-A177-3AD203B41FA5}">
                      <a16:colId xmlns:a16="http://schemas.microsoft.com/office/drawing/2014/main" val="399061059"/>
                    </a:ext>
                  </a:extLst>
                </a:gridCol>
                <a:gridCol w="2994082">
                  <a:extLst>
                    <a:ext uri="{9D8B030D-6E8A-4147-A177-3AD203B41FA5}">
                      <a16:colId xmlns:a16="http://schemas.microsoft.com/office/drawing/2014/main" val="1600104557"/>
                    </a:ext>
                  </a:extLst>
                </a:gridCol>
                <a:gridCol w="1928417">
                  <a:extLst>
                    <a:ext uri="{9D8B030D-6E8A-4147-A177-3AD203B41FA5}">
                      <a16:colId xmlns:a16="http://schemas.microsoft.com/office/drawing/2014/main" val="557855018"/>
                    </a:ext>
                  </a:extLst>
                </a:gridCol>
                <a:gridCol w="2028793">
                  <a:extLst>
                    <a:ext uri="{9D8B030D-6E8A-4147-A177-3AD203B41FA5}">
                      <a16:colId xmlns:a16="http://schemas.microsoft.com/office/drawing/2014/main" val="1522395892"/>
                    </a:ext>
                  </a:extLst>
                </a:gridCol>
                <a:gridCol w="3734027">
                  <a:extLst>
                    <a:ext uri="{9D8B030D-6E8A-4147-A177-3AD203B41FA5}">
                      <a16:colId xmlns:a16="http://schemas.microsoft.com/office/drawing/2014/main" val="1394952361"/>
                    </a:ext>
                  </a:extLst>
                </a:gridCol>
                <a:gridCol w="2017041">
                  <a:extLst>
                    <a:ext uri="{9D8B030D-6E8A-4147-A177-3AD203B41FA5}">
                      <a16:colId xmlns:a16="http://schemas.microsoft.com/office/drawing/2014/main" val="347328860"/>
                    </a:ext>
                  </a:extLst>
                </a:gridCol>
                <a:gridCol w="1316911">
                  <a:extLst>
                    <a:ext uri="{9D8B030D-6E8A-4147-A177-3AD203B41FA5}">
                      <a16:colId xmlns:a16="http://schemas.microsoft.com/office/drawing/2014/main" val="1992984873"/>
                    </a:ext>
                  </a:extLst>
                </a:gridCol>
                <a:gridCol w="1533619">
                  <a:extLst>
                    <a:ext uri="{9D8B030D-6E8A-4147-A177-3AD203B41FA5}">
                      <a16:colId xmlns:a16="http://schemas.microsoft.com/office/drawing/2014/main" val="2462477422"/>
                    </a:ext>
                  </a:extLst>
                </a:gridCol>
              </a:tblGrid>
              <a:tr h="651681">
                <a:tc>
                  <a:txBody>
                    <a:bodyPr/>
                    <a:lstStyle/>
                    <a:p>
                      <a:pPr algn="ctr" rtl="0" fontAlgn="ctr"/>
                      <a:r>
                        <a:rPr lang="zh-TW" altLang="en-US" sz="2400" b="1" i="0" u="none" strike="noStrike" baseline="0" dirty="0">
                          <a:solidFill>
                            <a:srgbClr val="FFFFFF"/>
                          </a:solidFill>
                          <a:effectLst/>
                          <a:latin typeface="Arial" panose="020B0604020202020204" pitchFamily="34" charset="0"/>
                          <a:ea typeface="微軟正黑體" panose="020B0604030504040204" pitchFamily="34" charset="-120"/>
                        </a:rPr>
                        <a:t>請購單類型</a:t>
                      </a:r>
                      <a:endParaRPr lang="en-US" altLang="zh-TW" sz="24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400" b="1" i="0" u="none" strike="noStrike" baseline="0" dirty="0">
                          <a:solidFill>
                            <a:srgbClr val="FFFFFF"/>
                          </a:solidFill>
                          <a:effectLst/>
                          <a:latin typeface="Arial" panose="020B0604020202020204" pitchFamily="34" charset="0"/>
                          <a:ea typeface="微軟正黑體" panose="020B0604030504040204" pitchFamily="34" charset="-120"/>
                        </a:rPr>
                        <a:t>請購單類型說明</a:t>
                      </a:r>
                      <a:endParaRPr lang="en-US" altLang="zh-TW" sz="24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2400" b="1" i="0" u="none" strike="noStrike" baseline="0" dirty="0">
                          <a:solidFill>
                            <a:srgbClr val="FFFFFF"/>
                          </a:solidFill>
                          <a:effectLst/>
                          <a:latin typeface="Arial" panose="020B0604020202020204" pitchFamily="34" charset="0"/>
                          <a:ea typeface="微軟正黑體" panose="020B0604030504040204" pitchFamily="34" charset="-120"/>
                        </a:rPr>
                        <a:t>From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2400" b="1" i="0" u="none" strike="noStrike" baseline="0" dirty="0">
                          <a:solidFill>
                            <a:srgbClr val="FFFFFF"/>
                          </a:solidFill>
                          <a:effectLst/>
                          <a:latin typeface="Arial" panose="020B0604020202020204" pitchFamily="34" charset="0"/>
                          <a:ea typeface="微軟正黑體" panose="020B0604030504040204" pitchFamily="34" charset="-120"/>
                        </a:rPr>
                        <a:t>To</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400" b="1" i="0" u="none" strike="noStrike" baseline="0">
                          <a:solidFill>
                            <a:srgbClr val="FFFFFF"/>
                          </a:solidFill>
                          <a:effectLst/>
                          <a:latin typeface="Arial" panose="020B0604020202020204" pitchFamily="34" charset="0"/>
                          <a:ea typeface="微軟正黑體" panose="020B0604030504040204" pitchFamily="34" charset="-120"/>
                        </a:rPr>
                        <a:t>資料來源</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400" b="1" i="0" u="none" strike="noStrike" baseline="0" dirty="0">
                          <a:solidFill>
                            <a:srgbClr val="FFFFFF"/>
                          </a:solidFill>
                          <a:effectLst/>
                          <a:latin typeface="Arial" panose="020B0604020202020204" pitchFamily="34" charset="0"/>
                          <a:ea typeface="微軟正黑體" panose="020B0604030504040204" pitchFamily="34" charset="-120"/>
                        </a:rPr>
                        <a:t>簽核</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400" b="1" i="0" u="none" strike="noStrike" baseline="0" dirty="0">
                          <a:solidFill>
                            <a:srgbClr val="FFFFFF"/>
                          </a:solidFill>
                          <a:effectLst/>
                          <a:latin typeface="Arial" panose="020B0604020202020204" pitchFamily="34" charset="0"/>
                          <a:ea typeface="微軟正黑體" panose="020B0604030504040204" pitchFamily="34" charset="-120"/>
                        </a:rPr>
                        <a:t>科目指派種類</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400" b="1" i="0" u="none" strike="noStrike" baseline="0">
                          <a:solidFill>
                            <a:srgbClr val="FFFFFF"/>
                          </a:solidFill>
                          <a:effectLst/>
                          <a:latin typeface="Arial" panose="020B0604020202020204" pitchFamily="34" charset="0"/>
                          <a:ea typeface="微軟正黑體" panose="020B0604030504040204" pitchFamily="34" charset="-120"/>
                        </a:rPr>
                        <a:t>庫存管理</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2225878389"/>
                  </a:ext>
                </a:extLst>
              </a:tr>
              <a:tr h="339394">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DB</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開發請購單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0100000000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0999999999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No</a:t>
                      </a:r>
                      <a:endPar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63810198"/>
                  </a:ext>
                </a:extLst>
              </a:tr>
              <a:tr h="339394">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NB</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1000000000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1999999999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MRP</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No</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95787810"/>
                  </a:ext>
                </a:extLst>
              </a:tr>
              <a:tr h="339394">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EB</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量產補單請購單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2000000000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2099999999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生管</a:t>
                      </a:r>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a:t>
                      </a: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倉庫 手動建立</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FF0000"/>
                          </a:solidFill>
                          <a:effectLst/>
                          <a:latin typeface="Arial" panose="020B0604020202020204" pitchFamily="34" charset="0"/>
                          <a:ea typeface="微軟正黑體" panose="020B0604030504040204" pitchFamily="34" charset="-120"/>
                        </a:rPr>
                        <a:t>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72391673"/>
                  </a:ext>
                </a:extLst>
              </a:tr>
              <a:tr h="326382">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SC</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製程委外請購單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2100000000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2199999999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工單建立核發</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No</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F</a:t>
                      </a: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13223432"/>
                  </a:ext>
                </a:extLst>
              </a:tr>
              <a:tr h="339394">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FA</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預買請購單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3000000000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3099999999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FF0000"/>
                          </a:solidFill>
                          <a:effectLst/>
                          <a:latin typeface="Arial" panose="020B0604020202020204" pitchFamily="34" charset="0"/>
                          <a:ea typeface="微軟正黑體" panose="020B0604030504040204" pitchFamily="34" charset="-120"/>
                        </a:rPr>
                        <a:t>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09894769"/>
                  </a:ext>
                </a:extLst>
              </a:tr>
              <a:tr h="339394">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FB</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預補請購單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3100000000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3199999999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生管</a:t>
                      </a:r>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a:t>
                      </a: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廠務助理手動建立</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FF0000"/>
                          </a:solidFill>
                          <a:effectLst/>
                          <a:latin typeface="Arial" panose="020B0604020202020204" pitchFamily="34" charset="0"/>
                          <a:ea typeface="微軟正黑體" panose="020B0604030504040204" pitchFamily="34" charset="-120"/>
                        </a:rPr>
                        <a:t>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54431294"/>
                  </a:ext>
                </a:extLst>
              </a:tr>
              <a:tr h="326382">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T1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楦頭請購單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4000000000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4099999999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FF0000"/>
                          </a:solidFill>
                          <a:effectLst/>
                          <a:latin typeface="Arial" panose="020B0604020202020204" pitchFamily="34" charset="0"/>
                          <a:ea typeface="微軟正黑體" panose="020B0604030504040204" pitchFamily="34" charset="-120"/>
                        </a:rPr>
                        <a:t>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A</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49205051"/>
                  </a:ext>
                </a:extLst>
              </a:tr>
              <a:tr h="326382">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T2</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製工具請購單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4100000000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4199999999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FF0000"/>
                          </a:solidFill>
                          <a:effectLst/>
                          <a:latin typeface="Arial" panose="020B0604020202020204" pitchFamily="34" charset="0"/>
                          <a:ea typeface="微軟正黑體" panose="020B0604030504040204" pitchFamily="34" charset="-120"/>
                        </a:rPr>
                        <a:t>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K</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dirty="0">
                          <a:solidFill>
                            <a:schemeClr val="tx1"/>
                          </a:solidFill>
                          <a:effectLst/>
                          <a:latin typeface="Arial" panose="020B0604020202020204" pitchFamily="34" charset="0"/>
                          <a:ea typeface="微軟正黑體" panose="020B0604030504040204" pitchFamily="34" charset="-120"/>
                        </a:rPr>
                        <a:t>有料號</a:t>
                      </a:r>
                      <a:r>
                        <a:rPr lang="en-US" sz="2400" b="0" i="0" u="none" strike="noStrike" baseline="0" dirty="0">
                          <a:solidFill>
                            <a:schemeClr val="tx1"/>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22089142"/>
                  </a:ext>
                </a:extLst>
              </a:tr>
              <a:tr h="326382">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T3</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模具請購單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4200000000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4299999999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FF0000"/>
                          </a:solidFill>
                          <a:effectLst/>
                          <a:latin typeface="Arial" panose="020B0604020202020204" pitchFamily="34" charset="0"/>
                          <a:ea typeface="微軟正黑體" panose="020B0604030504040204" pitchFamily="34" charset="-120"/>
                        </a:rPr>
                        <a:t>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A</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443313993"/>
                  </a:ext>
                </a:extLst>
              </a:tr>
              <a:tr h="326382">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M1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機器設備請購單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4300000000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4399999999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FF0000"/>
                          </a:solidFill>
                          <a:effectLst/>
                          <a:latin typeface="Arial" panose="020B0604020202020204" pitchFamily="34" charset="0"/>
                          <a:ea typeface="微軟正黑體" panose="020B0604030504040204" pitchFamily="34" charset="-120"/>
                        </a:rPr>
                        <a:t>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A</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85227585"/>
                  </a:ext>
                </a:extLst>
              </a:tr>
              <a:tr h="339394">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A1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固定資產請購單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4400000000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4499999999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FF0000"/>
                          </a:solidFill>
                          <a:effectLst/>
                          <a:latin typeface="Arial" panose="020B0604020202020204" pitchFamily="34" charset="0"/>
                          <a:ea typeface="微軟正黑體" panose="020B0604030504040204" pitchFamily="34" charset="-120"/>
                        </a:rPr>
                        <a:t>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A</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有料號</a:t>
                      </a:r>
                      <a:r>
                        <a:rPr lang="en-US" sz="24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83504821"/>
                  </a:ext>
                </a:extLst>
              </a:tr>
              <a:tr h="567104">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X1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庶務庫存品請購單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5000000000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5099999999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僅</a:t>
                      </a: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BPM</a:t>
                      </a:r>
                      <a:endPar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空白</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06121414"/>
                  </a:ext>
                </a:extLst>
              </a:tr>
              <a:tr h="425057">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X2</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費用類請購單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5100000000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5199999999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僅</a:t>
                      </a: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BPM</a:t>
                      </a:r>
                      <a:endPar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K</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29139042"/>
                  </a:ext>
                </a:extLst>
              </a:tr>
              <a:tr h="326382">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TR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調料請購單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2200000000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2299999999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生管</a:t>
                      </a:r>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a:t>
                      </a: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倉庫 手動建立</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No</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6492600"/>
                  </a:ext>
                </a:extLst>
              </a:tr>
            </a:tbl>
          </a:graphicData>
        </a:graphic>
      </p:graphicFrame>
      <p:sp>
        <p:nvSpPr>
          <p:cNvPr id="7" name="文字方塊 6">
            <a:extLst>
              <a:ext uri="{FF2B5EF4-FFF2-40B4-BE49-F238E27FC236}">
                <a16:creationId xmlns:a16="http://schemas.microsoft.com/office/drawing/2014/main" id="{67188F7B-CE5F-6961-E709-FA532DE34320}"/>
              </a:ext>
            </a:extLst>
          </p:cNvPr>
          <p:cNvSpPr txBox="1"/>
          <p:nvPr/>
        </p:nvSpPr>
        <p:spPr>
          <a:xfrm>
            <a:off x="685800" y="9184470"/>
            <a:ext cx="6854762" cy="400110"/>
          </a:xfrm>
          <a:prstGeom prst="rect">
            <a:avLst/>
          </a:prstGeom>
          <a:noFill/>
        </p:spPr>
        <p:txBody>
          <a:bodyPr wrap="none" rtlCol="0">
            <a:spAutoFit/>
          </a:bodyPr>
          <a:lstStyle/>
          <a:p>
            <a:r>
              <a:rPr lang="zh-TW" altLang="en-US" sz="2000" dirty="0"/>
              <a:t>備註：簽核欄位紅字者，代表</a:t>
            </a:r>
            <a:r>
              <a:rPr lang="en-US" altLang="zh-TW" sz="2000" dirty="0"/>
              <a:t>SAP</a:t>
            </a:r>
            <a:r>
              <a:rPr lang="zh-TW" altLang="en-US" sz="2000" dirty="0"/>
              <a:t>有啟用「核發策略」設定</a:t>
            </a:r>
          </a:p>
        </p:txBody>
      </p:sp>
    </p:spTree>
    <p:extLst>
      <p:ext uri="{BB962C8B-B14F-4D97-AF65-F5344CB8AC3E}">
        <p14:creationId xmlns:p14="http://schemas.microsoft.com/office/powerpoint/2010/main" val="2510350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A7A6B-FD98-0F93-9E2E-45128F8EBFF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0DFD009-0269-37B7-BA23-754AA5BC2E80}"/>
              </a:ext>
            </a:extLst>
          </p:cNvPr>
          <p:cNvSpPr>
            <a:spLocks noGrp="1"/>
          </p:cNvSpPr>
          <p:nvPr>
            <p:ph type="title"/>
          </p:nvPr>
        </p:nvSpPr>
        <p:spPr/>
        <p:txBody>
          <a:bodyPr/>
          <a:lstStyle/>
          <a:p>
            <a:r>
              <a:rPr lang="zh-TW" altLang="en-US" dirty="0"/>
              <a:t>採購單文件類型</a:t>
            </a:r>
          </a:p>
        </p:txBody>
      </p:sp>
      <p:graphicFrame>
        <p:nvGraphicFramePr>
          <p:cNvPr id="3" name="表格 2">
            <a:extLst>
              <a:ext uri="{FF2B5EF4-FFF2-40B4-BE49-F238E27FC236}">
                <a16:creationId xmlns:a16="http://schemas.microsoft.com/office/drawing/2014/main" id="{0DA23473-8D4F-9622-58B6-8ACF3F33B052}"/>
              </a:ext>
            </a:extLst>
          </p:cNvPr>
          <p:cNvGraphicFramePr>
            <a:graphicFrameLocks noGrp="1"/>
          </p:cNvGraphicFramePr>
          <p:nvPr>
            <p:extLst>
              <p:ext uri="{D42A27DB-BD31-4B8C-83A1-F6EECF244321}">
                <p14:modId xmlns:p14="http://schemas.microsoft.com/office/powerpoint/2010/main" val="1113327926"/>
              </p:ext>
            </p:extLst>
          </p:nvPr>
        </p:nvGraphicFramePr>
        <p:xfrm>
          <a:off x="1996983" y="1506240"/>
          <a:ext cx="13694774" cy="8547429"/>
        </p:xfrm>
        <a:graphic>
          <a:graphicData uri="http://schemas.openxmlformats.org/drawingml/2006/table">
            <a:tbl>
              <a:tblPr>
                <a:effectLst>
                  <a:outerShdw blurRad="50800" dist="38100" dir="2700000" algn="tl" rotWithShape="0">
                    <a:prstClr val="black">
                      <a:alpha val="40000"/>
                    </a:prstClr>
                  </a:outerShdw>
                </a:effectLst>
              </a:tblPr>
              <a:tblGrid>
                <a:gridCol w="1725931">
                  <a:extLst>
                    <a:ext uri="{9D8B030D-6E8A-4147-A177-3AD203B41FA5}">
                      <a16:colId xmlns:a16="http://schemas.microsoft.com/office/drawing/2014/main" val="729383419"/>
                    </a:ext>
                  </a:extLst>
                </a:gridCol>
                <a:gridCol w="2743200">
                  <a:extLst>
                    <a:ext uri="{9D8B030D-6E8A-4147-A177-3AD203B41FA5}">
                      <a16:colId xmlns:a16="http://schemas.microsoft.com/office/drawing/2014/main" val="1371184551"/>
                    </a:ext>
                  </a:extLst>
                </a:gridCol>
                <a:gridCol w="2392136">
                  <a:extLst>
                    <a:ext uri="{9D8B030D-6E8A-4147-A177-3AD203B41FA5}">
                      <a16:colId xmlns:a16="http://schemas.microsoft.com/office/drawing/2014/main" val="126740988"/>
                    </a:ext>
                  </a:extLst>
                </a:gridCol>
                <a:gridCol w="2392136">
                  <a:extLst>
                    <a:ext uri="{9D8B030D-6E8A-4147-A177-3AD203B41FA5}">
                      <a16:colId xmlns:a16="http://schemas.microsoft.com/office/drawing/2014/main" val="244192527"/>
                    </a:ext>
                  </a:extLst>
                </a:gridCol>
                <a:gridCol w="3077576">
                  <a:extLst>
                    <a:ext uri="{9D8B030D-6E8A-4147-A177-3AD203B41FA5}">
                      <a16:colId xmlns:a16="http://schemas.microsoft.com/office/drawing/2014/main" val="4187206233"/>
                    </a:ext>
                  </a:extLst>
                </a:gridCol>
                <a:gridCol w="1363795">
                  <a:extLst>
                    <a:ext uri="{9D8B030D-6E8A-4147-A177-3AD203B41FA5}">
                      <a16:colId xmlns:a16="http://schemas.microsoft.com/office/drawing/2014/main" val="2770877279"/>
                    </a:ext>
                  </a:extLst>
                </a:gridCol>
              </a:tblGrid>
              <a:tr h="453189">
                <a:tc>
                  <a:txBody>
                    <a:bodyPr/>
                    <a:lstStyle/>
                    <a:p>
                      <a:pPr algn="ctr" rtl="0" fontAlgn="ctr"/>
                      <a:r>
                        <a:rPr lang="zh-TW" altLang="en-US" sz="1800" b="1" i="0" u="none" strike="noStrike" baseline="0" dirty="0">
                          <a:solidFill>
                            <a:srgbClr val="FFFFFF"/>
                          </a:solidFill>
                          <a:effectLst/>
                          <a:latin typeface="Arial" panose="020B0604020202020204" pitchFamily="34" charset="0"/>
                          <a:ea typeface="微軟正黑體" panose="020B0604030504040204" pitchFamily="34" charset="-120"/>
                        </a:rPr>
                        <a:t>採購單類型</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baseline="0" dirty="0">
                          <a:solidFill>
                            <a:srgbClr val="FFFFFF"/>
                          </a:solidFill>
                          <a:effectLst/>
                          <a:latin typeface="Arial" panose="020B0604020202020204" pitchFamily="34" charset="0"/>
                          <a:ea typeface="微軟正黑體" panose="020B0604030504040204" pitchFamily="34" charset="-120"/>
                        </a:rPr>
                        <a:t>採購單類型說明</a:t>
                      </a:r>
                      <a:endParaRPr lang="en-US" altLang="zh-TW" sz="18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1800" b="1" i="0" u="none" strike="noStrike" baseline="0" dirty="0">
                          <a:solidFill>
                            <a:srgbClr val="FFFFFF"/>
                          </a:solidFill>
                          <a:effectLst/>
                          <a:latin typeface="Arial" panose="020B0604020202020204" pitchFamily="34" charset="0"/>
                          <a:ea typeface="微軟正黑體" panose="020B0604030504040204" pitchFamily="34" charset="-120"/>
                        </a:rPr>
                        <a:t>From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1800" b="1" i="0" u="none" strike="noStrike" baseline="0" dirty="0">
                          <a:solidFill>
                            <a:srgbClr val="FFFFFF"/>
                          </a:solidFill>
                          <a:effectLst/>
                          <a:latin typeface="Arial" panose="020B0604020202020204" pitchFamily="34" charset="0"/>
                          <a:ea typeface="微軟正黑體" panose="020B0604030504040204" pitchFamily="34" charset="-120"/>
                        </a:rPr>
                        <a:t>To</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baseline="0" dirty="0">
                          <a:solidFill>
                            <a:srgbClr val="FFFFFF"/>
                          </a:solidFill>
                          <a:effectLst/>
                          <a:latin typeface="Arial" panose="020B0604020202020204" pitchFamily="34" charset="0"/>
                          <a:ea typeface="微軟正黑體" panose="020B0604030504040204" pitchFamily="34" charset="-120"/>
                        </a:rPr>
                        <a:t>內容</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baseline="0">
                          <a:solidFill>
                            <a:srgbClr val="FFFFFF"/>
                          </a:solidFill>
                          <a:effectLst/>
                          <a:latin typeface="Arial" panose="020B0604020202020204" pitchFamily="34" charset="0"/>
                          <a:ea typeface="微軟正黑體" panose="020B0604030504040204" pitchFamily="34" charset="-120"/>
                        </a:rPr>
                        <a:t>是否簽核</a:t>
                      </a:r>
                      <a:r>
                        <a:rPr lang="en-US" altLang="zh-TW" sz="1800" b="1" i="0" u="none" strike="noStrike" baseline="0">
                          <a:solidFill>
                            <a:srgbClr val="FFFFFF"/>
                          </a:solidFill>
                          <a:effectLst/>
                          <a:latin typeface="Arial" panose="020B0604020202020204" pitchFamily="34" charset="0"/>
                          <a:ea typeface="微軟正黑體" panose="020B0604030504040204" pitchFamily="34" charset="-120"/>
                        </a:rPr>
                        <a:t>?</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2813841900"/>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PDUR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開發面材採購單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0100000000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0199999999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39361304"/>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PDSR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a:solidFill>
                            <a:schemeClr val="tx1"/>
                          </a:solidFill>
                          <a:effectLst/>
                          <a:latin typeface="Arial" panose="020B0604020202020204" pitchFamily="34" charset="0"/>
                          <a:ea typeface="微軟正黑體" panose="020B0604030504040204" pitchFamily="34" charset="-120"/>
                        </a:rPr>
                        <a:t>開發底原料採購單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0200000000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0299999999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31059953"/>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PDSS</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開發底台採購單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0300000000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0399999999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dirty="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42188619"/>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POUR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面材採購單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1000000000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1099999999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07109624"/>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PEUR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面材補單採購單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1700000000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1799999999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55577951"/>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POSS</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底台採購單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1800000000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1899999999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96841068"/>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PESS</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底台補單採購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1900000000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1999999999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dirty="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83584338"/>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POSR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a:solidFill>
                            <a:schemeClr val="tx1"/>
                          </a:solidFill>
                          <a:effectLst/>
                          <a:latin typeface="Arial" panose="020B0604020202020204" pitchFamily="34" charset="0"/>
                          <a:ea typeface="微軟正黑體" panose="020B0604030504040204" pitchFamily="34" charset="-120"/>
                        </a:rPr>
                        <a:t>底原料</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3000000000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3099999999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32500125"/>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POBR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借料採購單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3800000000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3899999999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93905999"/>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POTR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調料採購單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3900000000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3999999999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35658341"/>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PSUW</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面倉委外採購單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4000000000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4099999999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外包</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zh-TW" altLang="en-US" sz="1800" b="0" i="0" u="none" strike="noStrike" baseline="0">
                          <a:solidFill>
                            <a:srgbClr val="000000"/>
                          </a:solidFill>
                          <a:effectLst/>
                          <a:latin typeface="Arial" panose="020B0604020202020204" pitchFamily="34" charset="0"/>
                          <a:ea typeface="微軟正黑體" panose="020B0604030504040204" pitchFamily="34" charset="-120"/>
                        </a:rPr>
                        <a:t>紙本</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98642853"/>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PSWO</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a:solidFill>
                            <a:schemeClr val="tx1"/>
                          </a:solidFill>
                          <a:effectLst/>
                          <a:latin typeface="Arial" panose="020B0604020202020204" pitchFamily="34" charset="0"/>
                          <a:ea typeface="微軟正黑體" panose="020B0604030504040204" pitchFamily="34" charset="-120"/>
                        </a:rPr>
                        <a:t>製程外包採購單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4200000000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4299999999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外包</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紙本</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27533982"/>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PSSF</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a:solidFill>
                            <a:schemeClr val="tx1"/>
                          </a:solidFill>
                          <a:effectLst/>
                          <a:latin typeface="Arial" panose="020B0604020202020204" pitchFamily="34" charset="0"/>
                          <a:ea typeface="微軟正黑體" panose="020B0604030504040204" pitchFamily="34" charset="-120"/>
                        </a:rPr>
                        <a:t>成半品委外採購單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4300000000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4399999999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半成品</a:t>
                      </a:r>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 / </a:t>
                      </a:r>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成品</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62320674"/>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POTL</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a:solidFill>
                            <a:schemeClr val="tx1"/>
                          </a:solidFill>
                          <a:effectLst/>
                          <a:latin typeface="Arial" panose="020B0604020202020204" pitchFamily="34" charset="0"/>
                          <a:ea typeface="微軟正黑體" panose="020B0604030504040204" pitchFamily="34" charset="-120"/>
                        </a:rPr>
                        <a:t>楦頭採購單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雜購</a:t>
                      </a:r>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 / </a:t>
                      </a:r>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固資</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431854740"/>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POTJ</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製工具採購單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5100000000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5199999999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雜購</a:t>
                      </a:r>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 / </a:t>
                      </a:r>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固資</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02802407"/>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POTM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a:solidFill>
                            <a:schemeClr val="tx1"/>
                          </a:solidFill>
                          <a:effectLst/>
                          <a:latin typeface="Arial" panose="020B0604020202020204" pitchFamily="34" charset="0"/>
                          <a:ea typeface="微軟正黑體" panose="020B0604030504040204" pitchFamily="34" charset="-120"/>
                        </a:rPr>
                        <a:t>模具採購單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5200000000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5299999999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雜購</a:t>
                      </a:r>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 / </a:t>
                      </a:r>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固資</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06570796"/>
                  </a:ext>
                </a:extLst>
              </a:tr>
              <a:tr h="250984">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POMA</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機器設備採購單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5300000000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5399999999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固定資產</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61136229"/>
                  </a:ext>
                </a:extLst>
              </a:tr>
              <a:tr h="229623">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POFA</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a:solidFill>
                            <a:srgbClr val="000000"/>
                          </a:solidFill>
                          <a:effectLst/>
                          <a:latin typeface="Arial" panose="020B0604020202020204" pitchFamily="34" charset="0"/>
                          <a:ea typeface="微軟正黑體" panose="020B0604030504040204" pitchFamily="34" charset="-120"/>
                        </a:rPr>
                        <a:t>固定資產採購單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5500000000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5599999999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機器</a:t>
                      </a:r>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a:t>
                      </a:r>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楦頭以外的固資</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27540061"/>
                  </a:ext>
                </a:extLst>
              </a:tr>
              <a:tr h="210950">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POX1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庶務庫存品採購單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5600000000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5699999999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庶務</a:t>
                      </a:r>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a:t>
                      </a:r>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管量</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3372579"/>
                  </a:ext>
                </a:extLst>
              </a:tr>
              <a:tr h="210950">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POX2</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費用類採購單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5700000000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5799999999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費用</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33634435"/>
                  </a:ext>
                </a:extLst>
              </a:tr>
              <a:tr h="229623">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POX3</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生質燃料採購單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5800000000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5899999999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費用</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42625290"/>
                  </a:ext>
                </a:extLst>
              </a:tr>
              <a:tr h="229623">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PCTC</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公司間交易</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8500000000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8599999999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原材</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N</a:t>
                      </a:r>
                      <a:endPar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04788046"/>
                  </a:ext>
                </a:extLst>
              </a:tr>
            </a:tbl>
          </a:graphicData>
        </a:graphic>
      </p:graphicFrame>
    </p:spTree>
    <p:extLst>
      <p:ext uri="{BB962C8B-B14F-4D97-AF65-F5344CB8AC3E}">
        <p14:creationId xmlns:p14="http://schemas.microsoft.com/office/powerpoint/2010/main" val="4025434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E20E1-FAC6-0C79-3556-B586703327A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D930098-2241-A54B-DAB0-3E8208EB0EE9}"/>
              </a:ext>
            </a:extLst>
          </p:cNvPr>
          <p:cNvSpPr>
            <a:spLocks noGrp="1"/>
          </p:cNvSpPr>
          <p:nvPr>
            <p:ph type="title"/>
          </p:nvPr>
        </p:nvSpPr>
        <p:spPr/>
        <p:txBody>
          <a:bodyPr/>
          <a:lstStyle/>
          <a:p>
            <a:r>
              <a:rPr lang="zh-TW" altLang="en-US" dirty="0"/>
              <a:t>請購單 </a:t>
            </a:r>
            <a:r>
              <a:rPr lang="en-US" altLang="zh-TW" dirty="0"/>
              <a:t>to </a:t>
            </a:r>
            <a:r>
              <a:rPr lang="zh-TW" altLang="en-US" dirty="0"/>
              <a:t>採購單</a:t>
            </a:r>
          </a:p>
        </p:txBody>
      </p:sp>
      <p:graphicFrame>
        <p:nvGraphicFramePr>
          <p:cNvPr id="6" name="表格 5">
            <a:extLst>
              <a:ext uri="{FF2B5EF4-FFF2-40B4-BE49-F238E27FC236}">
                <a16:creationId xmlns:a16="http://schemas.microsoft.com/office/drawing/2014/main" id="{71257E02-BC8E-59E2-1EB4-A35AFAB091DC}"/>
              </a:ext>
            </a:extLst>
          </p:cNvPr>
          <p:cNvGraphicFramePr>
            <a:graphicFrameLocks noGrp="1"/>
          </p:cNvGraphicFramePr>
          <p:nvPr>
            <p:extLst>
              <p:ext uri="{D42A27DB-BD31-4B8C-83A1-F6EECF244321}">
                <p14:modId xmlns:p14="http://schemas.microsoft.com/office/powerpoint/2010/main" val="1637490659"/>
              </p:ext>
            </p:extLst>
          </p:nvPr>
        </p:nvGraphicFramePr>
        <p:xfrm>
          <a:off x="3113502" y="1494000"/>
          <a:ext cx="12060996" cy="8679323"/>
        </p:xfrm>
        <a:graphic>
          <a:graphicData uri="http://schemas.openxmlformats.org/drawingml/2006/table">
            <a:tbl>
              <a:tblPr>
                <a:effectLst>
                  <a:outerShdw blurRad="50800" dist="38100" dir="2700000" algn="tl" rotWithShape="0">
                    <a:prstClr val="black">
                      <a:alpha val="40000"/>
                    </a:prstClr>
                  </a:outerShdw>
                </a:effectLst>
              </a:tblPr>
              <a:tblGrid>
                <a:gridCol w="1224000">
                  <a:extLst>
                    <a:ext uri="{9D8B030D-6E8A-4147-A177-3AD203B41FA5}">
                      <a16:colId xmlns:a16="http://schemas.microsoft.com/office/drawing/2014/main" val="1014508316"/>
                    </a:ext>
                  </a:extLst>
                </a:gridCol>
                <a:gridCol w="2016000">
                  <a:extLst>
                    <a:ext uri="{9D8B030D-6E8A-4147-A177-3AD203B41FA5}">
                      <a16:colId xmlns:a16="http://schemas.microsoft.com/office/drawing/2014/main" val="1290772993"/>
                    </a:ext>
                  </a:extLst>
                </a:gridCol>
                <a:gridCol w="1224000">
                  <a:extLst>
                    <a:ext uri="{9D8B030D-6E8A-4147-A177-3AD203B41FA5}">
                      <a16:colId xmlns:a16="http://schemas.microsoft.com/office/drawing/2014/main" val="2686491644"/>
                    </a:ext>
                  </a:extLst>
                </a:gridCol>
                <a:gridCol w="2016000">
                  <a:extLst>
                    <a:ext uri="{9D8B030D-6E8A-4147-A177-3AD203B41FA5}">
                      <a16:colId xmlns:a16="http://schemas.microsoft.com/office/drawing/2014/main" val="1960198507"/>
                    </a:ext>
                  </a:extLst>
                </a:gridCol>
                <a:gridCol w="4536000">
                  <a:extLst>
                    <a:ext uri="{9D8B030D-6E8A-4147-A177-3AD203B41FA5}">
                      <a16:colId xmlns:a16="http://schemas.microsoft.com/office/drawing/2014/main" val="3518071820"/>
                    </a:ext>
                  </a:extLst>
                </a:gridCol>
                <a:gridCol w="1044996">
                  <a:extLst>
                    <a:ext uri="{9D8B030D-6E8A-4147-A177-3AD203B41FA5}">
                      <a16:colId xmlns:a16="http://schemas.microsoft.com/office/drawing/2014/main" val="3551484779"/>
                    </a:ext>
                  </a:extLst>
                </a:gridCol>
              </a:tblGrid>
              <a:tr h="379523">
                <a:tc>
                  <a:txBody>
                    <a:bodyPr/>
                    <a:lstStyle/>
                    <a:p>
                      <a:pPr algn="ctr" rtl="0" fontAlgn="ctr">
                        <a:buNone/>
                      </a:pPr>
                      <a:r>
                        <a:rPr lang="zh-TW" altLang="en-US" sz="1500" b="1" i="0" u="none" strike="noStrike" baseline="0" dirty="0">
                          <a:solidFill>
                            <a:srgbClr val="FFFFFF"/>
                          </a:solidFill>
                          <a:effectLst/>
                          <a:latin typeface="Arial" panose="020B0604020202020204" pitchFamily="34" charset="0"/>
                          <a:ea typeface="微軟正黑體" panose="020B0604030504040204" pitchFamily="34" charset="-120"/>
                        </a:rPr>
                        <a:t>請購單類型</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buNone/>
                      </a:pPr>
                      <a:r>
                        <a:rPr lang="zh-TW" altLang="en-US" sz="1500" b="1" i="0" u="none" strike="noStrike" baseline="0" dirty="0">
                          <a:solidFill>
                            <a:srgbClr val="FFFFFF"/>
                          </a:solidFill>
                          <a:effectLst/>
                          <a:latin typeface="Arial" panose="020B0604020202020204" pitchFamily="34" charset="0"/>
                          <a:ea typeface="微軟正黑體" panose="020B0604030504040204" pitchFamily="34" charset="-120"/>
                        </a:rPr>
                        <a:t>請購單類型說明</a:t>
                      </a:r>
                      <a:endParaRPr lang="en-US" altLang="zh-TW" sz="15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buNone/>
                      </a:pPr>
                      <a:r>
                        <a:rPr lang="zh-TW" altLang="en-US" sz="1500" b="1" i="0" u="none" strike="noStrike" baseline="0" dirty="0">
                          <a:solidFill>
                            <a:srgbClr val="FFFFFF"/>
                          </a:solidFill>
                          <a:effectLst/>
                          <a:latin typeface="Arial" panose="020B0604020202020204" pitchFamily="34" charset="0"/>
                          <a:ea typeface="微軟正黑體" panose="020B0604030504040204" pitchFamily="34" charset="-120"/>
                        </a:rPr>
                        <a:t>採購單類型</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buNone/>
                      </a:pPr>
                      <a:r>
                        <a:rPr lang="zh-TW" altLang="en-US" sz="1500" b="1" i="0" u="none" strike="noStrike" baseline="0" dirty="0">
                          <a:solidFill>
                            <a:srgbClr val="FFFFFF"/>
                          </a:solidFill>
                          <a:effectLst/>
                          <a:latin typeface="Arial" panose="020B0604020202020204" pitchFamily="34" charset="0"/>
                          <a:ea typeface="微軟正黑體" panose="020B0604030504040204" pitchFamily="34" charset="-120"/>
                        </a:rPr>
                        <a:t>採購單類型說明</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buNone/>
                      </a:pPr>
                      <a:r>
                        <a:rPr lang="zh-TW" altLang="en-US" sz="1500" b="1" i="0" u="none" strike="noStrike" baseline="0" dirty="0">
                          <a:solidFill>
                            <a:srgbClr val="FFFFFF"/>
                          </a:solidFill>
                          <a:effectLst/>
                          <a:latin typeface="Arial" panose="020B0604020202020204" pitchFamily="34" charset="0"/>
                          <a:ea typeface="微軟正黑體" panose="020B0604030504040204" pitchFamily="34" charset="-120"/>
                        </a:rPr>
                        <a:t>物料群組</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buNone/>
                      </a:pPr>
                      <a:r>
                        <a:rPr lang="zh-TW" altLang="en-US" sz="1500" b="1" i="0" u="none" strike="noStrike" baseline="0" dirty="0">
                          <a:solidFill>
                            <a:srgbClr val="FFFFFF"/>
                          </a:solidFill>
                          <a:effectLst/>
                          <a:latin typeface="Arial" panose="020B0604020202020204" pitchFamily="34" charset="0"/>
                          <a:ea typeface="微軟正黑體" panose="020B0604030504040204" pitchFamily="34" charset="-120"/>
                        </a:rPr>
                        <a:t>採購群組</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1860005415"/>
                  </a:ext>
                </a:extLst>
              </a:tr>
              <a:tr h="208738">
                <a:tc rowSpan="3">
                  <a:txBody>
                    <a:bodyPr/>
                    <a:lstStyle/>
                    <a:p>
                      <a:pPr algn="ctr" fontAlgn="t">
                        <a:buNone/>
                      </a:pPr>
                      <a:r>
                        <a:rPr lang="en-US" sz="1500" b="0" i="0" u="none" strike="noStrike" baseline="0" dirty="0">
                          <a:solidFill>
                            <a:srgbClr val="000000"/>
                          </a:solidFill>
                          <a:effectLst/>
                          <a:latin typeface="Arial" panose="020B0604020202020204" pitchFamily="34" charset="0"/>
                          <a:ea typeface="微軟正黑體" panose="020B0604030504040204" pitchFamily="34" charset="-120"/>
                        </a:rPr>
                        <a:t>DB</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3">
                  <a:txBody>
                    <a:bodyPr/>
                    <a:lstStyle/>
                    <a:p>
                      <a:pPr algn="l" fontAlgn="t">
                        <a:buNone/>
                      </a:pPr>
                      <a:r>
                        <a:rPr lang="zh-TW" altLang="en-US" sz="1500" b="0" i="0" u="none" strike="noStrike" baseline="0" dirty="0">
                          <a:solidFill>
                            <a:srgbClr val="000000"/>
                          </a:solidFill>
                          <a:effectLst/>
                          <a:latin typeface="Arial" panose="020B0604020202020204" pitchFamily="34" charset="0"/>
                          <a:ea typeface="微軟正黑體" panose="020B0604030504040204" pitchFamily="34" charset="-120"/>
                        </a:rPr>
                        <a:t>開發請購單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PDUR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effectLst/>
                          <a:latin typeface="Arial" panose="020B0604020202020204" pitchFamily="34" charset="0"/>
                          <a:ea typeface="微軟正黑體" panose="020B0604030504040204" pitchFamily="34" charset="-120"/>
                        </a:rPr>
                        <a:t>開發面材採購單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effectLst/>
                          <a:latin typeface="Arial" panose="020B0604020202020204" pitchFamily="34" charset="0"/>
                          <a:ea typeface="微軟正黑體" panose="020B0604030504040204" pitchFamily="34" charset="-120"/>
                        </a:rPr>
                        <a:t>RA、RB、RC、RF、RG、RL、RP、RT</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R00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02733483"/>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effectLst/>
                          <a:latin typeface="Arial" panose="020B0604020202020204" pitchFamily="34" charset="0"/>
                          <a:ea typeface="微軟正黑體" panose="020B0604030504040204" pitchFamily="34" charset="-120"/>
                        </a:rPr>
                        <a:t>PDSR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開發底原料採購單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effectLst/>
                          <a:latin typeface="Arial" panose="020B0604020202020204" pitchFamily="34" charset="0"/>
                          <a:ea typeface="微軟正黑體" panose="020B0604030504040204" pitchFamily="34" charset="-120"/>
                        </a:rPr>
                        <a:t>RX、RY、RI、RR、RV、RW、RZ</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effectLst/>
                          <a:latin typeface="Arial" panose="020B0604020202020204" pitchFamily="34" charset="0"/>
                          <a:ea typeface="微軟正黑體" panose="020B0604030504040204" pitchFamily="34" charset="-120"/>
                        </a:rPr>
                        <a:t>R20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48894240"/>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PDSS</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開發底台採購單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effectLst/>
                          <a:latin typeface="Arial" panose="020B0604020202020204" pitchFamily="34" charset="0"/>
                          <a:ea typeface="微軟正黑體" panose="020B0604030504040204" pitchFamily="34" charset="-120"/>
                        </a:rPr>
                        <a:t>RS、RU</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R10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81472039"/>
                  </a:ext>
                </a:extLst>
              </a:tr>
              <a:tr h="208738">
                <a:tc rowSpan="4">
                  <a:txBody>
                    <a:bodyPr/>
                    <a:lstStyle/>
                    <a:p>
                      <a:pPr algn="ctr" fontAlgn="t">
                        <a:buNone/>
                      </a:pPr>
                      <a:r>
                        <a:rPr lang="en-US" sz="1500" b="0" i="0" u="none" strike="noStrike" baseline="0" dirty="0">
                          <a:effectLst/>
                          <a:latin typeface="Arial" panose="020B0604020202020204" pitchFamily="34" charset="0"/>
                          <a:ea typeface="微軟正黑體" panose="020B0604030504040204" pitchFamily="34" charset="-120"/>
                        </a:rPr>
                        <a:t>NB</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4">
                  <a:txBody>
                    <a:bodyPr/>
                    <a:lstStyle/>
                    <a:p>
                      <a:pPr algn="l" fontAlgn="t">
                        <a:buNone/>
                      </a:pPr>
                      <a:r>
                        <a:rPr lang="zh-TW" altLang="en-US" sz="1500" b="0" i="0" u="none" strike="noStrike" baseline="0" dirty="0">
                          <a:effectLst/>
                          <a:latin typeface="Arial" panose="020B0604020202020204" pitchFamily="34" charset="0"/>
                          <a:ea typeface="微軟正黑體" panose="020B0604030504040204" pitchFamily="34" charset="-120"/>
                        </a:rPr>
                        <a:t>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effectLst/>
                          <a:latin typeface="Arial" panose="020B0604020202020204" pitchFamily="34" charset="0"/>
                          <a:ea typeface="微軟正黑體" panose="020B0604030504040204" pitchFamily="34" charset="-120"/>
                        </a:rPr>
                        <a:t>POSR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底原料採購單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effectLst/>
                          <a:latin typeface="Arial" panose="020B0604020202020204" pitchFamily="34" charset="0"/>
                          <a:ea typeface="微軟正黑體" panose="020B0604030504040204" pitchFamily="34" charset="-120"/>
                        </a:rPr>
                        <a:t>RX、RY、RI、RR、RV、RW、RZ</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R20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04863626"/>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POSS</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底台採購單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RS、RU</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R10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91749373"/>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POUR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面材採購單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RA、RB、RC、RD、RF、RG、RL、RP、RT</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08876722"/>
                  </a:ext>
                </a:extLst>
              </a:tr>
              <a:tr h="189762">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PSUW</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委外採購單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RE</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R30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94517"/>
                  </a:ext>
                </a:extLst>
              </a:tr>
              <a:tr h="208738">
                <a:tc rowSpan="4">
                  <a:txBody>
                    <a:bodyPr/>
                    <a:lstStyle/>
                    <a:p>
                      <a:pPr algn="ctr" fontAlgn="t">
                        <a:buNone/>
                      </a:pPr>
                      <a:r>
                        <a:rPr lang="en-US" sz="1500" b="0" i="0" u="none" strike="noStrike" baseline="0">
                          <a:solidFill>
                            <a:srgbClr val="000000"/>
                          </a:solidFill>
                          <a:effectLst/>
                          <a:latin typeface="Arial" panose="020B0604020202020204" pitchFamily="34" charset="0"/>
                          <a:ea typeface="微軟正黑體" panose="020B0604030504040204" pitchFamily="34" charset="-120"/>
                        </a:rPr>
                        <a:t>EB</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4">
                  <a:txBody>
                    <a:bodyPr/>
                    <a:lstStyle/>
                    <a:p>
                      <a:pPr algn="l" fontAlgn="t">
                        <a:buNone/>
                      </a:pPr>
                      <a:r>
                        <a:rPr lang="zh-TW" altLang="en-US" sz="1500" b="0" i="0" u="none" strike="noStrike" baseline="0">
                          <a:solidFill>
                            <a:srgbClr val="000000"/>
                          </a:solidFill>
                          <a:effectLst/>
                          <a:latin typeface="Arial" panose="020B0604020202020204" pitchFamily="34" charset="0"/>
                          <a:ea typeface="微軟正黑體" panose="020B0604030504040204" pitchFamily="34" charset="-120"/>
                        </a:rPr>
                        <a:t>量產補單請購單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PESR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底原料補單採購單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RX、RY、RI、RR、RV、RW、RZ</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R20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09383909"/>
                  </a:ext>
                </a:extLst>
              </a:tr>
              <a:tr h="189762">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PESS</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底台補單採購</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RS、RU</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R10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93896521"/>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PEUR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面材補單採購單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RA、RB、RC、RD、RF、RG、RL、RP、RT</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8587558"/>
                  </a:ext>
                </a:extLst>
              </a:tr>
              <a:tr h="246690">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PSUW</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委外採購單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RE</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R30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52946525"/>
                  </a:ext>
                </a:extLst>
              </a:tr>
              <a:tr h="208738">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SC</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製程委外請購單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PSWO</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製程外包採購單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SC</a:t>
                      </a: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開頭</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SC0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94074481"/>
                  </a:ext>
                </a:extLst>
              </a:tr>
              <a:tr h="208738">
                <a:tc rowSpan="4">
                  <a:txBody>
                    <a:bodyPr/>
                    <a:lstStyle/>
                    <a:p>
                      <a:pPr algn="ctr" fontAlgn="t">
                        <a:buNone/>
                      </a:pPr>
                      <a:r>
                        <a:rPr lang="en-US" sz="1500" b="0" i="0" u="none" strike="noStrike" baseline="0">
                          <a:solidFill>
                            <a:srgbClr val="000000"/>
                          </a:solidFill>
                          <a:effectLst/>
                          <a:latin typeface="Arial" panose="020B0604020202020204" pitchFamily="34" charset="0"/>
                          <a:ea typeface="微軟正黑體" panose="020B0604030504040204" pitchFamily="34" charset="-120"/>
                        </a:rPr>
                        <a:t>FA</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4">
                  <a:txBody>
                    <a:bodyPr/>
                    <a:lstStyle/>
                    <a:p>
                      <a:pPr algn="l" fontAlgn="t">
                        <a:buNone/>
                      </a:pPr>
                      <a:r>
                        <a:rPr lang="zh-TW" altLang="en-US" sz="1500" b="0" i="0" u="none" strike="noStrike" baseline="0">
                          <a:solidFill>
                            <a:srgbClr val="000000"/>
                          </a:solidFill>
                          <a:effectLst/>
                          <a:latin typeface="Arial" panose="020B0604020202020204" pitchFamily="34" charset="0"/>
                          <a:ea typeface="微軟正黑體" panose="020B0604030504040204" pitchFamily="34" charset="-120"/>
                        </a:rPr>
                        <a:t>預買請購單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POSR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底原料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RX、RY、RI、RR、RV、RW、RZ</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R20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00644516"/>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POSS</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底台採購單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RS、RU</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R10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27373417"/>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POUR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面材採購單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RA、RB、RC、RD、RF、RG、RL、RP、RT</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96615945"/>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PSUW</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委外採購單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RE</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R30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91756508"/>
                  </a:ext>
                </a:extLst>
              </a:tr>
              <a:tr h="208738">
                <a:tc rowSpan="4">
                  <a:txBody>
                    <a:bodyPr/>
                    <a:lstStyle/>
                    <a:p>
                      <a:pPr algn="ctr" fontAlgn="t">
                        <a:buNone/>
                      </a:pPr>
                      <a:r>
                        <a:rPr lang="en-US" sz="1500" b="0" i="0" u="none" strike="noStrike" baseline="0" dirty="0">
                          <a:solidFill>
                            <a:srgbClr val="000000"/>
                          </a:solidFill>
                          <a:effectLst/>
                          <a:latin typeface="Arial" panose="020B0604020202020204" pitchFamily="34" charset="0"/>
                          <a:ea typeface="微軟正黑體" panose="020B0604030504040204" pitchFamily="34" charset="-120"/>
                        </a:rPr>
                        <a:t>FB</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4">
                  <a:txBody>
                    <a:bodyPr/>
                    <a:lstStyle/>
                    <a:p>
                      <a:pPr algn="l" fontAlgn="t">
                        <a:buNone/>
                      </a:pPr>
                      <a:r>
                        <a:rPr lang="zh-TW" altLang="en-US" sz="1500" b="0" i="0" u="none" strike="noStrike" baseline="0">
                          <a:solidFill>
                            <a:srgbClr val="000000"/>
                          </a:solidFill>
                          <a:effectLst/>
                          <a:latin typeface="Arial" panose="020B0604020202020204" pitchFamily="34" charset="0"/>
                          <a:ea typeface="微軟正黑體" panose="020B0604030504040204" pitchFamily="34" charset="-120"/>
                        </a:rPr>
                        <a:t>預補請購單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PESR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底原料採購單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RX、RY、RI、RR、RV、RW、RZ</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R20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463032848"/>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PESS</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底台補單採購</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RS、RU</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R10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52224272"/>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PEUR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面材補單採購單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RA、RB、RC、RD、RF、RG、RL、RP、RT</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66705547"/>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PSUW</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委外採購單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RE</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R30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77042023"/>
                  </a:ext>
                </a:extLst>
              </a:tr>
              <a:tr h="189762">
                <a:tc>
                  <a:txBody>
                    <a:bodyPr/>
                    <a:lstStyle/>
                    <a:p>
                      <a:pPr algn="ctr" fontAlgn="b">
                        <a:buNone/>
                      </a:pPr>
                      <a:r>
                        <a:rPr lang="en-US" sz="1500" b="0" i="0" u="none" strike="noStrike" baseline="0">
                          <a:effectLst/>
                          <a:latin typeface="Arial" panose="020B0604020202020204" pitchFamily="34" charset="0"/>
                          <a:ea typeface="微軟正黑體" panose="020B0604030504040204" pitchFamily="34" charset="-120"/>
                        </a:rPr>
                        <a:t>T1</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楦頭請購單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POTL</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楦頭採購單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TL</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T00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05924369"/>
                  </a:ext>
                </a:extLst>
              </a:tr>
              <a:tr h="189762">
                <a:tc>
                  <a:txBody>
                    <a:bodyPr/>
                    <a:lstStyle/>
                    <a:p>
                      <a:pPr algn="ctr" fontAlgn="b">
                        <a:buNone/>
                      </a:pPr>
                      <a:r>
                        <a:rPr lang="en-US" sz="1500" b="0" i="0" u="none" strike="noStrike" baseline="0">
                          <a:effectLst/>
                          <a:latin typeface="Arial" panose="020B0604020202020204" pitchFamily="34" charset="0"/>
                          <a:ea typeface="微軟正黑體" panose="020B0604030504040204" pitchFamily="34" charset="-120"/>
                        </a:rPr>
                        <a:t>T2</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製工具請購單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POTJ</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製工具採購單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TC、TD、TS、TX</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T00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75777170"/>
                  </a:ext>
                </a:extLst>
              </a:tr>
              <a:tr h="189762">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T3</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模具請購單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POTM</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模具採購單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TM</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T00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35192262"/>
                  </a:ext>
                </a:extLst>
              </a:tr>
              <a:tr h="189762">
                <a:tc>
                  <a:txBody>
                    <a:bodyPr/>
                    <a:lstStyle/>
                    <a:p>
                      <a:pPr algn="ctr" fontAlgn="b">
                        <a:buNone/>
                      </a:pPr>
                      <a:r>
                        <a:rPr lang="en-US" sz="1500" b="0" i="0" u="none" strike="noStrike" baseline="0">
                          <a:effectLst/>
                          <a:latin typeface="Arial" panose="020B0604020202020204" pitchFamily="34" charset="0"/>
                          <a:ea typeface="微軟正黑體" panose="020B0604030504040204" pitchFamily="34" charset="-120"/>
                        </a:rPr>
                        <a:t>M1</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機器設備請購單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POMA</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機器設備採購單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M</a:t>
                      </a: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開頭</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M00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62716211"/>
                  </a:ext>
                </a:extLst>
              </a:tr>
              <a:tr h="189762">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A1</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固定資產請購單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POFA</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固定資產採購單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A</a:t>
                      </a: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開頭</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A00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34373791"/>
                  </a:ext>
                </a:extLst>
              </a:tr>
              <a:tr h="208738">
                <a:tc>
                  <a:txBody>
                    <a:bodyPr/>
                    <a:lstStyle/>
                    <a:p>
                      <a:pPr algn="ctr" fontAlgn="b">
                        <a:buNone/>
                      </a:pPr>
                      <a:r>
                        <a:rPr lang="en-US" sz="1500" b="0" i="0" u="none" strike="noStrike" baseline="0">
                          <a:effectLst/>
                          <a:latin typeface="Arial" panose="020B0604020202020204" pitchFamily="34" charset="0"/>
                          <a:ea typeface="微軟正黑體" panose="020B0604030504040204" pitchFamily="34" charset="-120"/>
                        </a:rPr>
                        <a:t>X1</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庶務庫存品請購單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POX1</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庶務庫存品採購單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Y</a:t>
                      </a: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開頭</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Y00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81191210"/>
                  </a:ext>
                </a:extLst>
              </a:tr>
              <a:tr h="208738">
                <a:tc rowSpan="2">
                  <a:txBody>
                    <a:bodyPr/>
                    <a:lstStyle/>
                    <a:p>
                      <a:pPr algn="ctr" fontAlgn="t">
                        <a:buNone/>
                      </a:pPr>
                      <a:r>
                        <a:rPr lang="en-US" sz="1500" b="0" i="0" u="none" strike="noStrike" baseline="0" dirty="0">
                          <a:effectLst/>
                          <a:latin typeface="Arial" panose="020B0604020202020204" pitchFamily="34" charset="0"/>
                          <a:ea typeface="微軟正黑體" panose="020B0604030504040204" pitchFamily="34" charset="-120"/>
                        </a:rPr>
                        <a:t>X2</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algn="l" fontAlgn="t">
                        <a:buNone/>
                      </a:pPr>
                      <a:r>
                        <a:rPr lang="zh-TW" altLang="en-US" sz="1500" b="0" i="0" u="none" strike="noStrike" baseline="0">
                          <a:effectLst/>
                          <a:latin typeface="Arial" panose="020B0604020202020204" pitchFamily="34" charset="0"/>
                          <a:ea typeface="微軟正黑體" panose="020B0604030504040204" pitchFamily="34" charset="-120"/>
                        </a:rPr>
                        <a:t>費用類請購單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POX2</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費用類採購單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effectLst/>
                          <a:latin typeface="Arial" panose="020B0604020202020204" pitchFamily="34" charset="0"/>
                          <a:ea typeface="微軟正黑體" panose="020B0604030504040204" pitchFamily="34" charset="-120"/>
                        </a:rPr>
                        <a:t>Z1~Z6</a:t>
                      </a:r>
                      <a:r>
                        <a:rPr lang="zh-TW" altLang="en-US" sz="1500" b="0" i="0" u="none" strike="noStrike" baseline="0" dirty="0">
                          <a:effectLst/>
                          <a:latin typeface="Arial" panose="020B0604020202020204" pitchFamily="34" charset="0"/>
                          <a:ea typeface="微軟正黑體" panose="020B0604030504040204" pitchFamily="34" charset="-120"/>
                        </a:rPr>
                        <a:t>、</a:t>
                      </a:r>
                      <a:r>
                        <a:rPr lang="en-US" altLang="zh-TW" sz="1500" b="0" i="0" u="none" strike="noStrike" baseline="0" dirty="0">
                          <a:effectLst/>
                          <a:latin typeface="Arial" panose="020B0604020202020204" pitchFamily="34" charset="0"/>
                          <a:ea typeface="微軟正黑體" panose="020B0604030504040204" pitchFamily="34" charset="-120"/>
                        </a:rPr>
                        <a:t>Z8~Z11</a:t>
                      </a:r>
                      <a:endParaRPr lang="en-US" sz="1500" b="0" i="0" u="none" strike="noStrike" baseline="0" dirty="0">
                        <a:effectLst/>
                        <a:latin typeface="Arial" panose="020B0604020202020204" pitchFamily="34" charset="0"/>
                        <a:ea typeface="微軟正黑體" panose="020B0604030504040204" pitchFamily="34" charset="-120"/>
                      </a:endParaRP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Z00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07895857"/>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POX3</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生質燃料採購單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effectLst/>
                          <a:latin typeface="Arial" panose="020B0604020202020204" pitchFamily="34" charset="0"/>
                          <a:ea typeface="微軟正黑體" panose="020B0604030504040204" pitchFamily="34" charset="-120"/>
                        </a:rPr>
                        <a:t>Z7</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Z00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47800628"/>
                  </a:ext>
                </a:extLst>
              </a:tr>
              <a:tr h="189762">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TR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effectLst/>
                          <a:latin typeface="Arial" panose="020B0604020202020204" pitchFamily="34" charset="0"/>
                          <a:ea typeface="微軟正黑體" panose="020B0604030504040204" pitchFamily="34" charset="-120"/>
                        </a:rPr>
                        <a:t>調料請購單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POTR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調料採購單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effectLst/>
                          <a:latin typeface="Arial" panose="020B0604020202020204" pitchFamily="34" charset="0"/>
                          <a:ea typeface="微軟正黑體" panose="020B0604030504040204" pitchFamily="34" charset="-120"/>
                        </a:rPr>
                        <a:t>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zh-TW" altLang="en-US" sz="1500" b="0" i="0" u="none" strike="noStrike" baseline="0" dirty="0">
                          <a:effectLst/>
                          <a:latin typeface="Arial" panose="020B0604020202020204" pitchFamily="34" charset="0"/>
                          <a:ea typeface="微軟正黑體" panose="020B0604030504040204" pitchFamily="34" charset="-120"/>
                        </a:rPr>
                        <a:t>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13803340"/>
                  </a:ext>
                </a:extLst>
              </a:tr>
            </a:tbl>
          </a:graphicData>
        </a:graphic>
      </p:graphicFrame>
    </p:spTree>
    <p:extLst>
      <p:ext uri="{BB962C8B-B14F-4D97-AF65-F5344CB8AC3E}">
        <p14:creationId xmlns:p14="http://schemas.microsoft.com/office/powerpoint/2010/main" val="1167213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018023"/>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WT">
      <a:majorFont>
        <a:latin typeface="Arial"/>
        <a:ea typeface="微軟正黑體"/>
        <a:cs typeface=""/>
      </a:majorFont>
      <a:minorFont>
        <a:latin typeface="Arial"/>
        <a:ea typeface="微軟正黑體"/>
        <a:cs typeface=""/>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37DD3B478A13543BC5E14562D76506E" ma:contentTypeVersion="11" ma:contentTypeDescription="Create a new document." ma:contentTypeScope="" ma:versionID="b7967354a6d769da73bb6e4f66cacfb0">
  <xsd:schema xmlns:xsd="http://www.w3.org/2001/XMLSchema" xmlns:xs="http://www.w3.org/2001/XMLSchema" xmlns:p="http://schemas.microsoft.com/office/2006/metadata/properties" xmlns:ns2="17ee79c5-b0e9-46d6-93b8-520cc2195388" xmlns:ns3="dce7d452-d20f-4fe5-8b1a-e2db70db6dbc" targetNamespace="http://schemas.microsoft.com/office/2006/metadata/properties" ma:root="true" ma:fieldsID="8581a90cae577fd1fce42ba74aa48be9" ns2:_="" ns3:_="">
    <xsd:import namespace="17ee79c5-b0e9-46d6-93b8-520cc2195388"/>
    <xsd:import namespace="dce7d452-d20f-4fe5-8b1a-e2db70db6d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ee79c5-b0e9-46d6-93b8-520cc21953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69ee6ddd-3533-4e5d-9f9a-d2e5a703640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ce7d452-d20f-4fe5-8b1a-e2db70db6dbc"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61697c4e-9eda-468d-a832-6b10a9f7df30}" ma:internalName="TaxCatchAll" ma:showField="CatchAllData" ma:web="dce7d452-d20f-4fe5-8b1a-e2db70db6d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dce7d452-d20f-4fe5-8b1a-e2db70db6dbc" xsi:nil="true"/>
    <lcf76f155ced4ddcb4097134ff3c332f xmlns="17ee79c5-b0e9-46d6-93b8-520cc219538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08B869E-6C97-4D85-8589-00DCE189A4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ee79c5-b0e9-46d6-93b8-520cc2195388"/>
    <ds:schemaRef ds:uri="dce7d452-d20f-4fe5-8b1a-e2db70db6d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80ACFC0-1EDC-49C4-9278-C59919C616E0}">
  <ds:schemaRefs>
    <ds:schemaRef ds:uri="http://purl.org/dc/elements/1.1/"/>
    <ds:schemaRef ds:uri="17ee79c5-b0e9-46d6-93b8-520cc2195388"/>
    <ds:schemaRef ds:uri="http://purl.org/dc/dcmitype/"/>
    <ds:schemaRef ds:uri="dce7d452-d20f-4fe5-8b1a-e2db70db6dbc"/>
    <ds:schemaRef ds:uri="http://schemas.openxmlformats.org/package/2006/metadata/core-properties"/>
    <ds:schemaRef ds:uri="http://schemas.microsoft.com/office/2006/documentManagement/types"/>
    <ds:schemaRef ds:uri="http://schemas.microsoft.com/office/2006/metadata/properties"/>
    <ds:schemaRef ds:uri="http://schemas.microsoft.com/office/infopath/2007/PartnerControls"/>
    <ds:schemaRef ds:uri="http://www.w3.org/XML/1998/namespace"/>
    <ds:schemaRef ds:uri="http://purl.org/dc/terms/"/>
  </ds:schemaRefs>
</ds:datastoreItem>
</file>

<file path=customXml/itemProps3.xml><?xml version="1.0" encoding="utf-8"?>
<ds:datastoreItem xmlns:ds="http://schemas.openxmlformats.org/officeDocument/2006/customXml" ds:itemID="{59D89A65-82AB-4CE4-9793-204EA1C1EF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4386</TotalTime>
  <Words>1451</Words>
  <Application>Microsoft Office PowerPoint</Application>
  <PresentationFormat>自訂</PresentationFormat>
  <Paragraphs>603</Paragraphs>
  <Slides>9</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9</vt:i4>
      </vt:variant>
    </vt:vector>
  </HeadingPairs>
  <TitlesOfParts>
    <vt:vector size="15" baseType="lpstr">
      <vt:lpstr>微軟正黑體</vt:lpstr>
      <vt:lpstr>微軟正黑體</vt:lpstr>
      <vt:lpstr>新細明體</vt:lpstr>
      <vt:lpstr>Arial</vt:lpstr>
      <vt:lpstr>Calibri</vt:lpstr>
      <vt:lpstr>Office 2013 - 2022 Theme</vt:lpstr>
      <vt:lpstr>PowerPoint 簡報</vt:lpstr>
      <vt:lpstr>MM-MA-0020：供應商主檔架構 </vt:lpstr>
      <vt:lpstr>MM-PU-0010 詢報價更新價格主檔流程 (簡圖) </vt:lpstr>
      <vt:lpstr>詢報價單文件類型</vt:lpstr>
      <vt:lpstr>採購單據－核發策略（簽核）與代碼說明</vt:lpstr>
      <vt:lpstr>請購單文件類型</vt:lpstr>
      <vt:lpstr>採購單文件類型</vt:lpstr>
      <vt:lpstr>請購單 to 採購單</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Yaping</cp:lastModifiedBy>
  <cp:revision>3</cp:revision>
  <dcterms:created xsi:type="dcterms:W3CDTF">2023-05-31T01:27:04Z</dcterms:created>
  <dcterms:modified xsi:type="dcterms:W3CDTF">2025-11-19T09:32:16Z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0x010100737DD3B478A13543BC5E14562D76506E</vt:lpwstr>
  </property>
  <property fmtid="{D5CDD505-2E9C-101B-9397-08002B2CF9AE}" pid="3" name="MediaServiceImageTags">
    <vt:lpwstr/>
  </property>
</Properties>
</file>