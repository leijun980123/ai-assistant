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9" r:id="rId1"/>
  </p:sldMasterIdLst>
  <p:notesMasterIdLst>
    <p:notesMasterId r:id="rId10"/>
  </p:notesMasterIdLst>
  <p:sldIdLst>
    <p:sldId id="261" r:id="rId2"/>
    <p:sldId id="2147472997" r:id="rId3"/>
    <p:sldId id="257" r:id="rId4"/>
    <p:sldId id="275" r:id="rId5"/>
    <p:sldId id="2147375391" r:id="rId6"/>
    <p:sldId id="2147375392" r:id="rId7"/>
    <p:sldId id="2147473000" r:id="rId8"/>
    <p:sldId id="2147375389" r:id="rId9"/>
  </p:sldIdLst>
  <p:sldSz cx="18288000" cy="10288588"/>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3240">
          <p15:clr>
            <a:srgbClr val="A4A3A4"/>
          </p15:clr>
        </p15:guide>
        <p15:guide id="2" pos="57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8D7CC"/>
    <a:srgbClr val="F1CB78"/>
    <a:srgbClr val="A82415"/>
    <a:srgbClr val="BE5107"/>
    <a:srgbClr val="FFA92A"/>
    <a:srgbClr val="4472C4"/>
    <a:srgbClr val="70170F"/>
    <a:srgbClr val="FF9300"/>
    <a:srgbClr val="ED8278"/>
    <a:srgbClr val="C40A1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9818" autoAdjust="0"/>
    <p:restoredTop sz="94142"/>
  </p:normalViewPr>
  <p:slideViewPr>
    <p:cSldViewPr snapToGrid="0">
      <p:cViewPr varScale="1">
        <p:scale>
          <a:sx n="42" d="100"/>
          <a:sy n="42" d="100"/>
        </p:scale>
        <p:origin x="1000" y="52"/>
      </p:cViewPr>
      <p:guideLst>
        <p:guide orient="horz" pos="3240"/>
        <p:guide pos="576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zh-TW" alt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7A05686-526E-EA47-AD21-0320394F441D}" type="datetimeFigureOut">
              <a:rPr kumimoji="1" lang="zh-TW" altLang="en-US" smtClean="0"/>
              <a:pPr/>
              <a:t>2025/9/8</a:t>
            </a:fld>
            <a:endParaRPr kumimoji="1" lang="zh-TW" alt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en-US" altLang="zh-TW"/>
              <a:t>Click to edit Master text styles</a:t>
            </a:r>
          </a:p>
          <a:p>
            <a:pPr lvl="1"/>
            <a:r>
              <a:rPr kumimoji="1" lang="en-US" altLang="zh-TW"/>
              <a:t>Second level</a:t>
            </a:r>
          </a:p>
          <a:p>
            <a:pPr lvl="2"/>
            <a:r>
              <a:rPr kumimoji="1" lang="en-US" altLang="zh-TW"/>
              <a:t>Third level</a:t>
            </a:r>
          </a:p>
          <a:p>
            <a:pPr lvl="3"/>
            <a:r>
              <a:rPr kumimoji="1" lang="en-US" altLang="zh-TW"/>
              <a:t>Fourth level</a:t>
            </a:r>
          </a:p>
          <a:p>
            <a:pPr lvl="4"/>
            <a:r>
              <a:rPr kumimoji="1" lang="en-US" altLang="zh-TW"/>
              <a:t>Fifth level</a:t>
            </a:r>
            <a:endParaRPr kumimoji="1" lang="zh-TW" alt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zh-TW" alt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598844B-D7EC-8749-B720-E795CFF10818}" type="slidenum">
              <a:rPr kumimoji="1" lang="zh-TW" altLang="en-US" smtClean="0"/>
              <a:pPr/>
              <a:t>‹#›</a:t>
            </a:fld>
            <a:endParaRPr kumimoji="1" lang="zh-TW" altLang="en-US"/>
          </a:p>
        </p:txBody>
      </p:sp>
    </p:spTree>
    <p:extLst>
      <p:ext uri="{BB962C8B-B14F-4D97-AF65-F5344CB8AC3E}">
        <p14:creationId xmlns:p14="http://schemas.microsoft.com/office/powerpoint/2010/main" val="3481488999"/>
      </p:ext>
    </p:extLst>
  </p:cSld>
  <p:clrMap bg1="lt1" tx1="dk1" bg2="lt2" tx2="dk2" accent1="accent1" accent2="accent2" accent3="accent3" accent4="accent4" accent5="accent5" accent6="accent6" hlink="hlink" folHlink="folHlink"/>
  <p:notesStyle>
    <a:lvl1pPr marL="0" algn="l" defTabSz="1371327" rtl="0" eaLnBrk="1" latinLnBrk="0" hangingPunct="1">
      <a:defRPr sz="1800" kern="1200">
        <a:solidFill>
          <a:schemeClr val="tx1"/>
        </a:solidFill>
        <a:latin typeface="+mn-lt"/>
        <a:ea typeface="+mn-ea"/>
        <a:cs typeface="+mn-cs"/>
      </a:defRPr>
    </a:lvl1pPr>
    <a:lvl2pPr marL="685662" algn="l" defTabSz="1371327" rtl="0" eaLnBrk="1" latinLnBrk="0" hangingPunct="1">
      <a:defRPr sz="1800" kern="1200">
        <a:solidFill>
          <a:schemeClr val="tx1"/>
        </a:solidFill>
        <a:latin typeface="+mn-lt"/>
        <a:ea typeface="+mn-ea"/>
        <a:cs typeface="+mn-cs"/>
      </a:defRPr>
    </a:lvl2pPr>
    <a:lvl3pPr marL="1371327" algn="l" defTabSz="1371327" rtl="0" eaLnBrk="1" latinLnBrk="0" hangingPunct="1">
      <a:defRPr sz="1800" kern="1200">
        <a:solidFill>
          <a:schemeClr val="tx1"/>
        </a:solidFill>
        <a:latin typeface="+mn-lt"/>
        <a:ea typeface="+mn-ea"/>
        <a:cs typeface="+mn-cs"/>
      </a:defRPr>
    </a:lvl3pPr>
    <a:lvl4pPr marL="2056989" algn="l" defTabSz="1371327" rtl="0" eaLnBrk="1" latinLnBrk="0" hangingPunct="1">
      <a:defRPr sz="1800" kern="1200">
        <a:solidFill>
          <a:schemeClr val="tx1"/>
        </a:solidFill>
        <a:latin typeface="+mn-lt"/>
        <a:ea typeface="+mn-ea"/>
        <a:cs typeface="+mn-cs"/>
      </a:defRPr>
    </a:lvl4pPr>
    <a:lvl5pPr marL="2742651" algn="l" defTabSz="1371327" rtl="0" eaLnBrk="1" latinLnBrk="0" hangingPunct="1">
      <a:defRPr sz="1800" kern="1200">
        <a:solidFill>
          <a:schemeClr val="tx1"/>
        </a:solidFill>
        <a:latin typeface="+mn-lt"/>
        <a:ea typeface="+mn-ea"/>
        <a:cs typeface="+mn-cs"/>
      </a:defRPr>
    </a:lvl5pPr>
    <a:lvl6pPr marL="3428315" algn="l" defTabSz="1371327" rtl="0" eaLnBrk="1" latinLnBrk="0" hangingPunct="1">
      <a:defRPr sz="1800" kern="1200">
        <a:solidFill>
          <a:schemeClr val="tx1"/>
        </a:solidFill>
        <a:latin typeface="+mn-lt"/>
        <a:ea typeface="+mn-ea"/>
        <a:cs typeface="+mn-cs"/>
      </a:defRPr>
    </a:lvl6pPr>
    <a:lvl7pPr marL="4113978" algn="l" defTabSz="1371327" rtl="0" eaLnBrk="1" latinLnBrk="0" hangingPunct="1">
      <a:defRPr sz="1800" kern="1200">
        <a:solidFill>
          <a:schemeClr val="tx1"/>
        </a:solidFill>
        <a:latin typeface="+mn-lt"/>
        <a:ea typeface="+mn-ea"/>
        <a:cs typeface="+mn-cs"/>
      </a:defRPr>
    </a:lvl7pPr>
    <a:lvl8pPr marL="4799640" algn="l" defTabSz="1371327" rtl="0" eaLnBrk="1" latinLnBrk="0" hangingPunct="1">
      <a:defRPr sz="1800" kern="1200">
        <a:solidFill>
          <a:schemeClr val="tx1"/>
        </a:solidFill>
        <a:latin typeface="+mn-lt"/>
        <a:ea typeface="+mn-ea"/>
        <a:cs typeface="+mn-cs"/>
      </a:defRPr>
    </a:lvl8pPr>
    <a:lvl9pPr marL="5485302" algn="l" defTabSz="1371327" rtl="0" eaLnBrk="1" latinLnBrk="0" hangingPunct="1">
      <a:defRPr sz="18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kumimoji="1" lang="zh-TW" altLang="en-US" dirty="0"/>
          </a:p>
        </p:txBody>
      </p:sp>
      <p:sp>
        <p:nvSpPr>
          <p:cNvPr id="4" name="Slide Number Placeholder 3"/>
          <p:cNvSpPr>
            <a:spLocks noGrp="1"/>
          </p:cNvSpPr>
          <p:nvPr>
            <p:ph type="sldNum" sz="quarter" idx="5"/>
          </p:nvPr>
        </p:nvSpPr>
        <p:spPr/>
        <p:txBody>
          <a:bodyPr/>
          <a:lstStyle/>
          <a:p>
            <a:fld id="{4598844B-D7EC-8749-B720-E795CFF10818}" type="slidenum">
              <a:rPr kumimoji="1" lang="zh-TW" altLang="en-US" smtClean="0"/>
              <a:pPr/>
              <a:t>1</a:t>
            </a:fld>
            <a:endParaRPr kumimoji="1" lang="zh-TW" altLang="en-US"/>
          </a:p>
        </p:txBody>
      </p:sp>
    </p:spTree>
    <p:extLst>
      <p:ext uri="{BB962C8B-B14F-4D97-AF65-F5344CB8AC3E}">
        <p14:creationId xmlns:p14="http://schemas.microsoft.com/office/powerpoint/2010/main" val="70908080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0"/>
        <p:cNvGrpSpPr/>
        <p:nvPr/>
      </p:nvGrpSpPr>
      <p:grpSpPr>
        <a:xfrm>
          <a:off x="0" y="0"/>
          <a:ext cx="0" cy="0"/>
          <a:chOff x="0" y="0"/>
          <a:chExt cx="0" cy="0"/>
        </a:xfrm>
      </p:grpSpPr>
      <p:sp>
        <p:nvSpPr>
          <p:cNvPr id="181" name="Google Shape;181;p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82" name="Google Shape;182;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4"/>
        <p:cNvGrpSpPr/>
        <p:nvPr/>
      </p:nvGrpSpPr>
      <p:grpSpPr>
        <a:xfrm>
          <a:off x="0" y="0"/>
          <a:ext cx="0" cy="0"/>
          <a:chOff x="0" y="0"/>
          <a:chExt cx="0" cy="0"/>
        </a:xfrm>
      </p:grpSpPr>
      <p:sp>
        <p:nvSpPr>
          <p:cNvPr id="195" name="Google Shape;195;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96" name="Google Shape;196;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996147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4"/>
        <p:cNvGrpSpPr/>
        <p:nvPr/>
      </p:nvGrpSpPr>
      <p:grpSpPr>
        <a:xfrm>
          <a:off x="0" y="0"/>
          <a:ext cx="0" cy="0"/>
          <a:chOff x="0" y="0"/>
          <a:chExt cx="0" cy="0"/>
        </a:xfrm>
      </p:grpSpPr>
      <p:sp>
        <p:nvSpPr>
          <p:cNvPr id="195" name="Google Shape;195;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96" name="Google Shape;196;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90209027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9"/>
        <p:cNvGrpSpPr/>
        <p:nvPr/>
      </p:nvGrpSpPr>
      <p:grpSpPr>
        <a:xfrm>
          <a:off x="0" y="0"/>
          <a:ext cx="0" cy="0"/>
          <a:chOff x="0" y="0"/>
          <a:chExt cx="0" cy="0"/>
        </a:xfrm>
      </p:grpSpPr>
      <p:sp>
        <p:nvSpPr>
          <p:cNvPr id="200" name="Google Shape;200;p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01" name="Google Shape;201;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4"/>
        <p:cNvGrpSpPr/>
        <p:nvPr/>
      </p:nvGrpSpPr>
      <p:grpSpPr>
        <a:xfrm>
          <a:off x="0" y="0"/>
          <a:ext cx="0" cy="0"/>
          <a:chOff x="0" y="0"/>
          <a:chExt cx="0" cy="0"/>
        </a:xfrm>
      </p:grpSpPr>
      <p:sp>
        <p:nvSpPr>
          <p:cNvPr id="195" name="Google Shape;195;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96" name="Google Shape;196;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27138446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286000" y="1683804"/>
            <a:ext cx="13716000" cy="3581953"/>
          </a:xfrm>
        </p:spPr>
        <p:txBody>
          <a:bodyPr anchor="b"/>
          <a:lstStyle>
            <a:lvl1pPr algn="ctr">
              <a:defRPr sz="9000"/>
            </a:lvl1pPr>
          </a:lstStyle>
          <a:p>
            <a:r>
              <a:rPr lang="en-US" altLang="zh-TW" dirty="0"/>
              <a:t>Click to edit Master title style</a:t>
            </a:r>
            <a:endParaRPr lang="en-US" dirty="0"/>
          </a:p>
        </p:txBody>
      </p:sp>
      <p:sp>
        <p:nvSpPr>
          <p:cNvPr id="3" name="Subtitle 2"/>
          <p:cNvSpPr>
            <a:spLocks noGrp="1"/>
          </p:cNvSpPr>
          <p:nvPr>
            <p:ph type="subTitle" idx="1"/>
          </p:nvPr>
        </p:nvSpPr>
        <p:spPr>
          <a:xfrm>
            <a:off x="2286000" y="5403891"/>
            <a:ext cx="13716000" cy="2484026"/>
          </a:xfrm>
        </p:spPr>
        <p:txBody>
          <a:bodyPr/>
          <a:lstStyle>
            <a:lvl1pPr marL="0" indent="0" algn="ctr">
              <a:buNone/>
              <a:defRPr sz="3600"/>
            </a:lvl1pPr>
            <a:lvl2pPr marL="685800" indent="0" algn="ctr">
              <a:buNone/>
              <a:defRPr sz="3000"/>
            </a:lvl2pPr>
            <a:lvl3pPr marL="1371600" indent="0" algn="ctr">
              <a:buNone/>
              <a:defRPr sz="2700"/>
            </a:lvl3pPr>
            <a:lvl4pPr marL="2057400" indent="0" algn="ctr">
              <a:buNone/>
              <a:defRPr sz="2400"/>
            </a:lvl4pPr>
            <a:lvl5pPr marL="2743200" indent="0" algn="ctr">
              <a:buNone/>
              <a:defRPr sz="2400"/>
            </a:lvl5pPr>
            <a:lvl6pPr marL="3429000" indent="0" algn="ctr">
              <a:buNone/>
              <a:defRPr sz="2400"/>
            </a:lvl6pPr>
            <a:lvl7pPr marL="4114800" indent="0" algn="ctr">
              <a:buNone/>
              <a:defRPr sz="2400"/>
            </a:lvl7pPr>
            <a:lvl8pPr marL="4800600" indent="0" algn="ctr">
              <a:buNone/>
              <a:defRPr sz="2400"/>
            </a:lvl8pPr>
            <a:lvl9pPr marL="5486400" indent="0" algn="ctr">
              <a:buNone/>
              <a:defRPr sz="2400"/>
            </a:lvl9pPr>
          </a:lstStyle>
          <a:p>
            <a:r>
              <a:rPr lang="en-US" altLang="zh-TW" dirty="0"/>
              <a:t>Click to edit Master subtitle style</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dirty="0"/>
              <a:pPr/>
              <a:t>9/8/2025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pPr/>
              <a:t>‹#›</a:t>
            </a:fld>
            <a:endParaRPr lang="en-US" dirty="0"/>
          </a:p>
        </p:txBody>
      </p:sp>
    </p:spTree>
    <p:extLst>
      <p:ext uri="{BB962C8B-B14F-4D97-AF65-F5344CB8AC3E}">
        <p14:creationId xmlns:p14="http://schemas.microsoft.com/office/powerpoint/2010/main" val="468887772"/>
      </p:ext>
    </p:extLst>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TW" dirty="0"/>
              <a:t>Click to edit Master title style</a:t>
            </a:r>
            <a:endParaRPr lang="en-US" dirty="0"/>
          </a:p>
        </p:txBody>
      </p:sp>
      <p:sp>
        <p:nvSpPr>
          <p:cNvPr id="3" name="Content Placeholder 2"/>
          <p:cNvSpPr>
            <a:spLocks noGrp="1"/>
          </p:cNvSpPr>
          <p:nvPr>
            <p:ph idx="1"/>
          </p:nvPr>
        </p:nvSpPr>
        <p:spPr/>
        <p:txBody>
          <a:bodyPr/>
          <a:lstStyle/>
          <a:p>
            <a:pPr lvl="0"/>
            <a:r>
              <a:rPr lang="en-US" altLang="zh-TW" dirty="0"/>
              <a:t>Click to edit Master text styles</a:t>
            </a:r>
          </a:p>
          <a:p>
            <a:pPr lvl="1"/>
            <a:r>
              <a:rPr lang="en-US" altLang="zh-TW" dirty="0"/>
              <a:t>Second level</a:t>
            </a:r>
          </a:p>
          <a:p>
            <a:pPr lvl="2"/>
            <a:r>
              <a:rPr lang="en-US" altLang="zh-TW" dirty="0"/>
              <a:t>Third level</a:t>
            </a:r>
          </a:p>
          <a:p>
            <a:pPr lvl="3"/>
            <a:r>
              <a:rPr lang="en-US" altLang="zh-TW" dirty="0"/>
              <a:t>Fourth level</a:t>
            </a:r>
          </a:p>
          <a:p>
            <a:pPr lvl="4"/>
            <a:r>
              <a:rPr lang="en-US" altLang="zh-TW" dirty="0"/>
              <a:t>Fifth level</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dirty="0"/>
              <a:pPr/>
              <a:t>9/8/2025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pPr/>
              <a:t>‹#›</a:t>
            </a:fld>
            <a:endParaRPr lang="en-US" dirty="0"/>
          </a:p>
        </p:txBody>
      </p:sp>
    </p:spTree>
    <p:extLst>
      <p:ext uri="{BB962C8B-B14F-4D97-AF65-F5344CB8AC3E}">
        <p14:creationId xmlns:p14="http://schemas.microsoft.com/office/powerpoint/2010/main" val="2722883236"/>
      </p:ext>
    </p:extLst>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247775" y="2565004"/>
            <a:ext cx="15773400" cy="4279766"/>
          </a:xfrm>
        </p:spPr>
        <p:txBody>
          <a:bodyPr anchor="b"/>
          <a:lstStyle>
            <a:lvl1pPr>
              <a:defRPr sz="9000"/>
            </a:lvl1pPr>
          </a:lstStyle>
          <a:p>
            <a:r>
              <a:rPr lang="en-US" altLang="zh-TW" dirty="0"/>
              <a:t>Click to edit Master title style</a:t>
            </a:r>
            <a:endParaRPr lang="en-US" dirty="0"/>
          </a:p>
        </p:txBody>
      </p:sp>
      <p:sp>
        <p:nvSpPr>
          <p:cNvPr id="3" name="Text Placeholder 2"/>
          <p:cNvSpPr>
            <a:spLocks noGrp="1"/>
          </p:cNvSpPr>
          <p:nvPr>
            <p:ph type="body" idx="1"/>
          </p:nvPr>
        </p:nvSpPr>
        <p:spPr>
          <a:xfrm>
            <a:off x="1247775" y="6885258"/>
            <a:ext cx="15773400" cy="2250628"/>
          </a:xfrm>
        </p:spPr>
        <p:txBody>
          <a:bodyPr/>
          <a:lstStyle>
            <a:lvl1pPr marL="0" indent="0">
              <a:buNone/>
              <a:defRPr sz="3600">
                <a:solidFill>
                  <a:schemeClr val="tx1">
                    <a:tint val="75000"/>
                  </a:schemeClr>
                </a:solidFill>
              </a:defRPr>
            </a:lvl1pPr>
            <a:lvl2pPr marL="685800" indent="0">
              <a:buNone/>
              <a:defRPr sz="3000">
                <a:solidFill>
                  <a:schemeClr val="tx1">
                    <a:tint val="75000"/>
                  </a:schemeClr>
                </a:solidFill>
              </a:defRPr>
            </a:lvl2pPr>
            <a:lvl3pPr marL="1371600" indent="0">
              <a:buNone/>
              <a:defRPr sz="2700">
                <a:solidFill>
                  <a:schemeClr val="tx1">
                    <a:tint val="75000"/>
                  </a:schemeClr>
                </a:solidFill>
              </a:defRPr>
            </a:lvl3pPr>
            <a:lvl4pPr marL="2057400" indent="0">
              <a:buNone/>
              <a:defRPr sz="2400">
                <a:solidFill>
                  <a:schemeClr val="tx1">
                    <a:tint val="75000"/>
                  </a:schemeClr>
                </a:solidFill>
              </a:defRPr>
            </a:lvl4pPr>
            <a:lvl5pPr marL="2743200" indent="0">
              <a:buNone/>
              <a:defRPr sz="2400">
                <a:solidFill>
                  <a:schemeClr val="tx1">
                    <a:tint val="75000"/>
                  </a:schemeClr>
                </a:solidFill>
              </a:defRPr>
            </a:lvl5pPr>
            <a:lvl6pPr marL="3429000" indent="0">
              <a:buNone/>
              <a:defRPr sz="2400">
                <a:solidFill>
                  <a:schemeClr val="tx1">
                    <a:tint val="75000"/>
                  </a:schemeClr>
                </a:solidFill>
              </a:defRPr>
            </a:lvl6pPr>
            <a:lvl7pPr marL="4114800" indent="0">
              <a:buNone/>
              <a:defRPr sz="2400">
                <a:solidFill>
                  <a:schemeClr val="tx1">
                    <a:tint val="75000"/>
                  </a:schemeClr>
                </a:solidFill>
              </a:defRPr>
            </a:lvl7pPr>
            <a:lvl8pPr marL="4800600" indent="0">
              <a:buNone/>
              <a:defRPr sz="2400">
                <a:solidFill>
                  <a:schemeClr val="tx1">
                    <a:tint val="75000"/>
                  </a:schemeClr>
                </a:solidFill>
              </a:defRPr>
            </a:lvl8pPr>
            <a:lvl9pPr marL="5486400" indent="0">
              <a:buNone/>
              <a:defRPr sz="2400">
                <a:solidFill>
                  <a:schemeClr val="tx1">
                    <a:tint val="75000"/>
                  </a:schemeClr>
                </a:solidFill>
              </a:defRPr>
            </a:lvl9pPr>
          </a:lstStyle>
          <a:p>
            <a:pPr lvl="0"/>
            <a:r>
              <a:rPr lang="en-US" altLang="zh-TW" dirty="0"/>
              <a:t>Click to edit Master text styles</a:t>
            </a:r>
          </a:p>
        </p:txBody>
      </p:sp>
      <p:sp>
        <p:nvSpPr>
          <p:cNvPr id="4" name="Date Placeholder 3"/>
          <p:cNvSpPr>
            <a:spLocks noGrp="1"/>
          </p:cNvSpPr>
          <p:nvPr>
            <p:ph type="dt" sz="half" idx="10"/>
          </p:nvPr>
        </p:nvSpPr>
        <p:spPr/>
        <p:txBody>
          <a:bodyPr/>
          <a:lstStyle/>
          <a:p>
            <a:fld id="{C764DE79-268F-4C1A-8933-263129D2AF90}" type="datetimeFigureOut">
              <a:rPr lang="en-US" dirty="0"/>
              <a:pPr/>
              <a:t>9/8/2025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pPr/>
              <a:t>‹#›</a:t>
            </a:fld>
            <a:endParaRPr lang="en-US" dirty="0"/>
          </a:p>
        </p:txBody>
      </p:sp>
    </p:spTree>
    <p:extLst>
      <p:ext uri="{BB962C8B-B14F-4D97-AF65-F5344CB8AC3E}">
        <p14:creationId xmlns:p14="http://schemas.microsoft.com/office/powerpoint/2010/main" val="2752499589"/>
      </p:ext>
    </p:extLst>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TW" dirty="0"/>
              <a:t>Click to edit Master title style</a:t>
            </a:r>
            <a:endParaRPr lang="en-US" dirty="0"/>
          </a:p>
        </p:txBody>
      </p:sp>
      <p:sp>
        <p:nvSpPr>
          <p:cNvPr id="3" name="Content Placeholder 2"/>
          <p:cNvSpPr>
            <a:spLocks noGrp="1"/>
          </p:cNvSpPr>
          <p:nvPr>
            <p:ph sz="half" idx="1"/>
          </p:nvPr>
        </p:nvSpPr>
        <p:spPr>
          <a:xfrm>
            <a:off x="1257300" y="2738860"/>
            <a:ext cx="7772400" cy="6528015"/>
          </a:xfrm>
        </p:spPr>
        <p:txBody>
          <a:bodyPr/>
          <a:lstStyle/>
          <a:p>
            <a:pPr lvl="0"/>
            <a:r>
              <a:rPr lang="en-US" altLang="zh-TW" dirty="0"/>
              <a:t>Click to edit Master text styles</a:t>
            </a:r>
          </a:p>
          <a:p>
            <a:pPr lvl="1"/>
            <a:r>
              <a:rPr lang="en-US" altLang="zh-TW" dirty="0"/>
              <a:t>Second level</a:t>
            </a:r>
          </a:p>
          <a:p>
            <a:pPr lvl="2"/>
            <a:r>
              <a:rPr lang="en-US" altLang="zh-TW" dirty="0"/>
              <a:t>Third level</a:t>
            </a:r>
          </a:p>
          <a:p>
            <a:pPr lvl="3"/>
            <a:r>
              <a:rPr lang="en-US" altLang="zh-TW" dirty="0"/>
              <a:t>Fourth level</a:t>
            </a:r>
          </a:p>
          <a:p>
            <a:pPr lvl="4"/>
            <a:r>
              <a:rPr lang="en-US" altLang="zh-TW" dirty="0"/>
              <a:t>Fifth level</a:t>
            </a:r>
            <a:endParaRPr lang="en-US" dirty="0"/>
          </a:p>
        </p:txBody>
      </p:sp>
      <p:sp>
        <p:nvSpPr>
          <p:cNvPr id="4" name="Content Placeholder 3"/>
          <p:cNvSpPr>
            <a:spLocks noGrp="1"/>
          </p:cNvSpPr>
          <p:nvPr>
            <p:ph sz="half" idx="2"/>
          </p:nvPr>
        </p:nvSpPr>
        <p:spPr>
          <a:xfrm>
            <a:off x="9258300" y="2738860"/>
            <a:ext cx="7772400" cy="6528015"/>
          </a:xfrm>
        </p:spPr>
        <p:txBody>
          <a:bodyPr/>
          <a:lstStyle/>
          <a:p>
            <a:pPr lvl="0"/>
            <a:r>
              <a:rPr lang="en-US" altLang="zh-TW" dirty="0"/>
              <a:t>Click to edit Master text styles</a:t>
            </a:r>
          </a:p>
          <a:p>
            <a:pPr lvl="1"/>
            <a:r>
              <a:rPr lang="en-US" altLang="zh-TW" dirty="0"/>
              <a:t>Second level</a:t>
            </a:r>
          </a:p>
          <a:p>
            <a:pPr lvl="2"/>
            <a:r>
              <a:rPr lang="en-US" altLang="zh-TW" dirty="0"/>
              <a:t>Third level</a:t>
            </a:r>
          </a:p>
          <a:p>
            <a:pPr lvl="3"/>
            <a:r>
              <a:rPr lang="en-US" altLang="zh-TW" dirty="0"/>
              <a:t>Fourth level</a:t>
            </a:r>
          </a:p>
          <a:p>
            <a:pPr lvl="4"/>
            <a:r>
              <a:rPr lang="en-US" altLang="zh-TW" dirty="0"/>
              <a:t>Fifth level</a:t>
            </a:r>
            <a:endParaRPr lang="en-US" dirty="0"/>
          </a:p>
        </p:txBody>
      </p:sp>
      <p:sp>
        <p:nvSpPr>
          <p:cNvPr id="5" name="Date Placeholder 4"/>
          <p:cNvSpPr>
            <a:spLocks noGrp="1"/>
          </p:cNvSpPr>
          <p:nvPr>
            <p:ph type="dt" sz="half" idx="10"/>
          </p:nvPr>
        </p:nvSpPr>
        <p:spPr/>
        <p:txBody>
          <a:bodyPr/>
          <a:lstStyle/>
          <a:p>
            <a:fld id="{C764DE79-268F-4C1A-8933-263129D2AF90}" type="datetimeFigureOut">
              <a:rPr lang="en-US" dirty="0"/>
              <a:pPr/>
              <a:t>9/8/2025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dirty="0"/>
              <a:pPr/>
              <a:t>‹#›</a:t>
            </a:fld>
            <a:endParaRPr lang="en-US" dirty="0"/>
          </a:p>
        </p:txBody>
      </p:sp>
    </p:spTree>
    <p:extLst>
      <p:ext uri="{BB962C8B-B14F-4D97-AF65-F5344CB8AC3E}">
        <p14:creationId xmlns:p14="http://schemas.microsoft.com/office/powerpoint/2010/main" val="1068304003"/>
      </p:ext>
    </p:extLst>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259682" y="547773"/>
            <a:ext cx="15773400" cy="1988651"/>
          </a:xfrm>
        </p:spPr>
        <p:txBody>
          <a:bodyPr/>
          <a:lstStyle/>
          <a:p>
            <a:r>
              <a:rPr lang="en-US" altLang="zh-TW" dirty="0"/>
              <a:t>Click to edit Master title style</a:t>
            </a:r>
            <a:endParaRPr lang="en-US" dirty="0"/>
          </a:p>
        </p:txBody>
      </p:sp>
      <p:sp>
        <p:nvSpPr>
          <p:cNvPr id="3" name="Text Placeholder 2"/>
          <p:cNvSpPr>
            <a:spLocks noGrp="1"/>
          </p:cNvSpPr>
          <p:nvPr>
            <p:ph type="body" idx="1"/>
          </p:nvPr>
        </p:nvSpPr>
        <p:spPr>
          <a:xfrm>
            <a:off x="1259683" y="2522134"/>
            <a:ext cx="7736681" cy="1236059"/>
          </a:xfrm>
        </p:spPr>
        <p:txBody>
          <a:bodyPr anchor="b"/>
          <a:lstStyle>
            <a:lvl1pPr marL="0" indent="0">
              <a:buNone/>
              <a:defRPr sz="3600" b="1"/>
            </a:lvl1pPr>
            <a:lvl2pPr marL="685800" indent="0">
              <a:buNone/>
              <a:defRPr sz="3000" b="1"/>
            </a:lvl2pPr>
            <a:lvl3pPr marL="1371600" indent="0">
              <a:buNone/>
              <a:defRPr sz="2700" b="1"/>
            </a:lvl3pPr>
            <a:lvl4pPr marL="2057400" indent="0">
              <a:buNone/>
              <a:defRPr sz="2400" b="1"/>
            </a:lvl4pPr>
            <a:lvl5pPr marL="2743200" indent="0">
              <a:buNone/>
              <a:defRPr sz="2400" b="1"/>
            </a:lvl5pPr>
            <a:lvl6pPr marL="3429000" indent="0">
              <a:buNone/>
              <a:defRPr sz="2400" b="1"/>
            </a:lvl6pPr>
            <a:lvl7pPr marL="4114800" indent="0">
              <a:buNone/>
              <a:defRPr sz="2400" b="1"/>
            </a:lvl7pPr>
            <a:lvl8pPr marL="4800600" indent="0">
              <a:buNone/>
              <a:defRPr sz="2400" b="1"/>
            </a:lvl8pPr>
            <a:lvl9pPr marL="5486400" indent="0">
              <a:buNone/>
              <a:defRPr sz="2400" b="1"/>
            </a:lvl9pPr>
          </a:lstStyle>
          <a:p>
            <a:pPr lvl="0"/>
            <a:r>
              <a:rPr lang="en-US" altLang="zh-TW" dirty="0"/>
              <a:t>Click to edit Master text styles</a:t>
            </a:r>
          </a:p>
        </p:txBody>
      </p:sp>
      <p:sp>
        <p:nvSpPr>
          <p:cNvPr id="4" name="Content Placeholder 3"/>
          <p:cNvSpPr>
            <a:spLocks noGrp="1"/>
          </p:cNvSpPr>
          <p:nvPr>
            <p:ph sz="half" idx="2"/>
          </p:nvPr>
        </p:nvSpPr>
        <p:spPr>
          <a:xfrm>
            <a:off x="1259683" y="3758193"/>
            <a:ext cx="7736681" cy="5527735"/>
          </a:xfrm>
        </p:spPr>
        <p:txBody>
          <a:bodyPr/>
          <a:lstStyle/>
          <a:p>
            <a:pPr lvl="0"/>
            <a:r>
              <a:rPr lang="en-US" altLang="zh-TW" dirty="0"/>
              <a:t>Click to edit Master text styles</a:t>
            </a:r>
          </a:p>
          <a:p>
            <a:pPr lvl="1"/>
            <a:r>
              <a:rPr lang="en-US" altLang="zh-TW" dirty="0"/>
              <a:t>Second level</a:t>
            </a:r>
          </a:p>
          <a:p>
            <a:pPr lvl="2"/>
            <a:r>
              <a:rPr lang="en-US" altLang="zh-TW" dirty="0"/>
              <a:t>Third level</a:t>
            </a:r>
          </a:p>
          <a:p>
            <a:pPr lvl="3"/>
            <a:r>
              <a:rPr lang="en-US" altLang="zh-TW" dirty="0"/>
              <a:t>Fourth level</a:t>
            </a:r>
          </a:p>
          <a:p>
            <a:pPr lvl="4"/>
            <a:r>
              <a:rPr lang="en-US" altLang="zh-TW" dirty="0"/>
              <a:t>Fifth level</a:t>
            </a:r>
            <a:endParaRPr lang="en-US" dirty="0"/>
          </a:p>
        </p:txBody>
      </p:sp>
      <p:sp>
        <p:nvSpPr>
          <p:cNvPr id="5" name="Text Placeholder 4"/>
          <p:cNvSpPr>
            <a:spLocks noGrp="1"/>
          </p:cNvSpPr>
          <p:nvPr>
            <p:ph type="body" sz="quarter" idx="3"/>
          </p:nvPr>
        </p:nvSpPr>
        <p:spPr>
          <a:xfrm>
            <a:off x="9258300" y="2522134"/>
            <a:ext cx="7774782" cy="1236059"/>
          </a:xfrm>
        </p:spPr>
        <p:txBody>
          <a:bodyPr anchor="b"/>
          <a:lstStyle>
            <a:lvl1pPr marL="0" indent="0">
              <a:buNone/>
              <a:defRPr sz="3600" b="1"/>
            </a:lvl1pPr>
            <a:lvl2pPr marL="685800" indent="0">
              <a:buNone/>
              <a:defRPr sz="3000" b="1"/>
            </a:lvl2pPr>
            <a:lvl3pPr marL="1371600" indent="0">
              <a:buNone/>
              <a:defRPr sz="2700" b="1"/>
            </a:lvl3pPr>
            <a:lvl4pPr marL="2057400" indent="0">
              <a:buNone/>
              <a:defRPr sz="2400" b="1"/>
            </a:lvl4pPr>
            <a:lvl5pPr marL="2743200" indent="0">
              <a:buNone/>
              <a:defRPr sz="2400" b="1"/>
            </a:lvl5pPr>
            <a:lvl6pPr marL="3429000" indent="0">
              <a:buNone/>
              <a:defRPr sz="2400" b="1"/>
            </a:lvl6pPr>
            <a:lvl7pPr marL="4114800" indent="0">
              <a:buNone/>
              <a:defRPr sz="2400" b="1"/>
            </a:lvl7pPr>
            <a:lvl8pPr marL="4800600" indent="0">
              <a:buNone/>
              <a:defRPr sz="2400" b="1"/>
            </a:lvl8pPr>
            <a:lvl9pPr marL="5486400" indent="0">
              <a:buNone/>
              <a:defRPr sz="2400" b="1"/>
            </a:lvl9pPr>
          </a:lstStyle>
          <a:p>
            <a:pPr lvl="0"/>
            <a:r>
              <a:rPr lang="en-US" altLang="zh-TW" dirty="0"/>
              <a:t>Click to edit Master text styles</a:t>
            </a:r>
          </a:p>
        </p:txBody>
      </p:sp>
      <p:sp>
        <p:nvSpPr>
          <p:cNvPr id="6" name="Content Placeholder 5"/>
          <p:cNvSpPr>
            <a:spLocks noGrp="1"/>
          </p:cNvSpPr>
          <p:nvPr>
            <p:ph sz="quarter" idx="4"/>
          </p:nvPr>
        </p:nvSpPr>
        <p:spPr>
          <a:xfrm>
            <a:off x="9258300" y="3758193"/>
            <a:ext cx="7774782" cy="5527735"/>
          </a:xfrm>
        </p:spPr>
        <p:txBody>
          <a:bodyPr/>
          <a:lstStyle/>
          <a:p>
            <a:pPr lvl="0"/>
            <a:r>
              <a:rPr lang="en-US" altLang="zh-TW" dirty="0"/>
              <a:t>Click to edit Master text styles</a:t>
            </a:r>
          </a:p>
          <a:p>
            <a:pPr lvl="1"/>
            <a:r>
              <a:rPr lang="en-US" altLang="zh-TW" dirty="0"/>
              <a:t>Second level</a:t>
            </a:r>
          </a:p>
          <a:p>
            <a:pPr lvl="2"/>
            <a:r>
              <a:rPr lang="en-US" altLang="zh-TW" dirty="0"/>
              <a:t>Third level</a:t>
            </a:r>
          </a:p>
          <a:p>
            <a:pPr lvl="3"/>
            <a:r>
              <a:rPr lang="en-US" altLang="zh-TW" dirty="0"/>
              <a:t>Fourth level</a:t>
            </a:r>
          </a:p>
          <a:p>
            <a:pPr lvl="4"/>
            <a:r>
              <a:rPr lang="en-US" altLang="zh-TW" dirty="0"/>
              <a:t>Fifth level</a:t>
            </a:r>
            <a:endParaRPr lang="en-US" dirty="0"/>
          </a:p>
        </p:txBody>
      </p:sp>
      <p:sp>
        <p:nvSpPr>
          <p:cNvPr id="7" name="Date Placeholder 6"/>
          <p:cNvSpPr>
            <a:spLocks noGrp="1"/>
          </p:cNvSpPr>
          <p:nvPr>
            <p:ph type="dt" sz="half" idx="10"/>
          </p:nvPr>
        </p:nvSpPr>
        <p:spPr/>
        <p:txBody>
          <a:bodyPr/>
          <a:lstStyle/>
          <a:p>
            <a:fld id="{C764DE79-268F-4C1A-8933-263129D2AF90}" type="datetimeFigureOut">
              <a:rPr lang="en-US" dirty="0"/>
              <a:pPr/>
              <a:t>9/8/2025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8F63A3B-78C7-47BE-AE5E-E10140E04643}" type="slidenum">
              <a:rPr lang="en-US" dirty="0"/>
              <a:pPr/>
              <a:t>‹#›</a:t>
            </a:fld>
            <a:endParaRPr lang="en-US" dirty="0"/>
          </a:p>
        </p:txBody>
      </p:sp>
    </p:spTree>
    <p:extLst>
      <p:ext uri="{BB962C8B-B14F-4D97-AF65-F5344CB8AC3E}">
        <p14:creationId xmlns:p14="http://schemas.microsoft.com/office/powerpoint/2010/main" val="631927323"/>
      </p:ext>
    </p:extLst>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TW" dirty="0"/>
              <a:t>Click to edit Master title style</a:t>
            </a:r>
            <a:endParaRPr lang="en-US" dirty="0"/>
          </a:p>
        </p:txBody>
      </p:sp>
      <p:sp>
        <p:nvSpPr>
          <p:cNvPr id="3" name="Date Placeholder 2"/>
          <p:cNvSpPr>
            <a:spLocks noGrp="1"/>
          </p:cNvSpPr>
          <p:nvPr>
            <p:ph type="dt" sz="half" idx="10"/>
          </p:nvPr>
        </p:nvSpPr>
        <p:spPr/>
        <p:txBody>
          <a:bodyPr/>
          <a:lstStyle/>
          <a:p>
            <a:fld id="{C764DE79-268F-4C1A-8933-263129D2AF90}" type="datetimeFigureOut">
              <a:rPr lang="en-US" dirty="0"/>
              <a:pPr/>
              <a:t>9/8/2025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48F63A3B-78C7-47BE-AE5E-E10140E04643}" type="slidenum">
              <a:rPr lang="en-US" dirty="0"/>
              <a:pPr/>
              <a:t>‹#›</a:t>
            </a:fld>
            <a:endParaRPr lang="en-US" dirty="0"/>
          </a:p>
        </p:txBody>
      </p:sp>
    </p:spTree>
    <p:extLst>
      <p:ext uri="{BB962C8B-B14F-4D97-AF65-F5344CB8AC3E}">
        <p14:creationId xmlns:p14="http://schemas.microsoft.com/office/powerpoint/2010/main" val="283474446"/>
      </p:ext>
    </p:extLst>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764DE79-268F-4C1A-8933-263129D2AF90}" type="datetimeFigureOut">
              <a:rPr lang="en-US" dirty="0"/>
              <a:pPr/>
              <a:t>9/8/2025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48F63A3B-78C7-47BE-AE5E-E10140E04643}" type="slidenum">
              <a:rPr lang="en-US" dirty="0"/>
              <a:pPr/>
              <a:t>‹#›</a:t>
            </a:fld>
            <a:endParaRPr lang="en-US" dirty="0"/>
          </a:p>
        </p:txBody>
      </p:sp>
    </p:spTree>
    <p:extLst>
      <p:ext uri="{BB962C8B-B14F-4D97-AF65-F5344CB8AC3E}">
        <p14:creationId xmlns:p14="http://schemas.microsoft.com/office/powerpoint/2010/main" val="2301870649"/>
      </p:ext>
    </p:extLst>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59683" y="685906"/>
            <a:ext cx="5898356" cy="2400671"/>
          </a:xfrm>
        </p:spPr>
        <p:txBody>
          <a:bodyPr anchor="b"/>
          <a:lstStyle>
            <a:lvl1pPr>
              <a:defRPr sz="4800"/>
            </a:lvl1pPr>
          </a:lstStyle>
          <a:p>
            <a:r>
              <a:rPr lang="en-US" altLang="zh-TW" dirty="0"/>
              <a:t>Click to edit Master title style</a:t>
            </a:r>
            <a:endParaRPr lang="en-US" dirty="0"/>
          </a:p>
        </p:txBody>
      </p:sp>
      <p:sp>
        <p:nvSpPr>
          <p:cNvPr id="3" name="Content Placeholder 2"/>
          <p:cNvSpPr>
            <a:spLocks noGrp="1"/>
          </p:cNvSpPr>
          <p:nvPr>
            <p:ph idx="1"/>
          </p:nvPr>
        </p:nvSpPr>
        <p:spPr>
          <a:xfrm>
            <a:off x="7774782" y="1481367"/>
            <a:ext cx="9258300" cy="7311566"/>
          </a:xfrm>
        </p:spPr>
        <p:txBody>
          <a:bodyPr/>
          <a:lstStyle>
            <a:lvl1pPr>
              <a:defRPr sz="4800"/>
            </a:lvl1pPr>
            <a:lvl2pPr>
              <a:defRPr sz="4200"/>
            </a:lvl2pPr>
            <a:lvl3pPr>
              <a:defRPr sz="3600"/>
            </a:lvl3pPr>
            <a:lvl4pPr>
              <a:defRPr sz="3000"/>
            </a:lvl4pPr>
            <a:lvl5pPr>
              <a:defRPr sz="3000"/>
            </a:lvl5pPr>
            <a:lvl6pPr>
              <a:defRPr sz="3000"/>
            </a:lvl6pPr>
            <a:lvl7pPr>
              <a:defRPr sz="3000"/>
            </a:lvl7pPr>
            <a:lvl8pPr>
              <a:defRPr sz="3000"/>
            </a:lvl8pPr>
            <a:lvl9pPr>
              <a:defRPr sz="3000"/>
            </a:lvl9pPr>
          </a:lstStyle>
          <a:p>
            <a:pPr lvl="0"/>
            <a:r>
              <a:rPr lang="en-US" altLang="zh-TW" dirty="0"/>
              <a:t>Click to edit Master text styles</a:t>
            </a:r>
          </a:p>
          <a:p>
            <a:pPr lvl="1"/>
            <a:r>
              <a:rPr lang="en-US" altLang="zh-TW" dirty="0"/>
              <a:t>Second level</a:t>
            </a:r>
          </a:p>
          <a:p>
            <a:pPr lvl="2"/>
            <a:r>
              <a:rPr lang="en-US" altLang="zh-TW" dirty="0"/>
              <a:t>Third level</a:t>
            </a:r>
          </a:p>
          <a:p>
            <a:pPr lvl="3"/>
            <a:r>
              <a:rPr lang="en-US" altLang="zh-TW" dirty="0"/>
              <a:t>Fourth level</a:t>
            </a:r>
          </a:p>
          <a:p>
            <a:pPr lvl="4"/>
            <a:r>
              <a:rPr lang="en-US" altLang="zh-TW" dirty="0"/>
              <a:t>Fifth level</a:t>
            </a:r>
            <a:endParaRPr lang="en-US" dirty="0"/>
          </a:p>
        </p:txBody>
      </p:sp>
      <p:sp>
        <p:nvSpPr>
          <p:cNvPr id="4" name="Text Placeholder 3"/>
          <p:cNvSpPr>
            <a:spLocks noGrp="1"/>
          </p:cNvSpPr>
          <p:nvPr>
            <p:ph type="body" sz="half" idx="2"/>
          </p:nvPr>
        </p:nvSpPr>
        <p:spPr>
          <a:xfrm>
            <a:off x="1259683" y="3086576"/>
            <a:ext cx="5898356" cy="5718265"/>
          </a:xfrm>
        </p:spPr>
        <p:txBody>
          <a:bodyPr/>
          <a:lstStyle>
            <a:lvl1pPr marL="0" indent="0">
              <a:buNone/>
              <a:defRPr sz="2400"/>
            </a:lvl1pPr>
            <a:lvl2pPr marL="685800" indent="0">
              <a:buNone/>
              <a:defRPr sz="2100"/>
            </a:lvl2pPr>
            <a:lvl3pPr marL="1371600" indent="0">
              <a:buNone/>
              <a:defRPr sz="1800"/>
            </a:lvl3pPr>
            <a:lvl4pPr marL="2057400" indent="0">
              <a:buNone/>
              <a:defRPr sz="1500"/>
            </a:lvl4pPr>
            <a:lvl5pPr marL="2743200" indent="0">
              <a:buNone/>
              <a:defRPr sz="1500"/>
            </a:lvl5pPr>
            <a:lvl6pPr marL="3429000" indent="0">
              <a:buNone/>
              <a:defRPr sz="1500"/>
            </a:lvl6pPr>
            <a:lvl7pPr marL="4114800" indent="0">
              <a:buNone/>
              <a:defRPr sz="1500"/>
            </a:lvl7pPr>
            <a:lvl8pPr marL="4800600" indent="0">
              <a:buNone/>
              <a:defRPr sz="1500"/>
            </a:lvl8pPr>
            <a:lvl9pPr marL="5486400" indent="0">
              <a:buNone/>
              <a:defRPr sz="1500"/>
            </a:lvl9pPr>
          </a:lstStyle>
          <a:p>
            <a:pPr lvl="0"/>
            <a:r>
              <a:rPr lang="en-US" altLang="zh-TW" dirty="0"/>
              <a:t>Click to edit Master text styles</a:t>
            </a:r>
          </a:p>
        </p:txBody>
      </p:sp>
      <p:sp>
        <p:nvSpPr>
          <p:cNvPr id="5" name="Date Placeholder 4"/>
          <p:cNvSpPr>
            <a:spLocks noGrp="1"/>
          </p:cNvSpPr>
          <p:nvPr>
            <p:ph type="dt" sz="half" idx="10"/>
          </p:nvPr>
        </p:nvSpPr>
        <p:spPr/>
        <p:txBody>
          <a:bodyPr/>
          <a:lstStyle/>
          <a:p>
            <a:fld id="{C764DE79-268F-4C1A-8933-263129D2AF90}" type="datetimeFigureOut">
              <a:rPr lang="en-US" dirty="0"/>
              <a:pPr/>
              <a:t>9/8/2025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dirty="0"/>
              <a:pPr/>
              <a:t>‹#›</a:t>
            </a:fld>
            <a:endParaRPr lang="en-US" dirty="0"/>
          </a:p>
        </p:txBody>
      </p:sp>
    </p:spTree>
    <p:extLst>
      <p:ext uri="{BB962C8B-B14F-4D97-AF65-F5344CB8AC3E}">
        <p14:creationId xmlns:p14="http://schemas.microsoft.com/office/powerpoint/2010/main" val="3539152193"/>
      </p:ext>
    </p:extLst>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59683" y="685906"/>
            <a:ext cx="5898356" cy="2400671"/>
          </a:xfrm>
        </p:spPr>
        <p:txBody>
          <a:bodyPr anchor="b"/>
          <a:lstStyle>
            <a:lvl1pPr>
              <a:defRPr sz="4800"/>
            </a:lvl1pPr>
          </a:lstStyle>
          <a:p>
            <a:r>
              <a:rPr lang="en-US" altLang="zh-TW" dirty="0"/>
              <a:t>Click to edit Master title style</a:t>
            </a:r>
            <a:endParaRPr lang="en-US" dirty="0"/>
          </a:p>
        </p:txBody>
      </p:sp>
      <p:sp>
        <p:nvSpPr>
          <p:cNvPr id="3" name="Picture Placeholder 2"/>
          <p:cNvSpPr>
            <a:spLocks noGrp="1" noChangeAspect="1"/>
          </p:cNvSpPr>
          <p:nvPr>
            <p:ph type="pic" idx="1"/>
          </p:nvPr>
        </p:nvSpPr>
        <p:spPr>
          <a:xfrm>
            <a:off x="7774782" y="1481367"/>
            <a:ext cx="9258300" cy="7311566"/>
          </a:xfrm>
        </p:spPr>
        <p:txBody>
          <a:bodyPr anchor="t"/>
          <a:lstStyle>
            <a:lvl1pPr marL="0" indent="0">
              <a:buNone/>
              <a:defRPr sz="4800"/>
            </a:lvl1pPr>
            <a:lvl2pPr marL="685800" indent="0">
              <a:buNone/>
              <a:defRPr sz="4200"/>
            </a:lvl2pPr>
            <a:lvl3pPr marL="1371600" indent="0">
              <a:buNone/>
              <a:defRPr sz="3600"/>
            </a:lvl3pPr>
            <a:lvl4pPr marL="2057400" indent="0">
              <a:buNone/>
              <a:defRPr sz="3000"/>
            </a:lvl4pPr>
            <a:lvl5pPr marL="2743200" indent="0">
              <a:buNone/>
              <a:defRPr sz="3000"/>
            </a:lvl5pPr>
            <a:lvl6pPr marL="3429000" indent="0">
              <a:buNone/>
              <a:defRPr sz="3000"/>
            </a:lvl6pPr>
            <a:lvl7pPr marL="4114800" indent="0">
              <a:buNone/>
              <a:defRPr sz="3000"/>
            </a:lvl7pPr>
            <a:lvl8pPr marL="4800600" indent="0">
              <a:buNone/>
              <a:defRPr sz="3000"/>
            </a:lvl8pPr>
            <a:lvl9pPr marL="5486400" indent="0">
              <a:buNone/>
              <a:defRPr sz="3000"/>
            </a:lvl9pPr>
          </a:lstStyle>
          <a:p>
            <a:r>
              <a:rPr lang="en-US" altLang="zh-TW" dirty="0"/>
              <a:t>Click icon to add picture</a:t>
            </a:r>
            <a:endParaRPr lang="en-US" dirty="0"/>
          </a:p>
        </p:txBody>
      </p:sp>
      <p:sp>
        <p:nvSpPr>
          <p:cNvPr id="4" name="Text Placeholder 3"/>
          <p:cNvSpPr>
            <a:spLocks noGrp="1"/>
          </p:cNvSpPr>
          <p:nvPr>
            <p:ph type="body" sz="half" idx="2"/>
          </p:nvPr>
        </p:nvSpPr>
        <p:spPr>
          <a:xfrm>
            <a:off x="1259683" y="3086576"/>
            <a:ext cx="5898356" cy="5718265"/>
          </a:xfrm>
        </p:spPr>
        <p:txBody>
          <a:bodyPr/>
          <a:lstStyle>
            <a:lvl1pPr marL="0" indent="0">
              <a:buNone/>
              <a:defRPr sz="2400"/>
            </a:lvl1pPr>
            <a:lvl2pPr marL="685800" indent="0">
              <a:buNone/>
              <a:defRPr sz="2100"/>
            </a:lvl2pPr>
            <a:lvl3pPr marL="1371600" indent="0">
              <a:buNone/>
              <a:defRPr sz="1800"/>
            </a:lvl3pPr>
            <a:lvl4pPr marL="2057400" indent="0">
              <a:buNone/>
              <a:defRPr sz="1500"/>
            </a:lvl4pPr>
            <a:lvl5pPr marL="2743200" indent="0">
              <a:buNone/>
              <a:defRPr sz="1500"/>
            </a:lvl5pPr>
            <a:lvl6pPr marL="3429000" indent="0">
              <a:buNone/>
              <a:defRPr sz="1500"/>
            </a:lvl6pPr>
            <a:lvl7pPr marL="4114800" indent="0">
              <a:buNone/>
              <a:defRPr sz="1500"/>
            </a:lvl7pPr>
            <a:lvl8pPr marL="4800600" indent="0">
              <a:buNone/>
              <a:defRPr sz="1500"/>
            </a:lvl8pPr>
            <a:lvl9pPr marL="5486400" indent="0">
              <a:buNone/>
              <a:defRPr sz="1500"/>
            </a:lvl9pPr>
          </a:lstStyle>
          <a:p>
            <a:pPr lvl="0"/>
            <a:r>
              <a:rPr lang="en-US" altLang="zh-TW" dirty="0"/>
              <a:t>Click to edit Master text styles</a:t>
            </a:r>
          </a:p>
        </p:txBody>
      </p:sp>
      <p:sp>
        <p:nvSpPr>
          <p:cNvPr id="5" name="Date Placeholder 4"/>
          <p:cNvSpPr>
            <a:spLocks noGrp="1"/>
          </p:cNvSpPr>
          <p:nvPr>
            <p:ph type="dt" sz="half" idx="10"/>
          </p:nvPr>
        </p:nvSpPr>
        <p:spPr/>
        <p:txBody>
          <a:bodyPr/>
          <a:lstStyle/>
          <a:p>
            <a:fld id="{C764DE79-268F-4C1A-8933-263129D2AF90}" type="datetimeFigureOut">
              <a:rPr lang="en-US" dirty="0"/>
              <a:pPr/>
              <a:t>9/8/2025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dirty="0"/>
              <a:pPr/>
              <a:t>‹#›</a:t>
            </a:fld>
            <a:endParaRPr lang="en-US" dirty="0"/>
          </a:p>
        </p:txBody>
      </p:sp>
    </p:spTree>
    <p:extLst>
      <p:ext uri="{BB962C8B-B14F-4D97-AF65-F5344CB8AC3E}">
        <p14:creationId xmlns:p14="http://schemas.microsoft.com/office/powerpoint/2010/main" val="2587476965"/>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TW" dirty="0"/>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ltLang="zh-TW" dirty="0"/>
              <a:t>Click to edit Master text styles</a:t>
            </a:r>
          </a:p>
          <a:p>
            <a:pPr lvl="1"/>
            <a:r>
              <a:rPr lang="en-US" altLang="zh-TW" dirty="0"/>
              <a:t>Second level</a:t>
            </a:r>
          </a:p>
          <a:p>
            <a:pPr lvl="2"/>
            <a:r>
              <a:rPr lang="en-US" altLang="zh-TW" dirty="0"/>
              <a:t>Third level</a:t>
            </a:r>
          </a:p>
          <a:p>
            <a:pPr lvl="3"/>
            <a:r>
              <a:rPr lang="en-US" altLang="zh-TW" dirty="0"/>
              <a:t>Fourth level</a:t>
            </a:r>
          </a:p>
          <a:p>
            <a:pPr lvl="4"/>
            <a:r>
              <a:rPr lang="en-US" altLang="zh-TW" dirty="0"/>
              <a:t>Fifth level</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dirty="0"/>
              <a:pPr/>
              <a:t>9/8/2025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pPr/>
              <a:t>‹#›</a:t>
            </a:fld>
            <a:endParaRPr lang="en-US" dirty="0"/>
          </a:p>
        </p:txBody>
      </p:sp>
    </p:spTree>
    <p:extLst>
      <p:ext uri="{BB962C8B-B14F-4D97-AF65-F5344CB8AC3E}">
        <p14:creationId xmlns:p14="http://schemas.microsoft.com/office/powerpoint/2010/main" val="2143851714"/>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3087350" y="547772"/>
            <a:ext cx="3943350" cy="8719103"/>
          </a:xfrm>
        </p:spPr>
        <p:txBody>
          <a:bodyPr vert="eaVert"/>
          <a:lstStyle/>
          <a:p>
            <a:r>
              <a:rPr lang="en-US" altLang="zh-TW" dirty="0"/>
              <a:t>Click to edit Master title style</a:t>
            </a:r>
            <a:endParaRPr lang="en-US" dirty="0"/>
          </a:p>
        </p:txBody>
      </p:sp>
      <p:sp>
        <p:nvSpPr>
          <p:cNvPr id="3" name="Vertical Text Placeholder 2"/>
          <p:cNvSpPr>
            <a:spLocks noGrp="1"/>
          </p:cNvSpPr>
          <p:nvPr>
            <p:ph type="body" orient="vert" idx="1"/>
          </p:nvPr>
        </p:nvSpPr>
        <p:spPr>
          <a:xfrm>
            <a:off x="1257300" y="547772"/>
            <a:ext cx="11601450" cy="8719103"/>
          </a:xfrm>
        </p:spPr>
        <p:txBody>
          <a:bodyPr vert="eaVert"/>
          <a:lstStyle/>
          <a:p>
            <a:pPr lvl="0"/>
            <a:r>
              <a:rPr lang="en-US" altLang="zh-TW" dirty="0"/>
              <a:t>Click to edit Master text styles</a:t>
            </a:r>
          </a:p>
          <a:p>
            <a:pPr lvl="1"/>
            <a:r>
              <a:rPr lang="en-US" altLang="zh-TW" dirty="0"/>
              <a:t>Second level</a:t>
            </a:r>
          </a:p>
          <a:p>
            <a:pPr lvl="2"/>
            <a:r>
              <a:rPr lang="en-US" altLang="zh-TW" dirty="0"/>
              <a:t>Third level</a:t>
            </a:r>
          </a:p>
          <a:p>
            <a:pPr lvl="3"/>
            <a:r>
              <a:rPr lang="en-US" altLang="zh-TW" dirty="0"/>
              <a:t>Fourth level</a:t>
            </a:r>
          </a:p>
          <a:p>
            <a:pPr lvl="4"/>
            <a:r>
              <a:rPr lang="en-US" altLang="zh-TW" dirty="0"/>
              <a:t>Fifth level</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dirty="0"/>
              <a:pPr/>
              <a:t>9/8/2025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pPr/>
              <a:t>‹#›</a:t>
            </a:fld>
            <a:endParaRPr lang="en-US" dirty="0"/>
          </a:p>
        </p:txBody>
      </p:sp>
    </p:spTree>
    <p:extLst>
      <p:ext uri="{BB962C8B-B14F-4D97-AF65-F5344CB8AC3E}">
        <p14:creationId xmlns:p14="http://schemas.microsoft.com/office/powerpoint/2010/main" val="1147018061"/>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自訂版面配置">
    <p:spTree>
      <p:nvGrpSpPr>
        <p:cNvPr id="1" name=""/>
        <p:cNvGrpSpPr/>
        <p:nvPr/>
      </p:nvGrpSpPr>
      <p:grpSpPr>
        <a:xfrm>
          <a:off x="0" y="0"/>
          <a:ext cx="0" cy="0"/>
          <a:chOff x="0" y="0"/>
          <a:chExt cx="0" cy="0"/>
        </a:xfrm>
      </p:grpSpPr>
      <p:pic>
        <p:nvPicPr>
          <p:cNvPr id="9" name="圖片 8">
            <a:extLst>
              <a:ext uri="{FF2B5EF4-FFF2-40B4-BE49-F238E27FC236}">
                <a16:creationId xmlns:a16="http://schemas.microsoft.com/office/drawing/2014/main" id="{E25844F4-1900-BFFB-A55D-854D27EE700E}"/>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0"/>
            <a:ext cx="18288000" cy="10288588"/>
          </a:xfrm>
          <a:prstGeom prst="rect">
            <a:avLst/>
          </a:prstGeom>
        </p:spPr>
      </p:pic>
    </p:spTree>
    <p:extLst>
      <p:ext uri="{BB962C8B-B14F-4D97-AF65-F5344CB8AC3E}">
        <p14:creationId xmlns:p14="http://schemas.microsoft.com/office/powerpoint/2010/main" val="8335391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5_自訂版面配置">
    <p:spTree>
      <p:nvGrpSpPr>
        <p:cNvPr id="1" name=""/>
        <p:cNvGrpSpPr/>
        <p:nvPr/>
      </p:nvGrpSpPr>
      <p:grpSpPr>
        <a:xfrm>
          <a:off x="0" y="0"/>
          <a:ext cx="0" cy="0"/>
          <a:chOff x="0" y="0"/>
          <a:chExt cx="0" cy="0"/>
        </a:xfrm>
      </p:grpSpPr>
      <p:pic>
        <p:nvPicPr>
          <p:cNvPr id="7" name="圖片 6">
            <a:extLst>
              <a:ext uri="{FF2B5EF4-FFF2-40B4-BE49-F238E27FC236}">
                <a16:creationId xmlns:a16="http://schemas.microsoft.com/office/drawing/2014/main" id="{1089C009-AC07-C46C-AE77-052C754A5BCD}"/>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3" y="2575"/>
            <a:ext cx="18287997" cy="10286015"/>
          </a:xfrm>
          <a:prstGeom prst="rect">
            <a:avLst/>
          </a:prstGeom>
        </p:spPr>
      </p:pic>
    </p:spTree>
    <p:extLst>
      <p:ext uri="{BB962C8B-B14F-4D97-AF65-F5344CB8AC3E}">
        <p14:creationId xmlns:p14="http://schemas.microsoft.com/office/powerpoint/2010/main" val="95645815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6_自訂版面配置">
    <p:spTree>
      <p:nvGrpSpPr>
        <p:cNvPr id="1" name=""/>
        <p:cNvGrpSpPr/>
        <p:nvPr/>
      </p:nvGrpSpPr>
      <p:grpSpPr>
        <a:xfrm>
          <a:off x="0" y="0"/>
          <a:ext cx="0" cy="0"/>
          <a:chOff x="0" y="0"/>
          <a:chExt cx="0" cy="0"/>
        </a:xfrm>
      </p:grpSpPr>
      <p:pic>
        <p:nvPicPr>
          <p:cNvPr id="3" name="圖片 2">
            <a:extLst>
              <a:ext uri="{FF2B5EF4-FFF2-40B4-BE49-F238E27FC236}">
                <a16:creationId xmlns:a16="http://schemas.microsoft.com/office/drawing/2014/main" id="{8BD2CC32-CECA-3D65-6472-4640E726C047}"/>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1290"/>
            <a:ext cx="18288000" cy="10286015"/>
          </a:xfrm>
          <a:prstGeom prst="rect">
            <a:avLst/>
          </a:prstGeom>
        </p:spPr>
      </p:pic>
      <p:sp>
        <p:nvSpPr>
          <p:cNvPr id="2" name="TextBox 1">
            <a:extLst>
              <a:ext uri="{FF2B5EF4-FFF2-40B4-BE49-F238E27FC236}">
                <a16:creationId xmlns:a16="http://schemas.microsoft.com/office/drawing/2014/main" id="{3C3275E5-3531-FFFA-3798-282621745510}"/>
              </a:ext>
            </a:extLst>
          </p:cNvPr>
          <p:cNvSpPr txBox="1"/>
          <p:nvPr userDrawn="1"/>
        </p:nvSpPr>
        <p:spPr>
          <a:xfrm>
            <a:off x="644238" y="600812"/>
            <a:ext cx="3262432" cy="1015663"/>
          </a:xfrm>
          <a:prstGeom prst="rect">
            <a:avLst/>
          </a:prstGeom>
          <a:noFill/>
        </p:spPr>
        <p:txBody>
          <a:bodyPr wrap="none" rtlCol="0">
            <a:spAutoFit/>
          </a:bodyPr>
          <a:lstStyle/>
          <a:p>
            <a:r>
              <a:rPr kumimoji="1" lang="zh-TW" altLang="en-US" sz="6000" b="1">
                <a:latin typeface="Microsoft JhengHei" panose="020B0604030504040204" pitchFamily="34" charset="-120"/>
                <a:ea typeface="Microsoft JhengHei" panose="020B0604030504040204" pitchFamily="34" charset="-120"/>
              </a:rPr>
              <a:t>重要聲明</a:t>
            </a:r>
          </a:p>
        </p:txBody>
      </p:sp>
      <p:sp>
        <p:nvSpPr>
          <p:cNvPr id="4" name="TextBox 3">
            <a:extLst>
              <a:ext uri="{FF2B5EF4-FFF2-40B4-BE49-F238E27FC236}">
                <a16:creationId xmlns:a16="http://schemas.microsoft.com/office/drawing/2014/main" id="{D3BA386D-4EF9-4F60-02E3-7C1A898CF24E}"/>
              </a:ext>
            </a:extLst>
          </p:cNvPr>
          <p:cNvSpPr txBox="1"/>
          <p:nvPr userDrawn="1"/>
        </p:nvSpPr>
        <p:spPr>
          <a:xfrm>
            <a:off x="561111" y="3205004"/>
            <a:ext cx="17165778" cy="3416320"/>
          </a:xfrm>
          <a:prstGeom prst="rect">
            <a:avLst/>
          </a:prstGeom>
          <a:noFill/>
        </p:spPr>
        <p:txBody>
          <a:bodyPr wrap="square" rtlCol="0">
            <a:spAutoFit/>
          </a:bodyPr>
          <a:lstStyle/>
          <a:p>
            <a:pPr>
              <a:buClr>
                <a:srgbClr val="000000"/>
              </a:buClr>
            </a:pPr>
            <a:r>
              <a:rPr lang="zh-TW" altLang="en-US" sz="2400" b="1" kern="0" dirty="0">
                <a:solidFill>
                  <a:srgbClr val="000000"/>
                </a:solidFill>
                <a:latin typeface="微軟正黑體" panose="020B0604030504040204" pitchFamily="34" charset="-120"/>
                <a:ea typeface="微軟正黑體" panose="020B0604030504040204" pitchFamily="34" charset="-120"/>
                <a:cs typeface="Arial"/>
                <a:sym typeface="Arial"/>
              </a:rPr>
              <a:t>本簡報依據</a:t>
            </a:r>
            <a:r>
              <a:rPr lang="zh-TW" altLang="en-US" sz="2400" b="1" dirty="0">
                <a:latin typeface="微軟正黑體" panose="020B0604030504040204" pitchFamily="34" charset="-120"/>
                <a:ea typeface="微軟正黑體" panose="020B0604030504040204" pitchFamily="34" charset="-120"/>
              </a:rPr>
              <a:t>裕榮昌科技股份有限公司台中分公司</a:t>
            </a:r>
            <a:r>
              <a:rPr lang="zh-TW" altLang="en-US" sz="2400" b="1" kern="0" dirty="0">
                <a:solidFill>
                  <a:srgbClr val="000000"/>
                </a:solidFill>
                <a:latin typeface="微軟正黑體" panose="020B0604030504040204" pitchFamily="34" charset="-120"/>
                <a:ea typeface="微軟正黑體" panose="020B0604030504040204" pitchFamily="34" charset="-120"/>
                <a:cs typeface="Arial"/>
                <a:sym typeface="Arial"/>
              </a:rPr>
              <a:t>之需求所編製。</a:t>
            </a:r>
            <a:endParaRPr lang="en-US" altLang="zh-TW" sz="2400" b="1" kern="0" dirty="0">
              <a:solidFill>
                <a:srgbClr val="000000"/>
              </a:solidFill>
              <a:latin typeface="微軟正黑體" panose="020B0604030504040204" pitchFamily="34" charset="-120"/>
              <a:ea typeface="微軟正黑體" panose="020B0604030504040204" pitchFamily="34" charset="-120"/>
              <a:cs typeface="Arial"/>
              <a:sym typeface="Arial"/>
            </a:endParaRPr>
          </a:p>
          <a:p>
            <a:pPr>
              <a:buClr>
                <a:srgbClr val="000000"/>
              </a:buClr>
            </a:pPr>
            <a:endParaRPr lang="en-US" altLang="zh-TW" sz="2400" b="1" kern="0" dirty="0">
              <a:solidFill>
                <a:srgbClr val="000000"/>
              </a:solidFill>
              <a:latin typeface="微軟正黑體" panose="020B0604030504040204" pitchFamily="34" charset="-120"/>
              <a:ea typeface="微軟正黑體" panose="020B0604030504040204" pitchFamily="34" charset="-120"/>
              <a:cs typeface="Arial"/>
              <a:sym typeface="Arial"/>
            </a:endParaRPr>
          </a:p>
          <a:p>
            <a:pPr algn="just" fontAlgn="base"/>
            <a:r>
              <a:rPr lang="zh-TW" altLang="en-US" sz="2400" b="1" dirty="0">
                <a:latin typeface="微軟正黑體" panose="020B0604030504040204" pitchFamily="34" charset="-120"/>
                <a:ea typeface="微軟正黑體" panose="020B0604030504040204" pitchFamily="34" charset="-120"/>
              </a:rPr>
              <a:t>本份簡報係於</a:t>
            </a:r>
            <a:r>
              <a:rPr lang="en-US" altLang="zh-TW" sz="2400" b="1" dirty="0">
                <a:latin typeface="微軟正黑體" panose="020B0604030504040204" pitchFamily="34" charset="-120"/>
                <a:ea typeface="微軟正黑體" panose="020B0604030504040204" pitchFamily="34" charset="-120"/>
              </a:rPr>
              <a:t>2025</a:t>
            </a:r>
            <a:r>
              <a:rPr lang="zh-TW" altLang="en-US" sz="2400" b="1" dirty="0">
                <a:latin typeface="微軟正黑體" panose="020B0604030504040204" pitchFamily="34" charset="-120"/>
                <a:ea typeface="微軟正黑體" panose="020B0604030504040204" pitchFamily="34" charset="-120"/>
              </a:rPr>
              <a:t>年</a:t>
            </a:r>
            <a:r>
              <a:rPr lang="en-US" altLang="zh-TW" sz="2400" b="1" dirty="0">
                <a:latin typeface="微軟正黑體" panose="020B0604030504040204" pitchFamily="34" charset="-120"/>
                <a:ea typeface="微軟正黑體" panose="020B0604030504040204" pitchFamily="34" charset="-120"/>
              </a:rPr>
              <a:t>4</a:t>
            </a:r>
            <a:r>
              <a:rPr lang="zh-TW" altLang="en-US" sz="2400" b="1" dirty="0">
                <a:latin typeface="微軟正黑體" panose="020B0604030504040204" pitchFamily="34" charset="-120"/>
                <a:ea typeface="微軟正黑體" panose="020B0604030504040204" pitchFamily="34" charset="-120"/>
              </a:rPr>
              <a:t>月</a:t>
            </a:r>
            <a:r>
              <a:rPr lang="en-US" altLang="zh-TW" sz="2400" b="1" dirty="0">
                <a:latin typeface="微軟正黑體" panose="020B0604030504040204" pitchFamily="34" charset="-120"/>
                <a:ea typeface="微軟正黑體" panose="020B0604030504040204" pitchFamily="34" charset="-120"/>
              </a:rPr>
              <a:t>1</a:t>
            </a:r>
            <a:r>
              <a:rPr lang="zh-TW" altLang="en-US" sz="2400" b="1" dirty="0">
                <a:latin typeface="微軟正黑體" panose="020B0604030504040204" pitchFamily="34" charset="-120"/>
                <a:ea typeface="微軟正黑體" panose="020B0604030504040204" pitchFamily="34" charset="-120"/>
              </a:rPr>
              <a:t>日簽訂之服務委任合約製作完成，僅提供賜昌集團內部參考使用。</a:t>
            </a:r>
          </a:p>
          <a:p>
            <a:pPr algn="just" fontAlgn="base"/>
            <a:endParaRPr lang="en-US" altLang="zh-TW" sz="2400" b="1" dirty="0">
              <a:latin typeface="微軟正黑體" panose="020B0604030504040204" pitchFamily="34" charset="-120"/>
              <a:ea typeface="微軟正黑體" panose="020B0604030504040204" pitchFamily="34" charset="-120"/>
            </a:endParaRPr>
          </a:p>
          <a:p>
            <a:pPr algn="just" fontAlgn="base"/>
            <a:r>
              <a:rPr lang="zh-TW" altLang="en-US" sz="2400" b="1" dirty="0">
                <a:latin typeface="微軟正黑體" panose="020B0604030504040204" pitchFamily="34" charset="-120"/>
                <a:ea typeface="微軟正黑體" panose="020B0604030504040204" pitchFamily="34" charset="-120"/>
              </a:rPr>
              <a:t>本份簡報為機密文件，在未取得本公司書面同意下，除委任合約中指明之對象及用途外，本簡報不得複製或提供第三人使用，亦不得作為其他用途。對於任何人因違反前述規定，任意傳閱、複製或使用本份報告所引發之任何損失，本公司將不負任何義務及責任。</a:t>
            </a:r>
          </a:p>
          <a:p>
            <a:endParaRPr lang="zh-TW" altLang="en-US" sz="2400" b="1" dirty="0">
              <a:latin typeface="微軟正黑體" panose="020B0604030504040204" pitchFamily="34" charset="-120"/>
              <a:ea typeface="微軟正黑體" panose="020B0604030504040204" pitchFamily="34" charset="-120"/>
            </a:endParaRPr>
          </a:p>
          <a:p>
            <a:pPr>
              <a:buClr>
                <a:srgbClr val="000000"/>
              </a:buClr>
            </a:pPr>
            <a:r>
              <a:rPr lang="zh-TW" altLang="en-US" sz="2400" b="1" kern="0" dirty="0">
                <a:solidFill>
                  <a:srgbClr val="000000"/>
                </a:solidFill>
                <a:latin typeface="微軟正黑體" panose="020B0604030504040204" pitchFamily="34" charset="-120"/>
                <a:ea typeface="微軟正黑體" panose="020B0604030504040204" pitchFamily="34" charset="-120"/>
                <a:cs typeface="Arial"/>
                <a:sym typeface="Arial"/>
              </a:rPr>
              <a:t>未經本公司書面同意，  貴公司以及專案所有成員不得將本簡報之全部或部分提供予任何第三人或使第三人得知其內容。</a:t>
            </a:r>
          </a:p>
        </p:txBody>
      </p:sp>
    </p:spTree>
    <p:extLst>
      <p:ext uri="{BB962C8B-B14F-4D97-AF65-F5344CB8AC3E}">
        <p14:creationId xmlns:p14="http://schemas.microsoft.com/office/powerpoint/2010/main" val="19420075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4_自訂版面配置">
    <p:spTree>
      <p:nvGrpSpPr>
        <p:cNvPr id="1" name=""/>
        <p:cNvGrpSpPr/>
        <p:nvPr/>
      </p:nvGrpSpPr>
      <p:grpSpPr>
        <a:xfrm>
          <a:off x="0" y="0"/>
          <a:ext cx="0" cy="0"/>
          <a:chOff x="0" y="0"/>
          <a:chExt cx="0" cy="0"/>
        </a:xfrm>
      </p:grpSpPr>
      <p:pic>
        <p:nvPicPr>
          <p:cNvPr id="3" name="圖片 2">
            <a:extLst>
              <a:ext uri="{FF2B5EF4-FFF2-40B4-BE49-F238E27FC236}">
                <a16:creationId xmlns:a16="http://schemas.microsoft.com/office/drawing/2014/main" id="{8BD2CC32-CECA-3D65-6472-4640E726C047}"/>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1290"/>
            <a:ext cx="18288000" cy="10286015"/>
          </a:xfrm>
          <a:prstGeom prst="rect">
            <a:avLst/>
          </a:prstGeom>
        </p:spPr>
      </p:pic>
    </p:spTree>
    <p:extLst>
      <p:ext uri="{BB962C8B-B14F-4D97-AF65-F5344CB8AC3E}">
        <p14:creationId xmlns:p14="http://schemas.microsoft.com/office/powerpoint/2010/main" val="275478592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1_Title and Full Content - Subtitle" preserve="1">
  <p:cSld name="2_Title and Full Content - Subtitle">
    <p:spTree>
      <p:nvGrpSpPr>
        <p:cNvPr id="1" name="Shape 21"/>
        <p:cNvGrpSpPr/>
        <p:nvPr/>
      </p:nvGrpSpPr>
      <p:grpSpPr>
        <a:xfrm>
          <a:off x="0" y="0"/>
          <a:ext cx="0" cy="0"/>
          <a:chOff x="0" y="0"/>
          <a:chExt cx="0" cy="0"/>
        </a:xfrm>
      </p:grpSpPr>
      <p:sp>
        <p:nvSpPr>
          <p:cNvPr id="22" name="Google Shape;22;p8"/>
          <p:cNvSpPr txBox="1">
            <a:spLocks noGrp="1"/>
          </p:cNvSpPr>
          <p:nvPr>
            <p:ph type="title"/>
          </p:nvPr>
        </p:nvSpPr>
        <p:spPr>
          <a:xfrm>
            <a:off x="664371" y="715994"/>
            <a:ext cx="16959261" cy="684373"/>
          </a:xfrm>
          <a:prstGeom prst="rect">
            <a:avLst/>
          </a:prstGeom>
          <a:noFill/>
          <a:ln>
            <a:noFill/>
          </a:ln>
        </p:spPr>
        <p:txBody>
          <a:bodyPr spcFirstLastPara="1" wrap="square" lIns="0" tIns="0" rIns="0" bIns="0" anchor="t" anchorCtr="0">
            <a:normAutofit/>
          </a:bodyPr>
          <a:lstStyle>
            <a:lvl1pPr lvl="0" algn="l">
              <a:lnSpc>
                <a:spcPct val="85000"/>
              </a:lnSpc>
              <a:spcBef>
                <a:spcPts val="0"/>
              </a:spcBef>
              <a:spcAft>
                <a:spcPts val="0"/>
              </a:spcAft>
              <a:buClr>
                <a:schemeClr val="dk1"/>
              </a:buClr>
              <a:buSzPts val="2800"/>
              <a:buFont typeface="Microsoft JhengHei"/>
              <a:buNone/>
              <a:defRPr sz="4200" b="1">
                <a:latin typeface="Microsoft JhengHei"/>
                <a:ea typeface="Microsoft JhengHei"/>
                <a:cs typeface="Microsoft JhengHei"/>
                <a:sym typeface="Microsoft JhengHe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3" name="Google Shape;23;p8"/>
          <p:cNvSpPr txBox="1">
            <a:spLocks noGrp="1"/>
          </p:cNvSpPr>
          <p:nvPr>
            <p:ph type="ftr" idx="11"/>
          </p:nvPr>
        </p:nvSpPr>
        <p:spPr>
          <a:xfrm>
            <a:off x="664368" y="9534091"/>
            <a:ext cx="8210552" cy="205772"/>
          </a:xfrm>
          <a:prstGeom prst="rect">
            <a:avLst/>
          </a:prstGeom>
          <a:noFill/>
          <a:ln>
            <a:noFill/>
          </a:ln>
        </p:spPr>
        <p:txBody>
          <a:bodyPr spcFirstLastPara="1" wrap="square" lIns="0" tIns="0" rIns="0" bIns="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4" name="Google Shape;24;p8"/>
          <p:cNvSpPr txBox="1">
            <a:spLocks noGrp="1"/>
          </p:cNvSpPr>
          <p:nvPr>
            <p:ph type="dt" idx="10"/>
          </p:nvPr>
        </p:nvSpPr>
        <p:spPr>
          <a:xfrm>
            <a:off x="14976444" y="9534091"/>
            <a:ext cx="2647188" cy="205772"/>
          </a:xfrm>
          <a:prstGeom prst="rect">
            <a:avLst/>
          </a:prstGeom>
          <a:noFill/>
          <a:ln>
            <a:noFill/>
          </a:ln>
        </p:spPr>
        <p:txBody>
          <a:bodyPr spcFirstLastPara="1" wrap="square" lIns="0" tIns="0" rIns="0" bIns="0" anchor="b"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 name="Google Shape;25;p8"/>
          <p:cNvSpPr txBox="1">
            <a:spLocks noGrp="1"/>
          </p:cNvSpPr>
          <p:nvPr>
            <p:ph type="sldNum" idx="12"/>
          </p:nvPr>
        </p:nvSpPr>
        <p:spPr>
          <a:xfrm>
            <a:off x="14976444" y="9739863"/>
            <a:ext cx="2647188" cy="205772"/>
          </a:xfrm>
          <a:prstGeom prst="rect">
            <a:avLst/>
          </a:prstGeom>
          <a:noFill/>
          <a:ln>
            <a:noFill/>
          </a:ln>
        </p:spPr>
        <p:txBody>
          <a:bodyPr spcFirstLastPara="1" wrap="square" lIns="0" tIns="0" rIns="0" bIns="0" anchor="b"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n-US"/>
              <a:pPr/>
              <a:t>‹#›</a:t>
            </a:fld>
            <a:endParaRPr lang="en-US"/>
          </a:p>
        </p:txBody>
      </p:sp>
      <p:sp>
        <p:nvSpPr>
          <p:cNvPr id="28" name="Google Shape;28;p8"/>
          <p:cNvSpPr txBox="1">
            <a:spLocks noGrp="1"/>
          </p:cNvSpPr>
          <p:nvPr>
            <p:ph type="subTitle" idx="1"/>
          </p:nvPr>
        </p:nvSpPr>
        <p:spPr>
          <a:xfrm>
            <a:off x="664368" y="1674730"/>
            <a:ext cx="16959264" cy="1212484"/>
          </a:xfrm>
          <a:prstGeom prst="rect">
            <a:avLst/>
          </a:prstGeom>
          <a:noFill/>
          <a:ln>
            <a:noFill/>
          </a:ln>
        </p:spPr>
        <p:txBody>
          <a:bodyPr spcFirstLastPara="1" wrap="square" lIns="0" tIns="0" rIns="0" bIns="0" anchor="t" anchorCtr="0">
            <a:noAutofit/>
          </a:bodyPr>
          <a:lstStyle>
            <a:lvl1pPr lvl="0" algn="l">
              <a:lnSpc>
                <a:spcPct val="85000"/>
              </a:lnSpc>
              <a:spcBef>
                <a:spcPts val="0"/>
              </a:spcBef>
              <a:spcAft>
                <a:spcPts val="0"/>
              </a:spcAft>
              <a:buClr>
                <a:schemeClr val="accent4"/>
              </a:buClr>
              <a:buSzPts val="2000"/>
              <a:buNone/>
              <a:defRPr sz="3000" b="1">
                <a:solidFill>
                  <a:schemeClr val="accent4"/>
                </a:solidFill>
                <a:latin typeface="Microsoft JhengHei"/>
                <a:ea typeface="Microsoft JhengHei"/>
                <a:cs typeface="Microsoft JhengHei"/>
                <a:sym typeface="Microsoft JhengHei"/>
              </a:defRPr>
            </a:lvl1pPr>
            <a:lvl2pPr lvl="1" algn="l">
              <a:lnSpc>
                <a:spcPct val="85000"/>
              </a:lnSpc>
              <a:spcBef>
                <a:spcPts val="0"/>
              </a:spcBef>
              <a:spcAft>
                <a:spcPts val="0"/>
              </a:spcAft>
              <a:buClr>
                <a:schemeClr val="dk1"/>
              </a:buClr>
              <a:buSzPts val="2400"/>
              <a:buNone/>
              <a:defRPr sz="3600"/>
            </a:lvl2pPr>
            <a:lvl3pPr lvl="2" algn="l">
              <a:lnSpc>
                <a:spcPct val="85000"/>
              </a:lnSpc>
              <a:spcBef>
                <a:spcPts val="0"/>
              </a:spcBef>
              <a:spcAft>
                <a:spcPts val="0"/>
              </a:spcAft>
              <a:buClr>
                <a:schemeClr val="dk1"/>
              </a:buClr>
              <a:buSzPts val="2400"/>
              <a:buNone/>
              <a:defRPr sz="3600"/>
            </a:lvl3pPr>
            <a:lvl4pPr lvl="3" algn="l">
              <a:lnSpc>
                <a:spcPct val="85000"/>
              </a:lnSpc>
              <a:spcBef>
                <a:spcPts val="0"/>
              </a:spcBef>
              <a:spcAft>
                <a:spcPts val="0"/>
              </a:spcAft>
              <a:buClr>
                <a:schemeClr val="dk1"/>
              </a:buClr>
              <a:buSzPts val="2400"/>
              <a:buNone/>
              <a:defRPr sz="3600"/>
            </a:lvl4pPr>
            <a:lvl5pPr lvl="4" algn="l">
              <a:lnSpc>
                <a:spcPct val="85000"/>
              </a:lnSpc>
              <a:spcBef>
                <a:spcPts val="0"/>
              </a:spcBef>
              <a:spcAft>
                <a:spcPts val="0"/>
              </a:spcAft>
              <a:buClr>
                <a:schemeClr val="dk1"/>
              </a:buClr>
              <a:buSzPts val="2400"/>
              <a:buNone/>
              <a:defRPr sz="3600"/>
            </a:lvl5pPr>
            <a:lvl6pPr lvl="5" algn="l">
              <a:lnSpc>
                <a:spcPct val="85000"/>
              </a:lnSpc>
              <a:spcBef>
                <a:spcPts val="0"/>
              </a:spcBef>
              <a:spcAft>
                <a:spcPts val="0"/>
              </a:spcAft>
              <a:buClr>
                <a:schemeClr val="dk1"/>
              </a:buClr>
              <a:buSzPts val="2400"/>
              <a:buNone/>
              <a:defRPr sz="3600"/>
            </a:lvl6pPr>
            <a:lvl7pPr lvl="6" algn="l">
              <a:lnSpc>
                <a:spcPct val="85000"/>
              </a:lnSpc>
              <a:spcBef>
                <a:spcPts val="0"/>
              </a:spcBef>
              <a:spcAft>
                <a:spcPts val="0"/>
              </a:spcAft>
              <a:buClr>
                <a:schemeClr val="dk1"/>
              </a:buClr>
              <a:buSzPts val="2400"/>
              <a:buNone/>
              <a:defRPr sz="3600"/>
            </a:lvl7pPr>
            <a:lvl8pPr lvl="7" algn="l">
              <a:lnSpc>
                <a:spcPct val="85000"/>
              </a:lnSpc>
              <a:spcBef>
                <a:spcPts val="0"/>
              </a:spcBef>
              <a:spcAft>
                <a:spcPts val="0"/>
              </a:spcAft>
              <a:buClr>
                <a:schemeClr val="dk1"/>
              </a:buClr>
              <a:buSzPts val="2400"/>
              <a:buNone/>
              <a:defRPr sz="3600"/>
            </a:lvl8pPr>
            <a:lvl9pPr lvl="8" algn="l">
              <a:lnSpc>
                <a:spcPct val="85000"/>
              </a:lnSpc>
              <a:spcBef>
                <a:spcPts val="0"/>
              </a:spcBef>
              <a:spcAft>
                <a:spcPts val="0"/>
              </a:spcAft>
              <a:buClr>
                <a:schemeClr val="dk1"/>
              </a:buClr>
              <a:buSzPts val="2400"/>
              <a:buNone/>
              <a:defRPr sz="3600"/>
            </a:lvl9pPr>
          </a:lstStyle>
          <a:p>
            <a:endParaRPr/>
          </a:p>
        </p:txBody>
      </p:sp>
      <p:cxnSp>
        <p:nvCxnSpPr>
          <p:cNvPr id="2" name="Google Shape;26;p8">
            <a:extLst>
              <a:ext uri="{FF2B5EF4-FFF2-40B4-BE49-F238E27FC236}">
                <a16:creationId xmlns:a16="http://schemas.microsoft.com/office/drawing/2014/main" id="{3C44852E-2A4F-C390-0531-598DA50C7D0D}"/>
              </a:ext>
            </a:extLst>
          </p:cNvPr>
          <p:cNvCxnSpPr>
            <a:cxnSpLocks/>
          </p:cNvCxnSpPr>
          <p:nvPr userDrawn="1"/>
        </p:nvCxnSpPr>
        <p:spPr>
          <a:xfrm>
            <a:off x="609166" y="1512141"/>
            <a:ext cx="17014463" cy="0"/>
          </a:xfrm>
          <a:prstGeom prst="straightConnector1">
            <a:avLst/>
          </a:prstGeom>
          <a:noFill/>
          <a:ln w="38100" cap="sq" cmpd="sng">
            <a:solidFill>
              <a:srgbClr val="A82415"/>
            </a:solidFill>
            <a:prstDash val="solid"/>
            <a:round/>
            <a:headEnd type="none" w="sm" len="sm"/>
            <a:tailEnd type="none" w="sm" len="sm"/>
          </a:ln>
        </p:spPr>
      </p:cxnSp>
      <p:pic>
        <p:nvPicPr>
          <p:cNvPr id="3" name="Google Shape;27;p8" descr="A red and black logo&#10;&#10;Description automatically generated">
            <a:extLst>
              <a:ext uri="{FF2B5EF4-FFF2-40B4-BE49-F238E27FC236}">
                <a16:creationId xmlns:a16="http://schemas.microsoft.com/office/drawing/2014/main" id="{7203C895-E48E-5654-59B4-87C538B70FA1}"/>
              </a:ext>
            </a:extLst>
          </p:cNvPr>
          <p:cNvPicPr preferRelativeResize="0"/>
          <p:nvPr userDrawn="1"/>
        </p:nvPicPr>
        <p:blipFill rotWithShape="1">
          <a:blip r:embed="rId2">
            <a:alphaModFix/>
          </a:blip>
          <a:srcRect/>
          <a:stretch/>
        </p:blipFill>
        <p:spPr>
          <a:xfrm>
            <a:off x="16791708" y="695699"/>
            <a:ext cx="831921" cy="724961"/>
          </a:xfrm>
          <a:prstGeom prst="rect">
            <a:avLst/>
          </a:prstGeom>
          <a:noFill/>
          <a:ln>
            <a:noFill/>
          </a:ln>
        </p:spPr>
      </p:pic>
    </p:spTree>
    <p:extLst>
      <p:ext uri="{BB962C8B-B14F-4D97-AF65-F5344CB8AC3E}">
        <p14:creationId xmlns:p14="http://schemas.microsoft.com/office/powerpoint/2010/main" val="180442741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1_Title and Full Content - Subtitle" preserve="1" userDrawn="1">
  <p:cSld name="2_Title and Full Content - Subtitle">
    <p:spTree>
      <p:nvGrpSpPr>
        <p:cNvPr id="1" name="Shape 21"/>
        <p:cNvGrpSpPr/>
        <p:nvPr/>
      </p:nvGrpSpPr>
      <p:grpSpPr>
        <a:xfrm>
          <a:off x="0" y="0"/>
          <a:ext cx="0" cy="0"/>
          <a:chOff x="0" y="0"/>
          <a:chExt cx="0" cy="0"/>
        </a:xfrm>
      </p:grpSpPr>
      <p:graphicFrame>
        <p:nvGraphicFramePr>
          <p:cNvPr id="2" name="Google Shape;35;p9">
            <a:extLst>
              <a:ext uri="{FF2B5EF4-FFF2-40B4-BE49-F238E27FC236}">
                <a16:creationId xmlns:a16="http://schemas.microsoft.com/office/drawing/2014/main" id="{DDE4C3EC-89CD-BB54-5F4C-D558F5C045CB}"/>
              </a:ext>
            </a:extLst>
          </p:cNvPr>
          <p:cNvGraphicFramePr/>
          <p:nvPr userDrawn="1">
            <p:extLst>
              <p:ext uri="{D42A27DB-BD31-4B8C-83A1-F6EECF244321}">
                <p14:modId xmlns:p14="http://schemas.microsoft.com/office/powerpoint/2010/main" val="3675913295"/>
              </p:ext>
            </p:extLst>
          </p:nvPr>
        </p:nvGraphicFramePr>
        <p:xfrm>
          <a:off x="122557" y="114450"/>
          <a:ext cx="18019970" cy="10027077"/>
        </p:xfrm>
        <a:graphic>
          <a:graphicData uri="http://schemas.openxmlformats.org/drawingml/2006/table">
            <a:tbl>
              <a:tblPr>
                <a:noFill/>
              </a:tblPr>
              <a:tblGrid>
                <a:gridCol w="2311228">
                  <a:extLst>
                    <a:ext uri="{9D8B030D-6E8A-4147-A177-3AD203B41FA5}">
                      <a16:colId xmlns:a16="http://schemas.microsoft.com/office/drawing/2014/main" val="20000"/>
                    </a:ext>
                  </a:extLst>
                </a:gridCol>
                <a:gridCol w="11889371">
                  <a:extLst>
                    <a:ext uri="{9D8B030D-6E8A-4147-A177-3AD203B41FA5}">
                      <a16:colId xmlns:a16="http://schemas.microsoft.com/office/drawing/2014/main" val="20001"/>
                    </a:ext>
                  </a:extLst>
                </a:gridCol>
                <a:gridCol w="3819371">
                  <a:extLst>
                    <a:ext uri="{9D8B030D-6E8A-4147-A177-3AD203B41FA5}">
                      <a16:colId xmlns:a16="http://schemas.microsoft.com/office/drawing/2014/main" val="20002"/>
                    </a:ext>
                  </a:extLst>
                </a:gridCol>
              </a:tblGrid>
              <a:tr h="626091">
                <a:tc>
                  <a:txBody>
                    <a:bodyPr/>
                    <a:lstStyle/>
                    <a:p>
                      <a:pPr marL="0" marR="0" lvl="0" indent="0" algn="ctr" rtl="0">
                        <a:spcBef>
                          <a:spcPts val="0"/>
                        </a:spcBef>
                        <a:spcAft>
                          <a:spcPts val="0"/>
                        </a:spcAft>
                        <a:buNone/>
                      </a:pPr>
                      <a:r>
                        <a:rPr lang="en-US" sz="1600" b="1">
                          <a:solidFill>
                            <a:schemeClr val="dk1"/>
                          </a:solidFill>
                          <a:latin typeface="Microsoft JhengHei" panose="020B0604030504040204" pitchFamily="34" charset="-120"/>
                          <a:ea typeface="Microsoft JhengHei" panose="020B0604030504040204" pitchFamily="34" charset="-120"/>
                          <a:cs typeface="Microsoft JhengHei"/>
                          <a:sym typeface="Microsoft JhengHei"/>
                        </a:rPr>
                        <a:t>Company / 公司名稱</a:t>
                      </a:r>
                      <a:endParaRPr sz="1600" b="1">
                        <a:solidFill>
                          <a:schemeClr val="dk1"/>
                        </a:solidFill>
                        <a:latin typeface="Microsoft JhengHei" panose="020B0604030504040204" pitchFamily="34" charset="-120"/>
                        <a:ea typeface="Microsoft JhengHei" panose="020B0604030504040204" pitchFamily="34" charset="-120"/>
                        <a:cs typeface="Microsoft JhengHei"/>
                        <a:sym typeface="Microsoft JhengHei"/>
                      </a:endParaRPr>
                    </a:p>
                  </a:txBody>
                  <a:tcPr marL="84400" marR="8440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ctr" rtl="0">
                        <a:lnSpc>
                          <a:spcPct val="150000"/>
                        </a:lnSpc>
                        <a:spcBef>
                          <a:spcPts val="0"/>
                        </a:spcBef>
                        <a:spcAft>
                          <a:spcPts val="0"/>
                        </a:spcAft>
                        <a:buNone/>
                      </a:pPr>
                      <a:r>
                        <a:rPr lang="en-US" sz="2400" b="1">
                          <a:solidFill>
                            <a:schemeClr val="dk1"/>
                          </a:solidFill>
                          <a:latin typeface="Microsoft JhengHei"/>
                          <a:ea typeface="Microsoft JhengHei"/>
                          <a:cs typeface="Microsoft JhengHei"/>
                          <a:sym typeface="Microsoft JhengHei"/>
                        </a:rPr>
                        <a:t>                Freetrend </a:t>
                      </a:r>
                      <a:r>
                        <a:rPr lang="zh-TW" altLang="en-US" sz="2400" b="1">
                          <a:solidFill>
                            <a:schemeClr val="dk1"/>
                          </a:solidFill>
                          <a:latin typeface="Microsoft JhengHei"/>
                          <a:ea typeface="Microsoft JhengHei"/>
                          <a:cs typeface="Microsoft JhengHei"/>
                          <a:sym typeface="Microsoft JhengHei"/>
                        </a:rPr>
                        <a:t>賜昌集團</a:t>
                      </a:r>
                      <a:endParaRPr sz="2400" b="1">
                        <a:solidFill>
                          <a:schemeClr val="dk1"/>
                        </a:solidFill>
                        <a:latin typeface="Microsoft JhengHei"/>
                        <a:ea typeface="Microsoft JhengHei"/>
                        <a:cs typeface="Microsoft JhengHei"/>
                        <a:sym typeface="Microsoft JhengHei"/>
                      </a:endParaRPr>
                    </a:p>
                  </a:txBody>
                  <a:tcPr marL="84400" marR="8440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rowSpan="2">
                  <a:txBody>
                    <a:bodyPr/>
                    <a:lstStyle/>
                    <a:p>
                      <a:pPr marL="0" marR="0" lvl="0" indent="0" algn="l" rtl="0">
                        <a:lnSpc>
                          <a:spcPct val="100000"/>
                        </a:lnSpc>
                        <a:spcBef>
                          <a:spcPts val="0"/>
                        </a:spcBef>
                        <a:spcAft>
                          <a:spcPts val="0"/>
                        </a:spcAft>
                        <a:buNone/>
                      </a:pPr>
                      <a:r>
                        <a:rPr lang="en-US" sz="1600" b="1" i="0" u="none" strike="noStrike" cap="none">
                          <a:solidFill>
                            <a:schemeClr val="dk1"/>
                          </a:solidFill>
                          <a:latin typeface="Microsoft JhengHei" panose="020B0604030504040204" pitchFamily="34" charset="-120"/>
                          <a:ea typeface="Microsoft JhengHei" panose="020B0604030504040204" pitchFamily="34" charset="-120"/>
                          <a:cs typeface="Microsoft JhengHei"/>
                          <a:sym typeface="Microsoft JhengHei"/>
                        </a:rPr>
                        <a:t>Page </a:t>
                      </a:r>
                      <a:r>
                        <a:rPr lang="zh-TW" altLang="en-US" sz="1600" b="1" i="0" u="none" strike="noStrike" cap="none">
                          <a:solidFill>
                            <a:schemeClr val="dk1"/>
                          </a:solidFill>
                          <a:latin typeface="Microsoft JhengHei" panose="020B0604030504040204" pitchFamily="34" charset="-120"/>
                          <a:ea typeface="Microsoft JhengHei" panose="020B0604030504040204" pitchFamily="34" charset="-120"/>
                          <a:cs typeface="Microsoft JhengHei"/>
                          <a:sym typeface="Microsoft JhengHei"/>
                        </a:rPr>
                        <a:t>頁次：</a:t>
                      </a:r>
                      <a:endParaRPr lang="zh-TW" altLang="en-US" sz="1600" b="1">
                        <a:latin typeface="Microsoft JhengHei" panose="020B0604030504040204" pitchFamily="34" charset="-120"/>
                        <a:ea typeface="Microsoft JhengHei" panose="020B0604030504040204" pitchFamily="34" charset="-120"/>
                      </a:endParaRPr>
                    </a:p>
                    <a:p>
                      <a:pPr marL="0" marR="0" lvl="0" indent="0" algn="l" defTabSz="914446" rtl="0" eaLnBrk="1" fontAlgn="auto" latinLnBrk="0" hangingPunct="1">
                        <a:lnSpc>
                          <a:spcPct val="100000"/>
                        </a:lnSpc>
                        <a:spcBef>
                          <a:spcPts val="300"/>
                        </a:spcBef>
                        <a:spcAft>
                          <a:spcPts val="0"/>
                        </a:spcAft>
                        <a:buClrTx/>
                        <a:buSzTx/>
                        <a:buFontTx/>
                        <a:buNone/>
                        <a:tabLst/>
                        <a:defRPr/>
                      </a:pPr>
                      <a:r>
                        <a:rPr lang="en-US" sz="1600" b="1" i="0" u="none" strike="noStrike" cap="none">
                          <a:solidFill>
                            <a:schemeClr val="dk1"/>
                          </a:solidFill>
                          <a:latin typeface="Microsoft JhengHei" panose="020B0604030504040204" pitchFamily="34" charset="-120"/>
                          <a:ea typeface="Microsoft JhengHei" panose="020B0604030504040204" pitchFamily="34" charset="-120"/>
                          <a:cs typeface="Microsoft JhengHei"/>
                          <a:sym typeface="Microsoft JhengHei"/>
                        </a:rPr>
                        <a:t>Latest Update 最後更新</a:t>
                      </a:r>
                      <a:r>
                        <a:rPr lang="zh-TW" altLang="en-US" sz="1600" b="1" i="0" u="none" strike="noStrike" cap="none">
                          <a:solidFill>
                            <a:schemeClr val="dk1"/>
                          </a:solidFill>
                          <a:latin typeface="Microsoft JhengHei" panose="020B0604030504040204" pitchFamily="34" charset="-120"/>
                          <a:ea typeface="Microsoft JhengHei" panose="020B0604030504040204" pitchFamily="34" charset="-120"/>
                          <a:cs typeface="Microsoft JhengHei"/>
                          <a:sym typeface="Microsoft JhengHei"/>
                        </a:rPr>
                        <a:t>：</a:t>
                      </a:r>
                      <a:endParaRPr lang="en-US" altLang="zh-TW" sz="1600" b="1" i="0" u="none" strike="noStrike" cap="none">
                        <a:solidFill>
                          <a:schemeClr val="dk1"/>
                        </a:solidFill>
                        <a:latin typeface="Microsoft JhengHei" panose="020B0604030504040204" pitchFamily="34" charset="-120"/>
                        <a:ea typeface="Microsoft JhengHei" panose="020B0604030504040204" pitchFamily="34" charset="-120"/>
                        <a:cs typeface="Microsoft JhengHei"/>
                        <a:sym typeface="Microsoft JhengHei"/>
                      </a:endParaRPr>
                    </a:p>
                  </a:txBody>
                  <a:tcPr marL="84400" marR="84400" marT="45725" marB="45725" anchor="ctr">
                    <a:lnL w="12700" cap="flat" cmpd="sng" algn="ctr">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lgn="ctr">
                      <a:solidFill>
                        <a:schemeClr val="dk1"/>
                      </a:solidFill>
                      <a:prstDash val="solid"/>
                      <a:round/>
                      <a:headEnd type="none" w="sm" len="sm"/>
                      <a:tailEnd type="none" w="sm" len="sm"/>
                    </a:lnB>
                    <a:solidFill>
                      <a:schemeClr val="lt1"/>
                    </a:solidFill>
                  </a:tcPr>
                </a:tc>
                <a:extLst>
                  <a:ext uri="{0D108BD9-81ED-4DB2-BD59-A6C34878D82A}">
                    <a16:rowId xmlns:a16="http://schemas.microsoft.com/office/drawing/2014/main" val="10000"/>
                  </a:ext>
                </a:extLst>
              </a:tr>
              <a:tr h="601603">
                <a:tc>
                  <a:txBody>
                    <a:bodyPr/>
                    <a:lstStyle/>
                    <a:p>
                      <a:pPr marL="0" marR="0" lvl="0" indent="0" algn="ctr" rtl="0">
                        <a:spcBef>
                          <a:spcPts val="0"/>
                        </a:spcBef>
                        <a:spcAft>
                          <a:spcPts val="0"/>
                        </a:spcAft>
                        <a:buNone/>
                      </a:pPr>
                      <a:r>
                        <a:rPr lang="en-US" sz="1600" b="1">
                          <a:solidFill>
                            <a:schemeClr val="dk1"/>
                          </a:solidFill>
                          <a:latin typeface="Microsoft JhengHei" panose="020B0604030504040204" pitchFamily="34" charset="-120"/>
                          <a:ea typeface="Microsoft JhengHei" panose="020B0604030504040204" pitchFamily="34" charset="-120"/>
                          <a:cs typeface="Microsoft JhengHei"/>
                          <a:sym typeface="Microsoft JhengHei"/>
                        </a:rPr>
                        <a:t>Process ID / Name</a:t>
                      </a:r>
                      <a:endParaRPr sz="1600" b="1">
                        <a:latin typeface="Microsoft JhengHei" panose="020B0604030504040204" pitchFamily="34" charset="-120"/>
                        <a:ea typeface="Microsoft JhengHei" panose="020B0604030504040204" pitchFamily="34" charset="-120"/>
                      </a:endParaRPr>
                    </a:p>
                    <a:p>
                      <a:pPr marL="0" marR="0" lvl="0" indent="0" algn="ctr" rtl="0">
                        <a:spcBef>
                          <a:spcPts val="0"/>
                        </a:spcBef>
                        <a:spcAft>
                          <a:spcPts val="0"/>
                        </a:spcAft>
                        <a:buNone/>
                      </a:pPr>
                      <a:r>
                        <a:rPr lang="en-US" sz="1600" b="1">
                          <a:solidFill>
                            <a:schemeClr val="dk1"/>
                          </a:solidFill>
                          <a:latin typeface="Microsoft JhengHei" panose="020B0604030504040204" pitchFamily="34" charset="-120"/>
                          <a:ea typeface="Microsoft JhengHei" panose="020B0604030504040204" pitchFamily="34" charset="-120"/>
                          <a:cs typeface="Microsoft JhengHei"/>
                          <a:sym typeface="Microsoft JhengHei"/>
                        </a:rPr>
                        <a:t>流程代碼 / 名稱</a:t>
                      </a:r>
                      <a:endParaRPr sz="1600" b="1">
                        <a:solidFill>
                          <a:schemeClr val="dk1"/>
                        </a:solidFill>
                        <a:latin typeface="Microsoft JhengHei" panose="020B0604030504040204" pitchFamily="34" charset="-120"/>
                        <a:ea typeface="Microsoft JhengHei" panose="020B0604030504040204" pitchFamily="34" charset="-120"/>
                        <a:cs typeface="Microsoft JhengHei"/>
                        <a:sym typeface="Microsoft JhengHei"/>
                      </a:endParaRPr>
                    </a:p>
                  </a:txBody>
                  <a:tcPr marL="84400" marR="8440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lgn="ctr">
                      <a:solidFill>
                        <a:schemeClr val="dk1"/>
                      </a:solidFill>
                      <a:prstDash val="solid"/>
                      <a:round/>
                      <a:headEnd type="none" w="sm" len="sm"/>
                      <a:tailEnd type="none" w="sm" len="sm"/>
                    </a:lnB>
                    <a:solidFill>
                      <a:schemeClr val="lt1"/>
                    </a:solidFill>
                  </a:tcPr>
                </a:tc>
                <a:tc>
                  <a:txBody>
                    <a:bodyPr/>
                    <a:lstStyle/>
                    <a:p>
                      <a:pPr marL="0" marR="0" lvl="0" indent="0" algn="l" rtl="0">
                        <a:spcBef>
                          <a:spcPts val="0"/>
                        </a:spcBef>
                        <a:spcAft>
                          <a:spcPts val="0"/>
                        </a:spcAft>
                        <a:buNone/>
                      </a:pPr>
                      <a:endParaRPr sz="1600">
                        <a:solidFill>
                          <a:schemeClr val="dk1"/>
                        </a:solidFill>
                        <a:latin typeface="Microsoft JhengHei" panose="020B0604030504040204" pitchFamily="34" charset="-120"/>
                        <a:ea typeface="Microsoft JhengHei" panose="020B0604030504040204" pitchFamily="34" charset="-120"/>
                        <a:cs typeface="Microsoft JhengHei"/>
                        <a:sym typeface="Microsoft JhengHei"/>
                      </a:endParaRPr>
                    </a:p>
                  </a:txBody>
                  <a:tcPr marL="84400" marR="8440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lgn="ctr">
                      <a:solidFill>
                        <a:schemeClr val="dk1"/>
                      </a:solidFill>
                      <a:prstDash val="solid"/>
                      <a:round/>
                      <a:headEnd type="none" w="sm" len="sm"/>
                      <a:tailEnd type="none" w="sm" len="sm"/>
                    </a:lnB>
                    <a:solidFill>
                      <a:schemeClr val="lt1"/>
                    </a:solidFill>
                  </a:tcPr>
                </a:tc>
                <a:tc vMerge="1">
                  <a:txBody>
                    <a:bodyPr/>
                    <a:lstStyle/>
                    <a:p>
                      <a:endParaRPr lang="en-US"/>
                    </a:p>
                  </a:txBody>
                  <a:tcPr/>
                </a:tc>
                <a:extLst>
                  <a:ext uri="{0D108BD9-81ED-4DB2-BD59-A6C34878D82A}">
                    <a16:rowId xmlns:a16="http://schemas.microsoft.com/office/drawing/2014/main" val="10001"/>
                  </a:ext>
                </a:extLst>
              </a:tr>
              <a:tr h="8799383">
                <a:tc gridSpan="3">
                  <a:txBody>
                    <a:bodyPr/>
                    <a:lstStyle/>
                    <a:p>
                      <a:pPr marL="0" marR="0" lvl="0" indent="0" algn="ctr" rtl="0">
                        <a:spcBef>
                          <a:spcPts val="0"/>
                        </a:spcBef>
                        <a:spcAft>
                          <a:spcPts val="0"/>
                        </a:spcAft>
                        <a:buNone/>
                      </a:pPr>
                      <a:endParaRPr sz="1600" b="1">
                        <a:solidFill>
                          <a:schemeClr val="dk1"/>
                        </a:solidFill>
                        <a:latin typeface="Microsoft JhengHei" panose="020B0604030504040204" pitchFamily="34" charset="-120"/>
                        <a:ea typeface="Microsoft JhengHei" panose="020B0604030504040204" pitchFamily="34" charset="-120"/>
                        <a:cs typeface="Microsoft JhengHei"/>
                        <a:sym typeface="Microsoft JhengHei"/>
                      </a:endParaRPr>
                    </a:p>
                  </a:txBody>
                  <a:tcPr marL="84400" marR="8440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hMerge="1">
                  <a:txBody>
                    <a:bodyPr/>
                    <a:lstStyle/>
                    <a:p>
                      <a:pPr marL="0" marR="0" lvl="0" indent="0" algn="ctr" rtl="0">
                        <a:spcBef>
                          <a:spcPts val="0"/>
                        </a:spcBef>
                        <a:spcAft>
                          <a:spcPts val="0"/>
                        </a:spcAft>
                        <a:buNone/>
                      </a:pPr>
                      <a:endParaRPr sz="1600" b="1">
                        <a:solidFill>
                          <a:schemeClr val="dk1"/>
                        </a:solidFill>
                        <a:latin typeface="Microsoft JhengHei" panose="020B0604030504040204" pitchFamily="34" charset="-120"/>
                        <a:ea typeface="Microsoft JhengHei" panose="020B0604030504040204" pitchFamily="34" charset="-120"/>
                        <a:sym typeface="Microsoft JhengHei"/>
                      </a:endParaRPr>
                    </a:p>
                  </a:txBody>
                  <a:tcPr marL="84400" marR="84400" marT="45725" marB="45725" anchor="ctr">
                    <a:lnL w="12700" cap="flat" cmpd="sng" algn="ctr">
                      <a:solidFill>
                        <a:schemeClr val="dk1"/>
                      </a:solidFill>
                      <a:prstDash val="solid"/>
                      <a:round/>
                      <a:headEnd type="none" w="sm" len="sm"/>
                      <a:tailEnd type="none" w="sm" len="sm"/>
                    </a:lnL>
                    <a:lnR w="12700" cap="flat" cmpd="sng" algn="ctr">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lgn="ctr">
                      <a:solidFill>
                        <a:schemeClr val="dk1"/>
                      </a:solidFill>
                      <a:prstDash val="solid"/>
                      <a:round/>
                      <a:headEnd type="none" w="sm" len="sm"/>
                      <a:tailEnd type="none" w="sm" len="sm"/>
                    </a:lnB>
                    <a:solidFill>
                      <a:schemeClr val="lt1"/>
                    </a:solidFill>
                  </a:tcPr>
                </a:tc>
                <a:tc hMerge="1">
                  <a:txBody>
                    <a:bodyPr/>
                    <a:lstStyle/>
                    <a:p>
                      <a:pPr marL="0" marR="0" lvl="0" indent="0" algn="ctr" rtl="0">
                        <a:lnSpc>
                          <a:spcPct val="100000"/>
                        </a:lnSpc>
                        <a:spcBef>
                          <a:spcPts val="0"/>
                        </a:spcBef>
                        <a:spcAft>
                          <a:spcPts val="0"/>
                        </a:spcAft>
                        <a:buClr>
                          <a:schemeClr val="dk1"/>
                        </a:buClr>
                        <a:buSzPts val="1000"/>
                        <a:buFont typeface="Arial"/>
                        <a:buNone/>
                      </a:pPr>
                      <a:endParaRPr sz="1600" b="1">
                        <a:solidFill>
                          <a:schemeClr val="dk1"/>
                        </a:solidFill>
                        <a:latin typeface="Microsoft JhengHei" panose="020B0604030504040204" pitchFamily="34" charset="-120"/>
                        <a:ea typeface="Microsoft JhengHei" panose="020B0604030504040204" pitchFamily="34" charset="-120"/>
                        <a:cs typeface="Microsoft JhengHei"/>
                        <a:sym typeface="Microsoft JhengHei"/>
                      </a:endParaRPr>
                    </a:p>
                  </a:txBody>
                  <a:tcPr marL="84400" marR="84400" marT="45725" marB="45725" anchor="ctr">
                    <a:lnL w="12700" cap="flat" cmpd="sng" algn="ctr">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lgn="ctr">
                      <a:solidFill>
                        <a:schemeClr val="dk1"/>
                      </a:solidFill>
                      <a:prstDash val="solid"/>
                      <a:round/>
                      <a:headEnd type="none" w="sm" len="sm"/>
                      <a:tailEnd type="none" w="sm" len="sm"/>
                    </a:lnT>
                    <a:lnB w="12700" cap="flat" cmpd="sng" algn="ctr">
                      <a:solidFill>
                        <a:schemeClr val="dk1"/>
                      </a:solidFill>
                      <a:prstDash val="solid"/>
                      <a:round/>
                      <a:headEnd type="none" w="sm" len="sm"/>
                      <a:tailEnd type="none" w="sm" len="sm"/>
                    </a:lnB>
                    <a:solidFill>
                      <a:schemeClr val="lt1"/>
                    </a:solidFill>
                  </a:tcPr>
                </a:tc>
                <a:extLst>
                  <a:ext uri="{0D108BD9-81ED-4DB2-BD59-A6C34878D82A}">
                    <a16:rowId xmlns:a16="http://schemas.microsoft.com/office/drawing/2014/main" val="1438868285"/>
                  </a:ext>
                </a:extLst>
              </a:tr>
            </a:tbl>
          </a:graphicData>
        </a:graphic>
      </p:graphicFrame>
      <p:pic>
        <p:nvPicPr>
          <p:cNvPr id="3" name="Google Shape;37;p9" descr="A red and black logo&#10;&#10;Description automatically generated">
            <a:extLst>
              <a:ext uri="{FF2B5EF4-FFF2-40B4-BE49-F238E27FC236}">
                <a16:creationId xmlns:a16="http://schemas.microsoft.com/office/drawing/2014/main" id="{FEC0DF01-974E-FA50-4309-25053ECD68E4}"/>
              </a:ext>
            </a:extLst>
          </p:cNvPr>
          <p:cNvPicPr preferRelativeResize="0"/>
          <p:nvPr userDrawn="1"/>
        </p:nvPicPr>
        <p:blipFill rotWithShape="1">
          <a:blip r:embed="rId2">
            <a:alphaModFix/>
          </a:blip>
          <a:srcRect/>
          <a:stretch/>
        </p:blipFill>
        <p:spPr>
          <a:xfrm>
            <a:off x="7067490" y="213243"/>
            <a:ext cx="482734" cy="420132"/>
          </a:xfrm>
          <a:prstGeom prst="rect">
            <a:avLst/>
          </a:prstGeom>
          <a:noFill/>
          <a:ln>
            <a:noFill/>
          </a:ln>
        </p:spPr>
      </p:pic>
      <p:sp>
        <p:nvSpPr>
          <p:cNvPr id="4" name="Google Shape;24;p8">
            <a:extLst>
              <a:ext uri="{FF2B5EF4-FFF2-40B4-BE49-F238E27FC236}">
                <a16:creationId xmlns:a16="http://schemas.microsoft.com/office/drawing/2014/main" id="{10ED93F3-E6DB-99ED-6C71-93C2253FB3D7}"/>
              </a:ext>
            </a:extLst>
          </p:cNvPr>
          <p:cNvSpPr txBox="1">
            <a:spLocks noGrp="1"/>
          </p:cNvSpPr>
          <p:nvPr>
            <p:ph type="dt" idx="10"/>
          </p:nvPr>
        </p:nvSpPr>
        <p:spPr>
          <a:xfrm>
            <a:off x="16862156" y="726363"/>
            <a:ext cx="1164432" cy="260837"/>
          </a:xfrm>
          <a:prstGeom prst="rect">
            <a:avLst/>
          </a:prstGeom>
          <a:noFill/>
          <a:ln>
            <a:noFill/>
          </a:ln>
        </p:spPr>
        <p:txBody>
          <a:bodyPr spcFirstLastPara="1" wrap="square" lIns="0" tIns="0" rIns="0" bIns="0" anchor="b"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r>
              <a:rPr lang="en-US"/>
              <a:t>4/4/25</a:t>
            </a:r>
            <a:endParaRPr/>
          </a:p>
        </p:txBody>
      </p:sp>
    </p:spTree>
    <p:extLst>
      <p:ext uri="{BB962C8B-B14F-4D97-AF65-F5344CB8AC3E}">
        <p14:creationId xmlns:p14="http://schemas.microsoft.com/office/powerpoint/2010/main" val="197533701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1_Title and Full Content - Subtitle" userDrawn="1">
  <p:cSld name="1_Title and Full Content - Subtitle">
    <p:spTree>
      <p:nvGrpSpPr>
        <p:cNvPr id="1" name="Shape 21"/>
        <p:cNvGrpSpPr/>
        <p:nvPr/>
      </p:nvGrpSpPr>
      <p:grpSpPr>
        <a:xfrm>
          <a:off x="0" y="0"/>
          <a:ext cx="0" cy="0"/>
          <a:chOff x="0" y="0"/>
          <a:chExt cx="0" cy="0"/>
        </a:xfrm>
      </p:grpSpPr>
      <p:graphicFrame>
        <p:nvGraphicFramePr>
          <p:cNvPr id="2" name="Google Shape;35;p9">
            <a:extLst>
              <a:ext uri="{FF2B5EF4-FFF2-40B4-BE49-F238E27FC236}">
                <a16:creationId xmlns:a16="http://schemas.microsoft.com/office/drawing/2014/main" id="{DDE4C3EC-89CD-BB54-5F4C-D558F5C045CB}"/>
              </a:ext>
            </a:extLst>
          </p:cNvPr>
          <p:cNvGraphicFramePr/>
          <p:nvPr userDrawn="1">
            <p:extLst>
              <p:ext uri="{D42A27DB-BD31-4B8C-83A1-F6EECF244321}">
                <p14:modId xmlns:p14="http://schemas.microsoft.com/office/powerpoint/2010/main" val="642626727"/>
              </p:ext>
            </p:extLst>
          </p:nvPr>
        </p:nvGraphicFramePr>
        <p:xfrm>
          <a:off x="122557" y="114450"/>
          <a:ext cx="18019970" cy="10027077"/>
        </p:xfrm>
        <a:graphic>
          <a:graphicData uri="http://schemas.openxmlformats.org/drawingml/2006/table">
            <a:tbl>
              <a:tblPr>
                <a:noFill/>
              </a:tblPr>
              <a:tblGrid>
                <a:gridCol w="2311228">
                  <a:extLst>
                    <a:ext uri="{9D8B030D-6E8A-4147-A177-3AD203B41FA5}">
                      <a16:colId xmlns:a16="http://schemas.microsoft.com/office/drawing/2014/main" val="20000"/>
                    </a:ext>
                  </a:extLst>
                </a:gridCol>
                <a:gridCol w="9468940">
                  <a:extLst>
                    <a:ext uri="{9D8B030D-6E8A-4147-A177-3AD203B41FA5}">
                      <a16:colId xmlns:a16="http://schemas.microsoft.com/office/drawing/2014/main" val="20001"/>
                    </a:ext>
                  </a:extLst>
                </a:gridCol>
                <a:gridCol w="2420431">
                  <a:extLst>
                    <a:ext uri="{9D8B030D-6E8A-4147-A177-3AD203B41FA5}">
                      <a16:colId xmlns:a16="http://schemas.microsoft.com/office/drawing/2014/main" val="697488759"/>
                    </a:ext>
                  </a:extLst>
                </a:gridCol>
                <a:gridCol w="3819371">
                  <a:extLst>
                    <a:ext uri="{9D8B030D-6E8A-4147-A177-3AD203B41FA5}">
                      <a16:colId xmlns:a16="http://schemas.microsoft.com/office/drawing/2014/main" val="20002"/>
                    </a:ext>
                  </a:extLst>
                </a:gridCol>
              </a:tblGrid>
              <a:tr h="626091">
                <a:tc>
                  <a:txBody>
                    <a:bodyPr/>
                    <a:lstStyle/>
                    <a:p>
                      <a:pPr marL="0" marR="0" lvl="0" indent="0" algn="ctr" rtl="0">
                        <a:spcBef>
                          <a:spcPts val="0"/>
                        </a:spcBef>
                        <a:spcAft>
                          <a:spcPts val="0"/>
                        </a:spcAft>
                        <a:buNone/>
                      </a:pPr>
                      <a:r>
                        <a:rPr lang="en-US" sz="1600" b="1">
                          <a:solidFill>
                            <a:schemeClr val="dk1"/>
                          </a:solidFill>
                          <a:latin typeface="Microsoft JhengHei" panose="020B0604030504040204" pitchFamily="34" charset="-120"/>
                          <a:ea typeface="Microsoft JhengHei" panose="020B0604030504040204" pitchFamily="34" charset="-120"/>
                          <a:cs typeface="Microsoft JhengHei"/>
                          <a:sym typeface="Microsoft JhengHei"/>
                        </a:rPr>
                        <a:t>Company / 公司名稱</a:t>
                      </a:r>
                      <a:endParaRPr sz="1600" b="1">
                        <a:solidFill>
                          <a:schemeClr val="dk1"/>
                        </a:solidFill>
                        <a:latin typeface="Microsoft JhengHei" panose="020B0604030504040204" pitchFamily="34" charset="-120"/>
                        <a:ea typeface="Microsoft JhengHei" panose="020B0604030504040204" pitchFamily="34" charset="-120"/>
                        <a:cs typeface="Microsoft JhengHei"/>
                        <a:sym typeface="Microsoft JhengHei"/>
                      </a:endParaRPr>
                    </a:p>
                  </a:txBody>
                  <a:tcPr marL="84400" marR="8440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gridSpan="2">
                  <a:txBody>
                    <a:bodyPr/>
                    <a:lstStyle/>
                    <a:p>
                      <a:pPr marL="0" marR="0" lvl="0" indent="0" algn="ctr" rtl="0">
                        <a:lnSpc>
                          <a:spcPct val="150000"/>
                        </a:lnSpc>
                        <a:spcBef>
                          <a:spcPts val="0"/>
                        </a:spcBef>
                        <a:spcAft>
                          <a:spcPts val="0"/>
                        </a:spcAft>
                        <a:buNone/>
                      </a:pPr>
                      <a:r>
                        <a:rPr lang="en-US" sz="2400" b="1">
                          <a:solidFill>
                            <a:schemeClr val="dk1"/>
                          </a:solidFill>
                          <a:latin typeface="Microsoft JhengHei"/>
                          <a:ea typeface="Microsoft JhengHei"/>
                          <a:cs typeface="Microsoft JhengHei"/>
                          <a:sym typeface="Microsoft JhengHei"/>
                        </a:rPr>
                        <a:t>                Freetrend </a:t>
                      </a:r>
                      <a:r>
                        <a:rPr lang="zh-TW" altLang="en-US" sz="2400" b="1">
                          <a:solidFill>
                            <a:schemeClr val="dk1"/>
                          </a:solidFill>
                          <a:latin typeface="Microsoft JhengHei"/>
                          <a:ea typeface="Microsoft JhengHei"/>
                          <a:cs typeface="Microsoft JhengHei"/>
                          <a:sym typeface="Microsoft JhengHei"/>
                        </a:rPr>
                        <a:t>賜昌集團</a:t>
                      </a:r>
                      <a:endParaRPr sz="2400" b="1">
                        <a:solidFill>
                          <a:schemeClr val="dk1"/>
                        </a:solidFill>
                        <a:latin typeface="Microsoft JhengHei"/>
                        <a:ea typeface="Microsoft JhengHei"/>
                        <a:cs typeface="Microsoft JhengHei"/>
                        <a:sym typeface="Microsoft JhengHei"/>
                      </a:endParaRPr>
                    </a:p>
                  </a:txBody>
                  <a:tcPr marL="84400" marR="8440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hMerge="1">
                  <a:txBody>
                    <a:bodyPr/>
                    <a:lstStyle/>
                    <a:p>
                      <a:endParaRPr lang="zh-TW" altLang="en-US"/>
                    </a:p>
                  </a:txBody>
                  <a:tcPr/>
                </a:tc>
                <a:tc rowSpan="2">
                  <a:txBody>
                    <a:bodyPr/>
                    <a:lstStyle/>
                    <a:p>
                      <a:pPr marL="0" marR="0" lvl="0" indent="0" algn="l" rtl="0">
                        <a:lnSpc>
                          <a:spcPct val="100000"/>
                        </a:lnSpc>
                        <a:spcBef>
                          <a:spcPts val="0"/>
                        </a:spcBef>
                        <a:spcAft>
                          <a:spcPts val="0"/>
                        </a:spcAft>
                        <a:buNone/>
                      </a:pPr>
                      <a:r>
                        <a:rPr lang="en-US" sz="1600" b="1" i="0" u="none" strike="noStrike" cap="none">
                          <a:solidFill>
                            <a:schemeClr val="dk1"/>
                          </a:solidFill>
                          <a:latin typeface="Microsoft JhengHei" panose="020B0604030504040204" pitchFamily="34" charset="-120"/>
                          <a:ea typeface="Microsoft JhengHei" panose="020B0604030504040204" pitchFamily="34" charset="-120"/>
                          <a:cs typeface="Microsoft JhengHei"/>
                          <a:sym typeface="Microsoft JhengHei"/>
                        </a:rPr>
                        <a:t>Page </a:t>
                      </a:r>
                      <a:r>
                        <a:rPr lang="zh-TW" altLang="en-US" sz="1600" b="1" i="0" u="none" strike="noStrike" cap="none">
                          <a:solidFill>
                            <a:schemeClr val="dk1"/>
                          </a:solidFill>
                          <a:latin typeface="Microsoft JhengHei" panose="020B0604030504040204" pitchFamily="34" charset="-120"/>
                          <a:ea typeface="Microsoft JhengHei" panose="020B0604030504040204" pitchFamily="34" charset="-120"/>
                          <a:cs typeface="Microsoft JhengHei"/>
                          <a:sym typeface="Microsoft JhengHei"/>
                        </a:rPr>
                        <a:t>頁次：</a:t>
                      </a:r>
                      <a:endParaRPr lang="zh-TW" altLang="en-US" sz="1600" b="1">
                        <a:latin typeface="Microsoft JhengHei" panose="020B0604030504040204" pitchFamily="34" charset="-120"/>
                        <a:ea typeface="Microsoft JhengHei" panose="020B0604030504040204" pitchFamily="34" charset="-120"/>
                      </a:endParaRPr>
                    </a:p>
                    <a:p>
                      <a:pPr marL="0" marR="0" lvl="0" indent="0" algn="l" defTabSz="914446" rtl="0" eaLnBrk="1" fontAlgn="auto" latinLnBrk="0" hangingPunct="1">
                        <a:lnSpc>
                          <a:spcPct val="100000"/>
                        </a:lnSpc>
                        <a:spcBef>
                          <a:spcPts val="300"/>
                        </a:spcBef>
                        <a:spcAft>
                          <a:spcPts val="0"/>
                        </a:spcAft>
                        <a:buClrTx/>
                        <a:buSzTx/>
                        <a:buFontTx/>
                        <a:buNone/>
                        <a:tabLst/>
                        <a:defRPr/>
                      </a:pPr>
                      <a:r>
                        <a:rPr lang="en-US" sz="1600" b="1" i="0" u="none" strike="noStrike" cap="none">
                          <a:solidFill>
                            <a:schemeClr val="dk1"/>
                          </a:solidFill>
                          <a:latin typeface="Microsoft JhengHei" panose="020B0604030504040204" pitchFamily="34" charset="-120"/>
                          <a:ea typeface="Microsoft JhengHei" panose="020B0604030504040204" pitchFamily="34" charset="-120"/>
                          <a:cs typeface="Microsoft JhengHei"/>
                          <a:sym typeface="Microsoft JhengHei"/>
                        </a:rPr>
                        <a:t>Latest Update 最後更新</a:t>
                      </a:r>
                      <a:r>
                        <a:rPr lang="zh-TW" altLang="en-US" sz="1600" b="1" i="0" u="none" strike="noStrike" cap="none">
                          <a:solidFill>
                            <a:schemeClr val="dk1"/>
                          </a:solidFill>
                          <a:latin typeface="Microsoft JhengHei" panose="020B0604030504040204" pitchFamily="34" charset="-120"/>
                          <a:ea typeface="Microsoft JhengHei" panose="020B0604030504040204" pitchFamily="34" charset="-120"/>
                          <a:cs typeface="Microsoft JhengHei"/>
                          <a:sym typeface="Microsoft JhengHei"/>
                        </a:rPr>
                        <a:t>：</a:t>
                      </a:r>
                      <a:endParaRPr lang="en-US" altLang="zh-TW" sz="1600" b="1" i="0" u="none" strike="noStrike" cap="none">
                        <a:solidFill>
                          <a:schemeClr val="dk1"/>
                        </a:solidFill>
                        <a:latin typeface="Microsoft JhengHei" panose="020B0604030504040204" pitchFamily="34" charset="-120"/>
                        <a:ea typeface="Microsoft JhengHei" panose="020B0604030504040204" pitchFamily="34" charset="-120"/>
                        <a:cs typeface="Microsoft JhengHei"/>
                        <a:sym typeface="Microsoft JhengHei"/>
                      </a:endParaRPr>
                    </a:p>
                  </a:txBody>
                  <a:tcPr marL="84400" marR="8440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lgn="ctr">
                      <a:solidFill>
                        <a:schemeClr val="dk1"/>
                      </a:solidFill>
                      <a:prstDash val="solid"/>
                      <a:round/>
                      <a:headEnd type="none" w="sm" len="sm"/>
                      <a:tailEnd type="none" w="sm" len="sm"/>
                    </a:lnB>
                    <a:solidFill>
                      <a:schemeClr val="lt1"/>
                    </a:solidFill>
                  </a:tcPr>
                </a:tc>
                <a:extLst>
                  <a:ext uri="{0D108BD9-81ED-4DB2-BD59-A6C34878D82A}">
                    <a16:rowId xmlns:a16="http://schemas.microsoft.com/office/drawing/2014/main" val="10000"/>
                  </a:ext>
                </a:extLst>
              </a:tr>
              <a:tr h="601603">
                <a:tc>
                  <a:txBody>
                    <a:bodyPr/>
                    <a:lstStyle/>
                    <a:p>
                      <a:pPr marL="0" marR="0" lvl="0" indent="0" algn="ctr" rtl="0">
                        <a:spcBef>
                          <a:spcPts val="0"/>
                        </a:spcBef>
                        <a:spcAft>
                          <a:spcPts val="0"/>
                        </a:spcAft>
                        <a:buNone/>
                      </a:pPr>
                      <a:r>
                        <a:rPr lang="en-US" sz="1600" b="1">
                          <a:solidFill>
                            <a:schemeClr val="dk1"/>
                          </a:solidFill>
                          <a:latin typeface="Microsoft JhengHei" panose="020B0604030504040204" pitchFamily="34" charset="-120"/>
                          <a:ea typeface="Microsoft JhengHei" panose="020B0604030504040204" pitchFamily="34" charset="-120"/>
                          <a:cs typeface="Microsoft JhengHei"/>
                          <a:sym typeface="Microsoft JhengHei"/>
                        </a:rPr>
                        <a:t>Process ID / Name</a:t>
                      </a:r>
                      <a:endParaRPr sz="1600" b="1">
                        <a:latin typeface="Microsoft JhengHei" panose="020B0604030504040204" pitchFamily="34" charset="-120"/>
                        <a:ea typeface="Microsoft JhengHei" panose="020B0604030504040204" pitchFamily="34" charset="-120"/>
                      </a:endParaRPr>
                    </a:p>
                    <a:p>
                      <a:pPr marL="0" marR="0" lvl="0" indent="0" algn="ctr" rtl="0">
                        <a:spcBef>
                          <a:spcPts val="0"/>
                        </a:spcBef>
                        <a:spcAft>
                          <a:spcPts val="0"/>
                        </a:spcAft>
                        <a:buNone/>
                      </a:pPr>
                      <a:r>
                        <a:rPr lang="en-US" sz="1600" b="1">
                          <a:solidFill>
                            <a:schemeClr val="dk1"/>
                          </a:solidFill>
                          <a:latin typeface="Microsoft JhengHei" panose="020B0604030504040204" pitchFamily="34" charset="-120"/>
                          <a:ea typeface="Microsoft JhengHei" panose="020B0604030504040204" pitchFamily="34" charset="-120"/>
                          <a:cs typeface="Microsoft JhengHei"/>
                          <a:sym typeface="Microsoft JhengHei"/>
                        </a:rPr>
                        <a:t>流程代碼 / 名稱</a:t>
                      </a:r>
                      <a:endParaRPr sz="1600" b="1">
                        <a:solidFill>
                          <a:schemeClr val="dk1"/>
                        </a:solidFill>
                        <a:latin typeface="Microsoft JhengHei" panose="020B0604030504040204" pitchFamily="34" charset="-120"/>
                        <a:ea typeface="Microsoft JhengHei" panose="020B0604030504040204" pitchFamily="34" charset="-120"/>
                        <a:cs typeface="Microsoft JhengHei"/>
                        <a:sym typeface="Microsoft JhengHei"/>
                      </a:endParaRPr>
                    </a:p>
                  </a:txBody>
                  <a:tcPr marL="84400" marR="8440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lgn="ctr">
                      <a:solidFill>
                        <a:schemeClr val="dk1"/>
                      </a:solidFill>
                      <a:prstDash val="solid"/>
                      <a:round/>
                      <a:headEnd type="none" w="sm" len="sm"/>
                      <a:tailEnd type="none" w="sm" len="sm"/>
                    </a:lnB>
                    <a:solidFill>
                      <a:schemeClr val="lt1"/>
                    </a:solidFill>
                  </a:tcPr>
                </a:tc>
                <a:tc gridSpan="2">
                  <a:txBody>
                    <a:bodyPr/>
                    <a:lstStyle/>
                    <a:p>
                      <a:pPr marL="0" marR="0" lvl="0" indent="0" algn="l" rtl="0">
                        <a:spcBef>
                          <a:spcPts val="0"/>
                        </a:spcBef>
                        <a:spcAft>
                          <a:spcPts val="0"/>
                        </a:spcAft>
                        <a:buNone/>
                      </a:pPr>
                      <a:endParaRPr sz="1600">
                        <a:solidFill>
                          <a:schemeClr val="dk1"/>
                        </a:solidFill>
                        <a:latin typeface="Microsoft JhengHei" panose="020B0604030504040204" pitchFamily="34" charset="-120"/>
                        <a:ea typeface="Microsoft JhengHei" panose="020B0604030504040204" pitchFamily="34" charset="-120"/>
                        <a:cs typeface="Microsoft JhengHei"/>
                        <a:sym typeface="Microsoft JhengHei"/>
                      </a:endParaRPr>
                    </a:p>
                  </a:txBody>
                  <a:tcPr marL="84400" marR="8440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lgn="ctr">
                      <a:solidFill>
                        <a:schemeClr val="dk1"/>
                      </a:solidFill>
                      <a:prstDash val="solid"/>
                      <a:round/>
                      <a:headEnd type="none" w="sm" len="sm"/>
                      <a:tailEnd type="none" w="sm" len="sm"/>
                    </a:lnB>
                    <a:solidFill>
                      <a:schemeClr val="lt1"/>
                    </a:solidFill>
                  </a:tcPr>
                </a:tc>
                <a:tc hMerge="1">
                  <a:txBody>
                    <a:bodyPr/>
                    <a:lstStyle/>
                    <a:p>
                      <a:endParaRPr lang="zh-TW" altLang="en-US"/>
                    </a:p>
                  </a:txBody>
                  <a:tcPr/>
                </a:tc>
                <a:tc vMerge="1">
                  <a:txBody>
                    <a:bodyPr/>
                    <a:lstStyle/>
                    <a:p>
                      <a:endParaRPr lang="en-US"/>
                    </a:p>
                  </a:txBody>
                  <a:tcPr/>
                </a:tc>
                <a:extLst>
                  <a:ext uri="{0D108BD9-81ED-4DB2-BD59-A6C34878D82A}">
                    <a16:rowId xmlns:a16="http://schemas.microsoft.com/office/drawing/2014/main" val="10001"/>
                  </a:ext>
                </a:extLst>
              </a:tr>
              <a:tr h="370223">
                <a:tc>
                  <a:txBody>
                    <a:bodyPr/>
                    <a:lstStyle/>
                    <a:p>
                      <a:pPr marL="0" marR="0" lvl="0" indent="0" algn="ctr" rtl="0">
                        <a:spcBef>
                          <a:spcPts val="0"/>
                        </a:spcBef>
                        <a:spcAft>
                          <a:spcPts val="0"/>
                        </a:spcAft>
                        <a:buNone/>
                      </a:pPr>
                      <a:r>
                        <a:rPr lang="en-US" sz="1600" b="1">
                          <a:solidFill>
                            <a:schemeClr val="dk1"/>
                          </a:solidFill>
                          <a:latin typeface="Microsoft JhengHei" panose="020B0604030504040204" pitchFamily="34" charset="-120"/>
                          <a:ea typeface="Microsoft JhengHei" panose="020B0604030504040204" pitchFamily="34" charset="-120"/>
                          <a:cs typeface="Microsoft JhengHei"/>
                          <a:sym typeface="Microsoft JhengHei"/>
                        </a:rPr>
                        <a:t>Input</a:t>
                      </a:r>
                      <a:endParaRPr sz="1600" b="1">
                        <a:solidFill>
                          <a:schemeClr val="dk1"/>
                        </a:solidFill>
                        <a:latin typeface="Microsoft JhengHei" panose="020B0604030504040204" pitchFamily="34" charset="-120"/>
                        <a:ea typeface="Microsoft JhengHei" panose="020B0604030504040204" pitchFamily="34" charset="-120"/>
                        <a:cs typeface="Microsoft JhengHei"/>
                        <a:sym typeface="Microsoft JhengHei"/>
                      </a:endParaRPr>
                    </a:p>
                  </a:txBody>
                  <a:tcPr marL="84400" marR="84400" marT="45725" marB="45725" anchor="ctr">
                    <a:lnL w="12700" cap="flat" cmpd="sng">
                      <a:solidFill>
                        <a:schemeClr val="dk1"/>
                      </a:solidFill>
                      <a:prstDash val="solid"/>
                      <a:round/>
                      <a:headEnd type="none" w="sm" len="sm"/>
                      <a:tailEnd type="none" w="sm" len="sm"/>
                    </a:lnL>
                    <a:lnR w="12700" cap="flat" cmpd="sng" algn="ctr">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lgn="ctr">
                      <a:solidFill>
                        <a:schemeClr val="dk1"/>
                      </a:solidFill>
                      <a:prstDash val="solid"/>
                      <a:round/>
                      <a:headEnd type="none" w="sm" len="sm"/>
                      <a:tailEnd type="none" w="sm" len="sm"/>
                    </a:lnB>
                    <a:solidFill>
                      <a:schemeClr val="lt1"/>
                    </a:solidFill>
                  </a:tcPr>
                </a:tc>
                <a:tc>
                  <a:txBody>
                    <a:bodyPr/>
                    <a:lstStyle/>
                    <a:p>
                      <a:pPr marL="0" marR="0" lvl="0" indent="0" algn="l" rtl="0">
                        <a:spcBef>
                          <a:spcPts val="0"/>
                        </a:spcBef>
                        <a:spcAft>
                          <a:spcPts val="0"/>
                        </a:spcAft>
                        <a:buNone/>
                      </a:pPr>
                      <a:endParaRPr sz="1600" b="1">
                        <a:solidFill>
                          <a:schemeClr val="dk1"/>
                        </a:solidFill>
                        <a:latin typeface="Microsoft JhengHei" panose="020B0604030504040204" pitchFamily="34" charset="-120"/>
                        <a:ea typeface="Microsoft JhengHei" panose="020B0604030504040204" pitchFamily="34" charset="-120"/>
                        <a:cs typeface="Microsoft JhengHei"/>
                        <a:sym typeface="Microsoft JhengHei"/>
                      </a:endParaRPr>
                    </a:p>
                  </a:txBody>
                  <a:tcPr marL="84400" marR="84400" marT="45725" marB="45725" anchor="ctr">
                    <a:lnL w="12700" cap="flat" cmpd="sng" algn="ctr">
                      <a:solidFill>
                        <a:schemeClr val="dk1"/>
                      </a:solidFill>
                      <a:prstDash val="solid"/>
                      <a:round/>
                      <a:headEnd type="none" w="sm" len="sm"/>
                      <a:tailEnd type="none" w="sm" len="sm"/>
                    </a:lnL>
                    <a:lnR w="12700" cap="flat" cmpd="sng" algn="ctr">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lgn="ctr">
                      <a:solidFill>
                        <a:schemeClr val="tx1"/>
                      </a:solidFill>
                      <a:prstDash val="solid"/>
                      <a:round/>
                      <a:headEnd type="none" w="med" len="med"/>
                      <a:tailEnd type="none" w="med" len="med"/>
                    </a:lnB>
                    <a:solidFill>
                      <a:schemeClr val="lt1"/>
                    </a:solidFill>
                  </a:tcPr>
                </a:tc>
                <a:tc>
                  <a:txBody>
                    <a:bodyPr/>
                    <a:lstStyle/>
                    <a:p>
                      <a:pPr marL="0" marR="0" lvl="0" indent="0" algn="ctr" rtl="0">
                        <a:spcBef>
                          <a:spcPts val="0"/>
                        </a:spcBef>
                        <a:spcAft>
                          <a:spcPts val="0"/>
                        </a:spcAft>
                        <a:buNone/>
                      </a:pPr>
                      <a:r>
                        <a:rPr lang="en-US" sz="1600" b="1">
                          <a:solidFill>
                            <a:schemeClr val="dk1"/>
                          </a:solidFill>
                          <a:latin typeface="Microsoft JhengHei" panose="020B0604030504040204" pitchFamily="34" charset="-120"/>
                          <a:ea typeface="Microsoft JhengHei" panose="020B0604030504040204" pitchFamily="34" charset="-120"/>
                          <a:cs typeface="Microsoft JhengHei"/>
                          <a:sym typeface="Microsoft JhengHei"/>
                        </a:rPr>
                        <a:t>Output</a:t>
                      </a:r>
                      <a:endParaRPr sz="1600" b="1">
                        <a:solidFill>
                          <a:schemeClr val="dk1"/>
                        </a:solidFill>
                        <a:latin typeface="Microsoft JhengHei" panose="020B0604030504040204" pitchFamily="34" charset="-120"/>
                        <a:ea typeface="Microsoft JhengHei" panose="020B0604030504040204" pitchFamily="34" charset="-120"/>
                        <a:cs typeface="Microsoft JhengHei"/>
                        <a:sym typeface="Microsoft JhengHei"/>
                      </a:endParaRPr>
                    </a:p>
                  </a:txBody>
                  <a:tcPr marL="84400" marR="84400" marT="45725" marB="45725" anchor="ctr">
                    <a:lnL w="12700" cap="flat" cmpd="sng" algn="ctr">
                      <a:solidFill>
                        <a:schemeClr val="dk1"/>
                      </a:solidFill>
                      <a:prstDash val="solid"/>
                      <a:round/>
                      <a:headEnd type="none" w="sm" len="sm"/>
                      <a:tailEnd type="none" w="sm" len="sm"/>
                    </a:lnL>
                    <a:lnR w="12700" cap="flat" cmpd="sng" algn="ctr">
                      <a:solidFill>
                        <a:schemeClr val="dk1"/>
                      </a:solidFill>
                      <a:prstDash val="solid"/>
                      <a:round/>
                      <a:headEnd type="none" w="sm" len="sm"/>
                      <a:tailEnd type="none" w="sm" len="sm"/>
                    </a:lnR>
                    <a:lnT w="12700" cap="flat" cmpd="sng" algn="ctr">
                      <a:solidFill>
                        <a:schemeClr val="dk1"/>
                      </a:solidFill>
                      <a:prstDash val="solid"/>
                      <a:round/>
                      <a:headEnd type="none" w="sm" len="sm"/>
                      <a:tailEnd type="none" w="sm" len="sm"/>
                    </a:lnT>
                    <a:lnB w="12700" cap="flat" cmpd="sng" algn="ctr">
                      <a:solidFill>
                        <a:schemeClr val="tx1"/>
                      </a:solidFill>
                      <a:prstDash val="solid"/>
                      <a:round/>
                      <a:headEnd type="none" w="med" len="med"/>
                      <a:tailEnd type="none" w="med" len="med"/>
                    </a:lnB>
                    <a:solidFill>
                      <a:schemeClr val="lt1"/>
                    </a:solidFill>
                  </a:tcPr>
                </a:tc>
                <a:tc>
                  <a:txBody>
                    <a:bodyPr/>
                    <a:lstStyle/>
                    <a:p>
                      <a:pPr marL="0" marR="0" lvl="0" indent="0" algn="ctr" rtl="0">
                        <a:lnSpc>
                          <a:spcPct val="100000"/>
                        </a:lnSpc>
                        <a:spcBef>
                          <a:spcPts val="0"/>
                        </a:spcBef>
                        <a:spcAft>
                          <a:spcPts val="0"/>
                        </a:spcAft>
                        <a:buClr>
                          <a:schemeClr val="dk1"/>
                        </a:buClr>
                        <a:buSzPts val="1000"/>
                        <a:buFont typeface="Arial"/>
                        <a:buNone/>
                      </a:pPr>
                      <a:r>
                        <a:rPr lang="en-US" sz="1600" b="1">
                          <a:solidFill>
                            <a:schemeClr val="dk1"/>
                          </a:solidFill>
                          <a:latin typeface="Microsoft JhengHei" panose="020B0604030504040204" pitchFamily="34" charset="-120"/>
                          <a:ea typeface="Microsoft JhengHei" panose="020B0604030504040204" pitchFamily="34" charset="-120"/>
                          <a:cs typeface="Microsoft JhengHei"/>
                          <a:sym typeface="Microsoft JhengHei"/>
                        </a:rPr>
                        <a:t>Process Activities</a:t>
                      </a:r>
                      <a:endParaRPr sz="1600" b="1">
                        <a:solidFill>
                          <a:schemeClr val="dk1"/>
                        </a:solidFill>
                        <a:latin typeface="Microsoft JhengHei" panose="020B0604030504040204" pitchFamily="34" charset="-120"/>
                        <a:ea typeface="Microsoft JhengHei" panose="020B0604030504040204" pitchFamily="34" charset="-120"/>
                        <a:cs typeface="Microsoft JhengHei"/>
                        <a:sym typeface="Microsoft JhengHei"/>
                      </a:endParaRPr>
                    </a:p>
                  </a:txBody>
                  <a:tcPr marL="84400" marR="84400" marT="45725" marB="45725" anchor="ctr">
                    <a:lnL w="12700" cap="flat" cmpd="sng" algn="ctr">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lgn="ctr">
                      <a:solidFill>
                        <a:schemeClr val="dk1"/>
                      </a:solidFill>
                      <a:prstDash val="solid"/>
                      <a:round/>
                      <a:headEnd type="none" w="sm" len="sm"/>
                      <a:tailEnd type="none" w="sm" len="sm"/>
                    </a:lnB>
                    <a:solidFill>
                      <a:schemeClr val="lt1"/>
                    </a:solidFill>
                  </a:tcPr>
                </a:tc>
                <a:extLst>
                  <a:ext uri="{0D108BD9-81ED-4DB2-BD59-A6C34878D82A}">
                    <a16:rowId xmlns:a16="http://schemas.microsoft.com/office/drawing/2014/main" val="1438868285"/>
                  </a:ext>
                </a:extLst>
              </a:tr>
              <a:tr h="8429160">
                <a:tc>
                  <a:txBody>
                    <a:bodyPr/>
                    <a:lstStyle/>
                    <a:p>
                      <a:pPr marL="0" marR="0" lvl="0" indent="0" algn="l" rtl="0">
                        <a:spcBef>
                          <a:spcPts val="0"/>
                        </a:spcBef>
                        <a:spcAft>
                          <a:spcPts val="0"/>
                        </a:spcAft>
                        <a:buNone/>
                      </a:pPr>
                      <a:endParaRPr sz="1000">
                        <a:solidFill>
                          <a:schemeClr val="dk1"/>
                        </a:solidFill>
                        <a:latin typeface="Microsoft JhengHei"/>
                        <a:ea typeface="Microsoft JhengHei"/>
                        <a:cs typeface="Microsoft JhengHei"/>
                        <a:sym typeface="Microsoft JhengHei"/>
                      </a:endParaRPr>
                    </a:p>
                  </a:txBody>
                  <a:tcPr marL="84400" marR="84400" marT="45725" marB="45725" anchor="ctr">
                    <a:lnL w="12700" cap="flat" cmpd="sng">
                      <a:solidFill>
                        <a:schemeClr val="dk1"/>
                      </a:solidFill>
                      <a:prstDash val="solid"/>
                      <a:round/>
                      <a:headEnd type="none" w="sm" len="sm"/>
                      <a:tailEnd type="none" w="sm" len="sm"/>
                    </a:lnL>
                    <a:lnR w="12700" cap="flat" cmpd="sng" algn="ctr">
                      <a:solidFill>
                        <a:schemeClr val="tx1"/>
                      </a:solidFill>
                      <a:prstDash val="solid"/>
                      <a:round/>
                      <a:headEnd type="none" w="med" len="med"/>
                      <a:tailEnd type="none" w="med" len="med"/>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l" rtl="0">
                        <a:spcBef>
                          <a:spcPts val="0"/>
                        </a:spcBef>
                        <a:spcAft>
                          <a:spcPts val="0"/>
                        </a:spcAft>
                        <a:buNone/>
                      </a:pPr>
                      <a:endParaRPr sz="1000">
                        <a:solidFill>
                          <a:schemeClr val="dk1"/>
                        </a:solidFill>
                        <a:latin typeface="Microsoft JhengHei"/>
                        <a:ea typeface="Microsoft JhengHei"/>
                        <a:cs typeface="Microsoft JhengHei"/>
                        <a:sym typeface="Microsoft JhengHei"/>
                      </a:endParaRPr>
                    </a:p>
                  </a:txBody>
                  <a:tcPr marL="84400" marR="84400" marT="45725" marB="457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lt1"/>
                    </a:solidFill>
                  </a:tcPr>
                </a:tc>
                <a:tc>
                  <a:txBody>
                    <a:bodyPr/>
                    <a:lstStyle/>
                    <a:p>
                      <a:pPr marL="0" marR="0" lvl="0" indent="0" algn="l" rtl="0">
                        <a:spcBef>
                          <a:spcPts val="0"/>
                        </a:spcBef>
                        <a:spcAft>
                          <a:spcPts val="0"/>
                        </a:spcAft>
                        <a:buNone/>
                      </a:pPr>
                      <a:endParaRPr sz="1000">
                        <a:solidFill>
                          <a:schemeClr val="dk1"/>
                        </a:solidFill>
                        <a:latin typeface="Microsoft JhengHei"/>
                        <a:ea typeface="Microsoft JhengHei"/>
                        <a:cs typeface="Microsoft JhengHei"/>
                        <a:sym typeface="Microsoft JhengHei"/>
                      </a:endParaRPr>
                    </a:p>
                  </a:txBody>
                  <a:tcPr marL="84400" marR="84400" marT="45725" marB="457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lt1"/>
                    </a:solidFill>
                  </a:tcPr>
                </a:tc>
                <a:tc>
                  <a:txBody>
                    <a:bodyPr/>
                    <a:lstStyle/>
                    <a:p>
                      <a:pPr marL="0" marR="0" lvl="0" indent="0" algn="l" rtl="0">
                        <a:lnSpc>
                          <a:spcPct val="100000"/>
                        </a:lnSpc>
                        <a:spcBef>
                          <a:spcPts val="0"/>
                        </a:spcBef>
                        <a:spcAft>
                          <a:spcPts val="0"/>
                        </a:spcAft>
                        <a:buClr>
                          <a:schemeClr val="dk1"/>
                        </a:buClr>
                        <a:buSzPts val="1000"/>
                        <a:buFont typeface="Arial"/>
                        <a:buNone/>
                      </a:pPr>
                      <a:endParaRPr sz="1000">
                        <a:solidFill>
                          <a:schemeClr val="dk1"/>
                        </a:solidFill>
                        <a:latin typeface="Microsoft JhengHei"/>
                        <a:ea typeface="Microsoft JhengHei"/>
                        <a:cs typeface="Microsoft JhengHei"/>
                        <a:sym typeface="Microsoft JhengHei"/>
                      </a:endParaRPr>
                    </a:p>
                  </a:txBody>
                  <a:tcPr marL="84400" marR="84400" marT="45725" marB="45725" anchor="ctr">
                    <a:lnL w="12700" cap="flat" cmpd="sng" algn="ctr">
                      <a:solidFill>
                        <a:schemeClr val="tx1"/>
                      </a:solidFill>
                      <a:prstDash val="solid"/>
                      <a:round/>
                      <a:headEnd type="none" w="med" len="med"/>
                      <a:tailEnd type="none" w="med" len="med"/>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extLst>
                  <a:ext uri="{0D108BD9-81ED-4DB2-BD59-A6C34878D82A}">
                    <a16:rowId xmlns:a16="http://schemas.microsoft.com/office/drawing/2014/main" val="3940032794"/>
                  </a:ext>
                </a:extLst>
              </a:tr>
            </a:tbl>
          </a:graphicData>
        </a:graphic>
      </p:graphicFrame>
      <p:pic>
        <p:nvPicPr>
          <p:cNvPr id="3" name="Google Shape;37;p9" descr="A red and black logo&#10;&#10;Description automatically generated">
            <a:extLst>
              <a:ext uri="{FF2B5EF4-FFF2-40B4-BE49-F238E27FC236}">
                <a16:creationId xmlns:a16="http://schemas.microsoft.com/office/drawing/2014/main" id="{FEC0DF01-974E-FA50-4309-25053ECD68E4}"/>
              </a:ext>
            </a:extLst>
          </p:cNvPr>
          <p:cNvPicPr preferRelativeResize="0"/>
          <p:nvPr userDrawn="1"/>
        </p:nvPicPr>
        <p:blipFill rotWithShape="1">
          <a:blip r:embed="rId2">
            <a:alphaModFix/>
          </a:blip>
          <a:srcRect/>
          <a:stretch/>
        </p:blipFill>
        <p:spPr>
          <a:xfrm>
            <a:off x="7067490" y="213243"/>
            <a:ext cx="482734" cy="420132"/>
          </a:xfrm>
          <a:prstGeom prst="rect">
            <a:avLst/>
          </a:prstGeom>
          <a:noFill/>
          <a:ln>
            <a:noFill/>
          </a:ln>
        </p:spPr>
      </p:pic>
      <p:sp>
        <p:nvSpPr>
          <p:cNvPr id="10" name="Google Shape;24;p8">
            <a:extLst>
              <a:ext uri="{FF2B5EF4-FFF2-40B4-BE49-F238E27FC236}">
                <a16:creationId xmlns:a16="http://schemas.microsoft.com/office/drawing/2014/main" id="{0448B46C-C68B-BB74-204F-0F458130E386}"/>
              </a:ext>
            </a:extLst>
          </p:cNvPr>
          <p:cNvSpPr txBox="1">
            <a:spLocks noGrp="1"/>
          </p:cNvSpPr>
          <p:nvPr>
            <p:ph type="dt" idx="10"/>
          </p:nvPr>
        </p:nvSpPr>
        <p:spPr>
          <a:xfrm>
            <a:off x="16862156" y="726363"/>
            <a:ext cx="1164432" cy="260837"/>
          </a:xfrm>
          <a:prstGeom prst="rect">
            <a:avLst/>
          </a:prstGeom>
          <a:noFill/>
          <a:ln>
            <a:noFill/>
          </a:ln>
        </p:spPr>
        <p:txBody>
          <a:bodyPr spcFirstLastPara="1" wrap="square" lIns="0" tIns="0" rIns="0" bIns="0" anchor="b"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r>
              <a:rPr lang="en-US"/>
              <a:t>4/4/25</a:t>
            </a:r>
            <a:endParaRPr/>
          </a:p>
        </p:txBody>
      </p:sp>
    </p:spTree>
    <p:extLst>
      <p:ext uri="{BB962C8B-B14F-4D97-AF65-F5344CB8AC3E}">
        <p14:creationId xmlns:p14="http://schemas.microsoft.com/office/powerpoint/2010/main" val="341622462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3_自訂版面配置">
    <p:spTree>
      <p:nvGrpSpPr>
        <p:cNvPr id="1" name=""/>
        <p:cNvGrpSpPr/>
        <p:nvPr/>
      </p:nvGrpSpPr>
      <p:grpSpPr>
        <a:xfrm>
          <a:off x="0" y="0"/>
          <a:ext cx="0" cy="0"/>
          <a:chOff x="0" y="0"/>
          <a:chExt cx="0" cy="0"/>
        </a:xfrm>
      </p:grpSpPr>
      <p:pic>
        <p:nvPicPr>
          <p:cNvPr id="5" name="圖片 4">
            <a:extLst>
              <a:ext uri="{FF2B5EF4-FFF2-40B4-BE49-F238E27FC236}">
                <a16:creationId xmlns:a16="http://schemas.microsoft.com/office/drawing/2014/main" id="{0B02BF32-51F7-DDF0-4455-62412D8BC839}"/>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0"/>
            <a:ext cx="18288000" cy="10288588"/>
          </a:xfrm>
          <a:prstGeom prst="rect">
            <a:avLst/>
          </a:prstGeom>
        </p:spPr>
      </p:pic>
    </p:spTree>
    <p:extLst>
      <p:ext uri="{BB962C8B-B14F-4D97-AF65-F5344CB8AC3E}">
        <p14:creationId xmlns:p14="http://schemas.microsoft.com/office/powerpoint/2010/main" val="420461350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257300" y="547773"/>
            <a:ext cx="15773400" cy="1988651"/>
          </a:xfrm>
          <a:prstGeom prst="rect">
            <a:avLst/>
          </a:prstGeom>
        </p:spPr>
        <p:txBody>
          <a:bodyPr vert="horz" lIns="91440" tIns="45720" rIns="91440" bIns="45720" rtlCol="0" anchor="ctr">
            <a:normAutofit/>
          </a:bodyPr>
          <a:lstStyle/>
          <a:p>
            <a:r>
              <a:rPr lang="en-US" altLang="zh-TW" dirty="0"/>
              <a:t>Click to edit Master title style</a:t>
            </a:r>
            <a:endParaRPr lang="en-US" dirty="0"/>
          </a:p>
        </p:txBody>
      </p:sp>
      <p:sp>
        <p:nvSpPr>
          <p:cNvPr id="3" name="Text Placeholder 2"/>
          <p:cNvSpPr>
            <a:spLocks noGrp="1"/>
          </p:cNvSpPr>
          <p:nvPr>
            <p:ph type="body" idx="1"/>
          </p:nvPr>
        </p:nvSpPr>
        <p:spPr>
          <a:xfrm>
            <a:off x="1257300" y="2738860"/>
            <a:ext cx="15773400" cy="6528015"/>
          </a:xfrm>
          <a:prstGeom prst="rect">
            <a:avLst/>
          </a:prstGeom>
        </p:spPr>
        <p:txBody>
          <a:bodyPr vert="horz" lIns="91440" tIns="45720" rIns="91440" bIns="45720" rtlCol="0">
            <a:normAutofit/>
          </a:bodyPr>
          <a:lstStyle/>
          <a:p>
            <a:pPr lvl="0"/>
            <a:r>
              <a:rPr lang="en-US" altLang="zh-TW" dirty="0"/>
              <a:t>Click to edit Master text styles</a:t>
            </a:r>
          </a:p>
          <a:p>
            <a:pPr lvl="1"/>
            <a:r>
              <a:rPr lang="en-US" altLang="zh-TW" dirty="0"/>
              <a:t>Second level</a:t>
            </a:r>
          </a:p>
          <a:p>
            <a:pPr lvl="2"/>
            <a:r>
              <a:rPr lang="en-US" altLang="zh-TW" dirty="0"/>
              <a:t>Third level</a:t>
            </a:r>
          </a:p>
          <a:p>
            <a:pPr lvl="3"/>
            <a:r>
              <a:rPr lang="en-US" altLang="zh-TW" dirty="0"/>
              <a:t>Fourth level</a:t>
            </a:r>
          </a:p>
          <a:p>
            <a:pPr lvl="4"/>
            <a:r>
              <a:rPr lang="en-US" altLang="zh-TW" dirty="0"/>
              <a:t>Fifth level</a:t>
            </a:r>
            <a:endParaRPr lang="en-US" dirty="0"/>
          </a:p>
        </p:txBody>
      </p:sp>
      <p:sp>
        <p:nvSpPr>
          <p:cNvPr id="4" name="Date Placeholder 3"/>
          <p:cNvSpPr>
            <a:spLocks noGrp="1"/>
          </p:cNvSpPr>
          <p:nvPr>
            <p:ph type="dt" sz="half" idx="2"/>
          </p:nvPr>
        </p:nvSpPr>
        <p:spPr>
          <a:xfrm>
            <a:off x="1257300" y="9535998"/>
            <a:ext cx="4114800" cy="547772"/>
          </a:xfrm>
          <a:prstGeom prst="rect">
            <a:avLst/>
          </a:prstGeom>
        </p:spPr>
        <p:txBody>
          <a:bodyPr vert="horz" lIns="91440" tIns="45720" rIns="91440" bIns="45720" rtlCol="0" anchor="ctr"/>
          <a:lstStyle>
            <a:lvl1pPr algn="l">
              <a:defRPr sz="1800">
                <a:solidFill>
                  <a:schemeClr val="tx1">
                    <a:tint val="75000"/>
                  </a:schemeClr>
                </a:solidFill>
              </a:defRPr>
            </a:lvl1pPr>
          </a:lstStyle>
          <a:p>
            <a:fld id="{C764DE79-268F-4C1A-8933-263129D2AF90}" type="datetimeFigureOut">
              <a:rPr lang="en-US" dirty="0"/>
              <a:pPr/>
              <a:t>9/8/2025</a:t>
            </a:fld>
            <a:endParaRPr lang="en-US" dirty="0"/>
          </a:p>
        </p:txBody>
      </p:sp>
      <p:sp>
        <p:nvSpPr>
          <p:cNvPr id="5" name="Footer Placeholder 4"/>
          <p:cNvSpPr>
            <a:spLocks noGrp="1"/>
          </p:cNvSpPr>
          <p:nvPr>
            <p:ph type="ftr" sz="quarter" idx="3"/>
          </p:nvPr>
        </p:nvSpPr>
        <p:spPr>
          <a:xfrm>
            <a:off x="6057900" y="9535998"/>
            <a:ext cx="6172200" cy="547772"/>
          </a:xfrm>
          <a:prstGeom prst="rect">
            <a:avLst/>
          </a:prstGeom>
        </p:spPr>
        <p:txBody>
          <a:bodyPr vert="horz" lIns="91440" tIns="45720" rIns="91440" bIns="45720" rtlCol="0" anchor="ctr"/>
          <a:lstStyle>
            <a:lvl1pPr algn="ctr">
              <a:defRPr sz="18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12915900" y="9535998"/>
            <a:ext cx="4114800" cy="547772"/>
          </a:xfrm>
          <a:prstGeom prst="rect">
            <a:avLst/>
          </a:prstGeom>
        </p:spPr>
        <p:txBody>
          <a:bodyPr vert="horz" lIns="91440" tIns="45720" rIns="91440" bIns="45720" rtlCol="0" anchor="ctr"/>
          <a:lstStyle>
            <a:lvl1pPr algn="r">
              <a:defRPr sz="1800">
                <a:solidFill>
                  <a:schemeClr val="tx1">
                    <a:tint val="75000"/>
                  </a:schemeClr>
                </a:solidFill>
              </a:defRPr>
            </a:lvl1pPr>
          </a:lstStyle>
          <a:p>
            <a:fld id="{48F63A3B-78C7-47BE-AE5E-E10140E04643}" type="slidenum">
              <a:rPr lang="en-US" dirty="0"/>
              <a:pPr/>
              <a:t>‹#›</a:t>
            </a:fld>
            <a:endParaRPr lang="en-US" dirty="0"/>
          </a:p>
        </p:txBody>
      </p:sp>
    </p:spTree>
    <p:extLst>
      <p:ext uri="{BB962C8B-B14F-4D97-AF65-F5344CB8AC3E}">
        <p14:creationId xmlns:p14="http://schemas.microsoft.com/office/powerpoint/2010/main" val="3197026338"/>
      </p:ext>
    </p:extLst>
  </p:cSld>
  <p:clrMap bg1="lt1" tx1="dk1" bg2="lt2" tx2="dk2" accent1="accent1" accent2="accent2" accent3="accent3" accent4="accent4" accent5="accent5" accent6="accent6" hlink="hlink" folHlink="folHlink"/>
  <p:sldLayoutIdLst>
    <p:sldLayoutId id="2147483670" r:id="rId1"/>
    <p:sldLayoutId id="2147483671" r:id="rId2"/>
    <p:sldLayoutId id="2147483672" r:id="rId3"/>
    <p:sldLayoutId id="2147483673" r:id="rId4"/>
    <p:sldLayoutId id="2147483674" r:id="rId5"/>
    <p:sldLayoutId id="2147483675" r:id="rId6"/>
    <p:sldLayoutId id="2147483676" r:id="rId7"/>
    <p:sldLayoutId id="2147483677" r:id="rId8"/>
    <p:sldLayoutId id="2147483678" r:id="rId9"/>
    <p:sldLayoutId id="2147483679" r:id="rId10"/>
    <p:sldLayoutId id="2147483680" r:id="rId11"/>
    <p:sldLayoutId id="2147483681" r:id="rId12"/>
    <p:sldLayoutId id="2147483665" r:id="rId13"/>
    <p:sldLayoutId id="2147483668" r:id="rId14"/>
    <p:sldLayoutId id="2147483664" r:id="rId15"/>
    <p:sldLayoutId id="2147483683" r:id="rId16"/>
    <p:sldLayoutId id="2147483684" r:id="rId17"/>
    <p:sldLayoutId id="2147483682" r:id="rId18"/>
    <p:sldLayoutId id="2147483663" r:id="rId19"/>
  </p:sldLayoutIdLst>
  <p:hf sldNum="0" hdr="0" ftr="0" dt="0"/>
  <p:txStyles>
    <p:titleStyle>
      <a:lvl1pPr algn="l" defTabSz="1371600" rtl="0" eaLnBrk="1" latinLnBrk="0" hangingPunct="1">
        <a:lnSpc>
          <a:spcPct val="90000"/>
        </a:lnSpc>
        <a:spcBef>
          <a:spcPct val="0"/>
        </a:spcBef>
        <a:buNone/>
        <a:defRPr sz="6600" kern="1200">
          <a:solidFill>
            <a:schemeClr val="tx1"/>
          </a:solidFill>
          <a:latin typeface="+mj-lt"/>
          <a:ea typeface="+mj-ea"/>
          <a:cs typeface="+mj-cs"/>
        </a:defRPr>
      </a:lvl1pPr>
    </p:titleStyle>
    <p:bodyStyle>
      <a:lvl1pPr marL="342900" indent="-342900" algn="l" defTabSz="1371600" rtl="0" eaLnBrk="1" latinLnBrk="0" hangingPunct="1">
        <a:lnSpc>
          <a:spcPct val="90000"/>
        </a:lnSpc>
        <a:spcBef>
          <a:spcPts val="1500"/>
        </a:spcBef>
        <a:buFont typeface="Arial" panose="020B0604020202020204" pitchFamily="34" charset="0"/>
        <a:buChar char="•"/>
        <a:defRPr sz="4200" kern="1200">
          <a:solidFill>
            <a:schemeClr val="tx1"/>
          </a:solidFill>
          <a:latin typeface="+mn-lt"/>
          <a:ea typeface="+mn-ea"/>
          <a:cs typeface="+mn-cs"/>
        </a:defRPr>
      </a:lvl1pPr>
      <a:lvl2pPr marL="1028700" indent="-342900" algn="l" defTabSz="1371600" rtl="0" eaLnBrk="1" latinLnBrk="0" hangingPunct="1">
        <a:lnSpc>
          <a:spcPct val="90000"/>
        </a:lnSpc>
        <a:spcBef>
          <a:spcPts val="750"/>
        </a:spcBef>
        <a:buFont typeface="Arial" panose="020B0604020202020204" pitchFamily="34" charset="0"/>
        <a:buChar char="•"/>
        <a:defRPr sz="3600" kern="1200">
          <a:solidFill>
            <a:schemeClr val="tx1"/>
          </a:solidFill>
          <a:latin typeface="+mn-lt"/>
          <a:ea typeface="+mn-ea"/>
          <a:cs typeface="+mn-cs"/>
        </a:defRPr>
      </a:lvl2pPr>
      <a:lvl3pPr marL="1714500" indent="-342900" algn="l" defTabSz="1371600" rtl="0" eaLnBrk="1" latinLnBrk="0" hangingPunct="1">
        <a:lnSpc>
          <a:spcPct val="90000"/>
        </a:lnSpc>
        <a:spcBef>
          <a:spcPts val="750"/>
        </a:spcBef>
        <a:buFont typeface="Arial" panose="020B0604020202020204" pitchFamily="34" charset="0"/>
        <a:buChar char="•"/>
        <a:defRPr sz="3000" kern="1200">
          <a:solidFill>
            <a:schemeClr val="tx1"/>
          </a:solidFill>
          <a:latin typeface="+mn-lt"/>
          <a:ea typeface="+mn-ea"/>
          <a:cs typeface="+mn-cs"/>
        </a:defRPr>
      </a:lvl3pPr>
      <a:lvl4pPr marL="24003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4pPr>
      <a:lvl5pPr marL="30861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5pPr>
      <a:lvl6pPr marL="37719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6pPr>
      <a:lvl7pPr marL="44577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7pPr>
      <a:lvl8pPr marL="51435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8pPr>
      <a:lvl9pPr marL="58293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9pPr>
    </p:bodyStyle>
    <p:other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3.xml.rels><?xml version="1.0" encoding="UTF-8" standalone="yes"?>
<Relationships xmlns="http://schemas.openxmlformats.org/package/2006/relationships"><Relationship Id="rId3" Type="http://schemas.openxmlformats.org/officeDocument/2006/relationships/image" Target="../media/image6.gif"/><Relationship Id="rId2" Type="http://schemas.openxmlformats.org/officeDocument/2006/relationships/notesSlide" Target="../notesSlides/notesSlide2.xml"/><Relationship Id="rId1" Type="http://schemas.openxmlformats.org/officeDocument/2006/relationships/slideLayout" Target="../slideLayouts/slideLayout1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8.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8.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1">
            <a:extLst>
              <a:ext uri="{FF2B5EF4-FFF2-40B4-BE49-F238E27FC236}">
                <a16:creationId xmlns:a16="http://schemas.microsoft.com/office/drawing/2014/main" id="{7F582E9E-3697-760D-DA26-BA27025404FB}"/>
              </a:ext>
            </a:extLst>
          </p:cNvPr>
          <p:cNvSpPr>
            <a:spLocks noChangeArrowheads="1"/>
          </p:cNvSpPr>
          <p:nvPr/>
        </p:nvSpPr>
        <p:spPr bwMode="auto">
          <a:xfrm>
            <a:off x="843405" y="5144294"/>
            <a:ext cx="6537111"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2400" b="1">
                <a:solidFill>
                  <a:schemeClr val="tx1"/>
                </a:solidFill>
                <a:latin typeface="Arial" panose="020B0604020202020204" pitchFamily="34" charset="0"/>
                <a:ea typeface="微軟正黑體" panose="020B0604030504040204" pitchFamily="34" charset="-12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ea typeface="微軟正黑體" panose="020B0604030504040204" pitchFamily="34" charset="-120"/>
                <a:cs typeface="Arial" panose="020B0604020202020204" pitchFamily="34" charset="0"/>
              </a:defRPr>
            </a:lvl2pPr>
            <a:lvl3pPr marL="1143000" indent="-228600">
              <a:spcBef>
                <a:spcPct val="20000"/>
              </a:spcBef>
              <a:buFont typeface="Arial" panose="020B0604020202020204" pitchFamily="34" charset="0"/>
              <a:buChar char="•"/>
              <a:defRPr sz="1600">
                <a:solidFill>
                  <a:schemeClr val="tx1"/>
                </a:solidFill>
                <a:latin typeface="Arial" panose="020B0604020202020204" pitchFamily="34" charset="0"/>
                <a:ea typeface="微軟正黑體" panose="020B0604030504040204" pitchFamily="34" charset="-120"/>
                <a:cs typeface="Arial" panose="020B0604020202020204" pitchFamily="34" charset="0"/>
              </a:defRPr>
            </a:lvl3pPr>
            <a:lvl4pPr marL="1600200" indent="-228600">
              <a:spcBef>
                <a:spcPct val="20000"/>
              </a:spcBef>
              <a:buFont typeface="Arial" panose="020B0604020202020204" pitchFamily="34" charset="0"/>
              <a:buChar char="–"/>
              <a:defRPr sz="1400">
                <a:solidFill>
                  <a:schemeClr val="tx1"/>
                </a:solidFill>
                <a:latin typeface="Arial" panose="020B0604020202020204" pitchFamily="34" charset="0"/>
                <a:ea typeface="微軟正黑體" panose="020B0604030504040204" pitchFamily="34" charset="-120"/>
                <a:cs typeface="Arial" panose="020B0604020202020204" pitchFamily="34" charset="0"/>
              </a:defRPr>
            </a:lvl4pPr>
            <a:lvl5pPr marL="2057400" indent="-228600">
              <a:spcBef>
                <a:spcPct val="20000"/>
              </a:spcBef>
              <a:buFont typeface="Arial" panose="020B0604020202020204" pitchFamily="34" charset="0"/>
              <a:buChar char="»"/>
              <a:defRPr sz="1200">
                <a:solidFill>
                  <a:schemeClr val="tx1"/>
                </a:solidFill>
                <a:latin typeface="Arial" panose="020B0604020202020204" pitchFamily="34" charset="0"/>
                <a:ea typeface="微軟正黑體" panose="020B0604030504040204" pitchFamily="34" charset="-12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1200">
                <a:solidFill>
                  <a:schemeClr val="tx1"/>
                </a:solidFill>
                <a:latin typeface="Arial" panose="020B0604020202020204" pitchFamily="34" charset="0"/>
                <a:ea typeface="微軟正黑體" panose="020B0604030504040204" pitchFamily="34" charset="-12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1200">
                <a:solidFill>
                  <a:schemeClr val="tx1"/>
                </a:solidFill>
                <a:latin typeface="Arial" panose="020B0604020202020204" pitchFamily="34" charset="0"/>
                <a:ea typeface="微軟正黑體" panose="020B0604030504040204" pitchFamily="34" charset="-12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1200">
                <a:solidFill>
                  <a:schemeClr val="tx1"/>
                </a:solidFill>
                <a:latin typeface="Arial" panose="020B0604020202020204" pitchFamily="34" charset="0"/>
                <a:ea typeface="微軟正黑體" panose="020B0604030504040204" pitchFamily="34" charset="-12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1200">
                <a:solidFill>
                  <a:schemeClr val="tx1"/>
                </a:solidFill>
                <a:latin typeface="Arial" panose="020B0604020202020204" pitchFamily="34" charset="0"/>
                <a:ea typeface="微軟正黑體" panose="020B0604030504040204" pitchFamily="34" charset="-120"/>
                <a:cs typeface="Arial" panose="020B0604020202020204" pitchFamily="34" charset="0"/>
              </a:defRPr>
            </a:lvl9pPr>
          </a:lstStyle>
          <a:p>
            <a:pPr eaLnBrk="1" hangingPunct="1">
              <a:spcBef>
                <a:spcPct val="0"/>
              </a:spcBef>
              <a:buFontTx/>
              <a:buNone/>
            </a:pPr>
            <a:r>
              <a:rPr lang="zh-TW" altLang="en-US" sz="4800" dirty="0">
                <a:latin typeface="Microsoft JhengHei" panose="020B0604030504040204" pitchFamily="34" charset="-120"/>
                <a:ea typeface="Microsoft JhengHei" panose="020B0604030504040204" pitchFamily="34" charset="-120"/>
              </a:rPr>
              <a:t>賜昌集團 </a:t>
            </a:r>
            <a:r>
              <a:rPr lang="en-US" altLang="zh-TW" sz="4800" dirty="0">
                <a:latin typeface="Microsoft JhengHei" panose="020B0604030504040204" pitchFamily="34" charset="-120"/>
                <a:ea typeface="Microsoft JhengHei" panose="020B0604030504040204" pitchFamily="34" charset="-120"/>
              </a:rPr>
              <a:t>SAP</a:t>
            </a:r>
            <a:r>
              <a:rPr lang="zh-TW" altLang="en-US" sz="4800" dirty="0">
                <a:latin typeface="Microsoft JhengHei" panose="020B0604030504040204" pitchFamily="34" charset="-120"/>
                <a:ea typeface="Microsoft JhengHei" panose="020B0604030504040204" pitchFamily="34" charset="-120"/>
              </a:rPr>
              <a:t>推進中心</a:t>
            </a:r>
          </a:p>
        </p:txBody>
      </p:sp>
      <p:sp>
        <p:nvSpPr>
          <p:cNvPr id="3" name="TextBox 2">
            <a:extLst>
              <a:ext uri="{FF2B5EF4-FFF2-40B4-BE49-F238E27FC236}">
                <a16:creationId xmlns:a16="http://schemas.microsoft.com/office/drawing/2014/main" id="{8859345E-AB13-0337-28A8-72F68FB71A83}"/>
              </a:ext>
            </a:extLst>
          </p:cNvPr>
          <p:cNvSpPr txBox="1"/>
          <p:nvPr/>
        </p:nvSpPr>
        <p:spPr>
          <a:xfrm>
            <a:off x="843407" y="7871570"/>
            <a:ext cx="2833853" cy="738664"/>
          </a:xfrm>
          <a:prstGeom prst="rect">
            <a:avLst/>
          </a:prstGeom>
          <a:noFill/>
        </p:spPr>
        <p:txBody>
          <a:bodyPr wrap="none" rtlCol="0">
            <a:spAutoFit/>
          </a:bodyPr>
          <a:lstStyle/>
          <a:p>
            <a:r>
              <a:rPr kumimoji="1" lang="en-US" altLang="zh-TW" sz="2100" dirty="0">
                <a:latin typeface="Microsoft JhengHei" panose="020B0604030504040204" pitchFamily="34" charset="-120"/>
                <a:ea typeface="Microsoft JhengHei" panose="020B0604030504040204" pitchFamily="34" charset="-120"/>
              </a:rPr>
              <a:t>Presentation by </a:t>
            </a:r>
            <a:r>
              <a:rPr kumimoji="1" lang="en-US" altLang="zh-TW" sz="2100" b="1" dirty="0">
                <a:latin typeface="Microsoft JhengHei" panose="020B0604030504040204" pitchFamily="34" charset="-120"/>
                <a:ea typeface="Microsoft JhengHei" panose="020B0604030504040204" pitchFamily="34" charset="-120"/>
              </a:rPr>
              <a:t>DSIT</a:t>
            </a:r>
          </a:p>
          <a:p>
            <a:r>
              <a:rPr kumimoji="1" lang="en-US" altLang="zh-TW" sz="2100" dirty="0">
                <a:latin typeface="Microsoft JhengHei" panose="020B0604030504040204" pitchFamily="34" charset="-120"/>
                <a:ea typeface="Microsoft JhengHei" panose="020B0604030504040204" pitchFamily="34" charset="-120"/>
              </a:rPr>
              <a:t>2025/07/01</a:t>
            </a:r>
            <a:endParaRPr kumimoji="1" lang="zh-TW" altLang="en-US" sz="2100" dirty="0">
              <a:latin typeface="Microsoft JhengHei" panose="020B0604030504040204" pitchFamily="34" charset="-120"/>
              <a:ea typeface="Microsoft JhengHei" panose="020B0604030504040204" pitchFamily="34" charset="-120"/>
            </a:endParaRPr>
          </a:p>
        </p:txBody>
      </p:sp>
      <p:sp>
        <p:nvSpPr>
          <p:cNvPr id="4" name="矩形 1">
            <a:extLst>
              <a:ext uri="{FF2B5EF4-FFF2-40B4-BE49-F238E27FC236}">
                <a16:creationId xmlns:a16="http://schemas.microsoft.com/office/drawing/2014/main" id="{B99C6C67-25AF-0B71-AD21-378FF0D6B16C}"/>
              </a:ext>
            </a:extLst>
          </p:cNvPr>
          <p:cNvSpPr>
            <a:spLocks noChangeArrowheads="1"/>
          </p:cNvSpPr>
          <p:nvPr/>
        </p:nvSpPr>
        <p:spPr bwMode="auto">
          <a:xfrm>
            <a:off x="843405" y="6523311"/>
            <a:ext cx="6537111"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2400" b="1">
                <a:solidFill>
                  <a:schemeClr val="tx1"/>
                </a:solidFill>
                <a:latin typeface="Arial" panose="020B0604020202020204" pitchFamily="34" charset="0"/>
                <a:ea typeface="微軟正黑體" panose="020B0604030504040204" pitchFamily="34" charset="-12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ea typeface="微軟正黑體" panose="020B0604030504040204" pitchFamily="34" charset="-120"/>
                <a:cs typeface="Arial" panose="020B0604020202020204" pitchFamily="34" charset="0"/>
              </a:defRPr>
            </a:lvl2pPr>
            <a:lvl3pPr marL="1143000" indent="-228600">
              <a:spcBef>
                <a:spcPct val="20000"/>
              </a:spcBef>
              <a:buFont typeface="Arial" panose="020B0604020202020204" pitchFamily="34" charset="0"/>
              <a:buChar char="•"/>
              <a:defRPr sz="1600">
                <a:solidFill>
                  <a:schemeClr val="tx1"/>
                </a:solidFill>
                <a:latin typeface="Arial" panose="020B0604020202020204" pitchFamily="34" charset="0"/>
                <a:ea typeface="微軟正黑體" panose="020B0604030504040204" pitchFamily="34" charset="-120"/>
                <a:cs typeface="Arial" panose="020B0604020202020204" pitchFamily="34" charset="0"/>
              </a:defRPr>
            </a:lvl3pPr>
            <a:lvl4pPr marL="1600200" indent="-228600">
              <a:spcBef>
                <a:spcPct val="20000"/>
              </a:spcBef>
              <a:buFont typeface="Arial" panose="020B0604020202020204" pitchFamily="34" charset="0"/>
              <a:buChar char="–"/>
              <a:defRPr sz="1400">
                <a:solidFill>
                  <a:schemeClr val="tx1"/>
                </a:solidFill>
                <a:latin typeface="Arial" panose="020B0604020202020204" pitchFamily="34" charset="0"/>
                <a:ea typeface="微軟正黑體" panose="020B0604030504040204" pitchFamily="34" charset="-120"/>
                <a:cs typeface="Arial" panose="020B0604020202020204" pitchFamily="34" charset="0"/>
              </a:defRPr>
            </a:lvl4pPr>
            <a:lvl5pPr marL="2057400" indent="-228600">
              <a:spcBef>
                <a:spcPct val="20000"/>
              </a:spcBef>
              <a:buFont typeface="Arial" panose="020B0604020202020204" pitchFamily="34" charset="0"/>
              <a:buChar char="»"/>
              <a:defRPr sz="1200">
                <a:solidFill>
                  <a:schemeClr val="tx1"/>
                </a:solidFill>
                <a:latin typeface="Arial" panose="020B0604020202020204" pitchFamily="34" charset="0"/>
                <a:ea typeface="微軟正黑體" panose="020B0604030504040204" pitchFamily="34" charset="-12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1200">
                <a:solidFill>
                  <a:schemeClr val="tx1"/>
                </a:solidFill>
                <a:latin typeface="Arial" panose="020B0604020202020204" pitchFamily="34" charset="0"/>
                <a:ea typeface="微軟正黑體" panose="020B0604030504040204" pitchFamily="34" charset="-12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1200">
                <a:solidFill>
                  <a:schemeClr val="tx1"/>
                </a:solidFill>
                <a:latin typeface="Arial" panose="020B0604020202020204" pitchFamily="34" charset="0"/>
                <a:ea typeface="微軟正黑體" panose="020B0604030504040204" pitchFamily="34" charset="-12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1200">
                <a:solidFill>
                  <a:schemeClr val="tx1"/>
                </a:solidFill>
                <a:latin typeface="Arial" panose="020B0604020202020204" pitchFamily="34" charset="0"/>
                <a:ea typeface="微軟正黑體" panose="020B0604030504040204" pitchFamily="34" charset="-12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1200">
                <a:solidFill>
                  <a:schemeClr val="tx1"/>
                </a:solidFill>
                <a:latin typeface="Arial" panose="020B0604020202020204" pitchFamily="34" charset="0"/>
                <a:ea typeface="微軟正黑體" panose="020B0604030504040204" pitchFamily="34" charset="-120"/>
                <a:cs typeface="Arial" panose="020B0604020202020204" pitchFamily="34" charset="0"/>
              </a:defRPr>
            </a:lvl9pPr>
          </a:lstStyle>
          <a:p>
            <a:pPr eaLnBrk="1" hangingPunct="1">
              <a:spcBef>
                <a:spcPct val="0"/>
              </a:spcBef>
              <a:buFontTx/>
              <a:buNone/>
            </a:pPr>
            <a:r>
              <a:rPr lang="en-US" altLang="zh-TW" sz="3600" b="0" strike="noStrike" spc="-1" dirty="0">
                <a:solidFill>
                  <a:schemeClr val="dk1"/>
                </a:solidFill>
                <a:latin typeface="Microsoft JhengHei"/>
                <a:ea typeface="Microsoft JhengHei"/>
              </a:rPr>
              <a:t>MM-PU-0050</a:t>
            </a:r>
            <a:endParaRPr lang="zh-TW" altLang="en-US" sz="3600" b="0" dirty="0">
              <a:ea typeface="新細明體" panose="02020500000000000000" pitchFamily="18" charset="-120"/>
            </a:endParaRPr>
          </a:p>
        </p:txBody>
      </p:sp>
      <p:sp>
        <p:nvSpPr>
          <p:cNvPr id="5" name="矩形 1">
            <a:extLst>
              <a:ext uri="{FF2B5EF4-FFF2-40B4-BE49-F238E27FC236}">
                <a16:creationId xmlns:a16="http://schemas.microsoft.com/office/drawing/2014/main" id="{E1637891-39B6-9F83-1E67-17C75D44F0A1}"/>
              </a:ext>
            </a:extLst>
          </p:cNvPr>
          <p:cNvSpPr>
            <a:spLocks noChangeArrowheads="1"/>
          </p:cNvSpPr>
          <p:nvPr/>
        </p:nvSpPr>
        <p:spPr bwMode="auto">
          <a:xfrm>
            <a:off x="843405" y="7179076"/>
            <a:ext cx="6537111"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2400" b="1">
                <a:solidFill>
                  <a:schemeClr val="tx1"/>
                </a:solidFill>
                <a:latin typeface="Arial" panose="020B0604020202020204" pitchFamily="34" charset="0"/>
                <a:ea typeface="微軟正黑體" panose="020B0604030504040204" pitchFamily="34" charset="-12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ea typeface="微軟正黑體" panose="020B0604030504040204" pitchFamily="34" charset="-120"/>
                <a:cs typeface="Arial" panose="020B0604020202020204" pitchFamily="34" charset="0"/>
              </a:defRPr>
            </a:lvl2pPr>
            <a:lvl3pPr marL="1143000" indent="-228600">
              <a:spcBef>
                <a:spcPct val="20000"/>
              </a:spcBef>
              <a:buFont typeface="Arial" panose="020B0604020202020204" pitchFamily="34" charset="0"/>
              <a:buChar char="•"/>
              <a:defRPr sz="1600">
                <a:solidFill>
                  <a:schemeClr val="tx1"/>
                </a:solidFill>
                <a:latin typeface="Arial" panose="020B0604020202020204" pitchFamily="34" charset="0"/>
                <a:ea typeface="微軟正黑體" panose="020B0604030504040204" pitchFamily="34" charset="-120"/>
                <a:cs typeface="Arial" panose="020B0604020202020204" pitchFamily="34" charset="0"/>
              </a:defRPr>
            </a:lvl3pPr>
            <a:lvl4pPr marL="1600200" indent="-228600">
              <a:spcBef>
                <a:spcPct val="20000"/>
              </a:spcBef>
              <a:buFont typeface="Arial" panose="020B0604020202020204" pitchFamily="34" charset="0"/>
              <a:buChar char="–"/>
              <a:defRPr sz="1400">
                <a:solidFill>
                  <a:schemeClr val="tx1"/>
                </a:solidFill>
                <a:latin typeface="Arial" panose="020B0604020202020204" pitchFamily="34" charset="0"/>
                <a:ea typeface="微軟正黑體" panose="020B0604030504040204" pitchFamily="34" charset="-120"/>
                <a:cs typeface="Arial" panose="020B0604020202020204" pitchFamily="34" charset="0"/>
              </a:defRPr>
            </a:lvl4pPr>
            <a:lvl5pPr marL="2057400" indent="-228600">
              <a:spcBef>
                <a:spcPct val="20000"/>
              </a:spcBef>
              <a:buFont typeface="Arial" panose="020B0604020202020204" pitchFamily="34" charset="0"/>
              <a:buChar char="»"/>
              <a:defRPr sz="1200">
                <a:solidFill>
                  <a:schemeClr val="tx1"/>
                </a:solidFill>
                <a:latin typeface="Arial" panose="020B0604020202020204" pitchFamily="34" charset="0"/>
                <a:ea typeface="微軟正黑體" panose="020B0604030504040204" pitchFamily="34" charset="-12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1200">
                <a:solidFill>
                  <a:schemeClr val="tx1"/>
                </a:solidFill>
                <a:latin typeface="Arial" panose="020B0604020202020204" pitchFamily="34" charset="0"/>
                <a:ea typeface="微軟正黑體" panose="020B0604030504040204" pitchFamily="34" charset="-12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1200">
                <a:solidFill>
                  <a:schemeClr val="tx1"/>
                </a:solidFill>
                <a:latin typeface="Arial" panose="020B0604020202020204" pitchFamily="34" charset="0"/>
                <a:ea typeface="微軟正黑體" panose="020B0604030504040204" pitchFamily="34" charset="-12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1200">
                <a:solidFill>
                  <a:schemeClr val="tx1"/>
                </a:solidFill>
                <a:latin typeface="Arial" panose="020B0604020202020204" pitchFamily="34" charset="0"/>
                <a:ea typeface="微軟正黑體" panose="020B0604030504040204" pitchFamily="34" charset="-12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1200">
                <a:solidFill>
                  <a:schemeClr val="tx1"/>
                </a:solidFill>
                <a:latin typeface="Arial" panose="020B0604020202020204" pitchFamily="34" charset="0"/>
                <a:ea typeface="微軟正黑體" panose="020B0604030504040204" pitchFamily="34" charset="-120"/>
                <a:cs typeface="Arial" panose="020B0604020202020204" pitchFamily="34" charset="0"/>
              </a:defRPr>
            </a:lvl9pPr>
          </a:lstStyle>
          <a:p>
            <a:pPr eaLnBrk="1" hangingPunct="1">
              <a:spcBef>
                <a:spcPct val="0"/>
              </a:spcBef>
              <a:buFontTx/>
              <a:buNone/>
            </a:pPr>
            <a:r>
              <a:rPr lang="zh-TW" altLang="en-US" sz="3600" b="0" strike="noStrike" spc="-1" dirty="0">
                <a:solidFill>
                  <a:schemeClr val="dk1"/>
                </a:solidFill>
                <a:latin typeface="Microsoft JhengHei"/>
                <a:ea typeface="Microsoft JhengHei"/>
              </a:rPr>
              <a:t>製工具請採驗流程</a:t>
            </a:r>
            <a:endParaRPr lang="zh-TW" altLang="en-US" sz="3600" b="0" dirty="0">
              <a:ea typeface="新細明體" panose="02020500000000000000" pitchFamily="18" charset="-120"/>
            </a:endParaRPr>
          </a:p>
        </p:txBody>
      </p:sp>
    </p:spTree>
    <p:extLst>
      <p:ext uri="{BB962C8B-B14F-4D97-AF65-F5344CB8AC3E}">
        <p14:creationId xmlns:p14="http://schemas.microsoft.com/office/powerpoint/2010/main" val="4283073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1030976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83"/>
        <p:cNvGrpSpPr/>
        <p:nvPr/>
      </p:nvGrpSpPr>
      <p:grpSpPr>
        <a:xfrm>
          <a:off x="0" y="0"/>
          <a:ext cx="0" cy="0"/>
          <a:chOff x="0" y="0"/>
          <a:chExt cx="0" cy="0"/>
        </a:xfrm>
      </p:grpSpPr>
      <p:graphicFrame>
        <p:nvGraphicFramePr>
          <p:cNvPr id="190" name="Google Shape;190;p2"/>
          <p:cNvGraphicFramePr/>
          <p:nvPr>
            <p:extLst>
              <p:ext uri="{D42A27DB-BD31-4B8C-83A1-F6EECF244321}">
                <p14:modId xmlns:p14="http://schemas.microsoft.com/office/powerpoint/2010/main" val="2966851121"/>
              </p:ext>
            </p:extLst>
          </p:nvPr>
        </p:nvGraphicFramePr>
        <p:xfrm>
          <a:off x="366269" y="1567509"/>
          <a:ext cx="17518777" cy="1512000"/>
        </p:xfrm>
        <a:graphic>
          <a:graphicData uri="http://schemas.openxmlformats.org/drawingml/2006/table">
            <a:tbl>
              <a:tblPr>
                <a:noFill/>
              </a:tblPr>
              <a:tblGrid>
                <a:gridCol w="2061420">
                  <a:extLst>
                    <a:ext uri="{9D8B030D-6E8A-4147-A177-3AD203B41FA5}">
                      <a16:colId xmlns:a16="http://schemas.microsoft.com/office/drawing/2014/main" val="1034483988"/>
                    </a:ext>
                  </a:extLst>
                </a:gridCol>
                <a:gridCol w="2061420">
                  <a:extLst>
                    <a:ext uri="{9D8B030D-6E8A-4147-A177-3AD203B41FA5}">
                      <a16:colId xmlns:a16="http://schemas.microsoft.com/office/drawing/2014/main" val="20000"/>
                    </a:ext>
                  </a:extLst>
                </a:gridCol>
                <a:gridCol w="8327926">
                  <a:extLst>
                    <a:ext uri="{9D8B030D-6E8A-4147-A177-3AD203B41FA5}">
                      <a16:colId xmlns:a16="http://schemas.microsoft.com/office/drawing/2014/main" val="20001"/>
                    </a:ext>
                  </a:extLst>
                </a:gridCol>
                <a:gridCol w="1423236">
                  <a:extLst>
                    <a:ext uri="{9D8B030D-6E8A-4147-A177-3AD203B41FA5}">
                      <a16:colId xmlns:a16="http://schemas.microsoft.com/office/drawing/2014/main" val="20002"/>
                    </a:ext>
                  </a:extLst>
                </a:gridCol>
                <a:gridCol w="634687">
                  <a:extLst>
                    <a:ext uri="{9D8B030D-6E8A-4147-A177-3AD203B41FA5}">
                      <a16:colId xmlns:a16="http://schemas.microsoft.com/office/drawing/2014/main" val="20003"/>
                    </a:ext>
                  </a:extLst>
                </a:gridCol>
                <a:gridCol w="1192442">
                  <a:extLst>
                    <a:ext uri="{9D8B030D-6E8A-4147-A177-3AD203B41FA5}">
                      <a16:colId xmlns:a16="http://schemas.microsoft.com/office/drawing/2014/main" val="2445255174"/>
                    </a:ext>
                  </a:extLst>
                </a:gridCol>
                <a:gridCol w="576988">
                  <a:extLst>
                    <a:ext uri="{9D8B030D-6E8A-4147-A177-3AD203B41FA5}">
                      <a16:colId xmlns:a16="http://schemas.microsoft.com/office/drawing/2014/main" val="3610384773"/>
                    </a:ext>
                  </a:extLst>
                </a:gridCol>
                <a:gridCol w="1240658">
                  <a:extLst>
                    <a:ext uri="{9D8B030D-6E8A-4147-A177-3AD203B41FA5}">
                      <a16:colId xmlns:a16="http://schemas.microsoft.com/office/drawing/2014/main" val="4169125416"/>
                    </a:ext>
                  </a:extLst>
                </a:gridCol>
              </a:tblGrid>
              <a:tr h="504000">
                <a:tc rowSpan="3">
                  <a:txBody>
                    <a:bodyPr/>
                    <a:lstStyle/>
                    <a:p>
                      <a:pPr marL="0" marR="0" lvl="0" indent="0" algn="l" rtl="0">
                        <a:lnSpc>
                          <a:spcPct val="166666"/>
                        </a:lnSpc>
                        <a:spcBef>
                          <a:spcPts val="0"/>
                        </a:spcBef>
                        <a:spcAft>
                          <a:spcPts val="0"/>
                        </a:spcAft>
                        <a:buNone/>
                      </a:pPr>
                      <a:r>
                        <a:rPr lang="x-none" sz="1800" b="1" u="none" strike="noStrike" cap="none" dirty="0">
                          <a:solidFill>
                            <a:schemeClr val="lt1"/>
                          </a:solidFill>
                          <a:latin typeface="Microsoft JhengHei"/>
                          <a:ea typeface="Microsoft JhengHei"/>
                          <a:cs typeface="Microsoft JhengHei"/>
                          <a:sym typeface="Microsoft JhengHei"/>
                        </a:rPr>
                        <a:t>文件基本訊息</a:t>
                      </a:r>
                      <a:endParaRPr sz="1800" b="1" u="none" strike="noStrike" cap="none" dirty="0">
                        <a:solidFill>
                          <a:schemeClr val="lt1"/>
                        </a:solidFill>
                        <a:latin typeface="Microsoft JhengHei"/>
                        <a:ea typeface="Microsoft JhengHei"/>
                        <a:cs typeface="Microsoft JhengHei"/>
                        <a:sym typeface="Microsoft JhengHei"/>
                      </a:endParaRPr>
                    </a:p>
                  </a:txBody>
                  <a:tcPr marL="102863" marR="102863" marT="0" marB="0"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D7D31"/>
                    </a:solidFill>
                  </a:tcPr>
                </a:tc>
                <a:tc>
                  <a:txBody>
                    <a:bodyPr/>
                    <a:lstStyle/>
                    <a:p>
                      <a:pPr marL="0" marR="0" lvl="0" indent="0" algn="ctr" rtl="0">
                        <a:lnSpc>
                          <a:spcPct val="166666"/>
                        </a:lnSpc>
                        <a:spcBef>
                          <a:spcPts val="0"/>
                        </a:spcBef>
                        <a:spcAft>
                          <a:spcPts val="0"/>
                        </a:spcAft>
                        <a:buNone/>
                      </a:pPr>
                      <a:r>
                        <a:rPr lang="en-US" sz="1800" b="1" u="none" strike="noStrike" cap="none">
                          <a:solidFill>
                            <a:schemeClr val="lt1"/>
                          </a:solidFill>
                          <a:latin typeface="Microsoft JhengHei"/>
                          <a:ea typeface="Microsoft JhengHei"/>
                          <a:cs typeface="Microsoft JhengHei"/>
                          <a:sym typeface="Microsoft JhengHei"/>
                        </a:rPr>
                        <a:t>文件主題</a:t>
                      </a:r>
                      <a:endParaRPr sz="1800" b="1" u="none" strike="noStrike" cap="none">
                        <a:solidFill>
                          <a:schemeClr val="lt1"/>
                        </a:solidFill>
                        <a:latin typeface="Microsoft JhengHei"/>
                        <a:ea typeface="Microsoft JhengHei"/>
                        <a:cs typeface="Microsoft JhengHei"/>
                        <a:sym typeface="Microsoft JhengHei"/>
                      </a:endParaRPr>
                    </a:p>
                  </a:txBody>
                  <a:tcPr marL="102863" marR="102863" marT="0" marB="0">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ED7D31"/>
                    </a:solidFill>
                  </a:tcPr>
                </a:tc>
                <a:tc>
                  <a:txBody>
                    <a:bodyPr/>
                    <a:lstStyle/>
                    <a:p>
                      <a:pPr marL="0" marR="0" lvl="0" indent="0" algn="l" rtl="0">
                        <a:lnSpc>
                          <a:spcPct val="166666"/>
                        </a:lnSpc>
                        <a:spcBef>
                          <a:spcPts val="0"/>
                        </a:spcBef>
                        <a:spcAft>
                          <a:spcPts val="0"/>
                        </a:spcAft>
                        <a:buNone/>
                      </a:pPr>
                      <a:r>
                        <a:rPr lang="en-US" sz="1800" b="1" u="none" strike="noStrike" cap="none">
                          <a:solidFill>
                            <a:schemeClr val="lt1"/>
                          </a:solidFill>
                          <a:latin typeface="Microsoft JhengHei"/>
                          <a:ea typeface="Microsoft JhengHei"/>
                          <a:cs typeface="Microsoft JhengHei"/>
                          <a:sym typeface="Microsoft JhengHei"/>
                        </a:rPr>
                        <a:t> To be_Business Process</a:t>
                      </a:r>
                      <a:endParaRPr sz="1800" b="1" u="none" strike="noStrike" cap="none">
                        <a:solidFill>
                          <a:schemeClr val="lt1"/>
                        </a:solidFill>
                        <a:latin typeface="Microsoft JhengHei"/>
                        <a:ea typeface="Microsoft JhengHei"/>
                        <a:cs typeface="Microsoft JhengHei"/>
                        <a:sym typeface="Microsoft JhengHei"/>
                      </a:endParaRPr>
                    </a:p>
                  </a:txBody>
                  <a:tcPr marL="102863" marR="102863"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ED7D31"/>
                    </a:solidFill>
                  </a:tcPr>
                </a:tc>
                <a:tc>
                  <a:txBody>
                    <a:bodyPr/>
                    <a:lstStyle/>
                    <a:p>
                      <a:pPr marL="0" marR="0" lvl="0" indent="0" algn="l" rtl="0">
                        <a:lnSpc>
                          <a:spcPct val="166666"/>
                        </a:lnSpc>
                        <a:spcBef>
                          <a:spcPts val="0"/>
                        </a:spcBef>
                        <a:spcAft>
                          <a:spcPts val="0"/>
                        </a:spcAft>
                        <a:buNone/>
                      </a:pPr>
                      <a:r>
                        <a:rPr lang="en-US" sz="1800" b="1" u="none" strike="noStrike" cap="none">
                          <a:solidFill>
                            <a:schemeClr val="lt1"/>
                          </a:solidFill>
                          <a:latin typeface="Microsoft JhengHei"/>
                          <a:ea typeface="Microsoft JhengHei"/>
                          <a:cs typeface="Microsoft JhengHei"/>
                          <a:sym typeface="Microsoft JhengHei"/>
                        </a:rPr>
                        <a:t>創建日期</a:t>
                      </a:r>
                      <a:endParaRPr sz="1800" b="1" u="none" strike="noStrike" cap="none">
                        <a:solidFill>
                          <a:schemeClr val="lt1"/>
                        </a:solidFill>
                        <a:latin typeface="Microsoft JhengHei"/>
                        <a:ea typeface="Microsoft JhengHei"/>
                        <a:cs typeface="Microsoft JhengHei"/>
                        <a:sym typeface="Microsoft JhengHei"/>
                      </a:endParaRPr>
                    </a:p>
                  </a:txBody>
                  <a:tcPr marL="102863" marR="102863"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ED7D31"/>
                    </a:solidFill>
                  </a:tcPr>
                </a:tc>
                <a:tc gridSpan="4">
                  <a:txBody>
                    <a:bodyPr/>
                    <a:lstStyle/>
                    <a:p>
                      <a:pPr marL="0" marR="0" lvl="0" indent="0" algn="l" defTabSz="1371600" rtl="0" eaLnBrk="1" fontAlgn="auto" latinLnBrk="0" hangingPunct="1">
                        <a:lnSpc>
                          <a:spcPct val="166666"/>
                        </a:lnSpc>
                        <a:spcBef>
                          <a:spcPts val="0"/>
                        </a:spcBef>
                        <a:spcAft>
                          <a:spcPts val="0"/>
                        </a:spcAft>
                        <a:buClrTx/>
                        <a:buSzTx/>
                        <a:buFontTx/>
                        <a:buNone/>
                        <a:tabLst/>
                        <a:defRPr/>
                      </a:pPr>
                      <a:r>
                        <a:rPr lang="en-US" sz="1800" b="1" u="none" strike="noStrike" cap="none" dirty="0">
                          <a:solidFill>
                            <a:schemeClr val="lt1"/>
                          </a:solidFill>
                          <a:latin typeface="Microsoft JhengHei"/>
                          <a:ea typeface="Microsoft JhengHei"/>
                          <a:cs typeface="Microsoft JhengHei"/>
                          <a:sym typeface="Microsoft JhengHei"/>
                        </a:rPr>
                        <a:t> </a:t>
                      </a:r>
                      <a:r>
                        <a:rPr lang="en-US" altLang="zh-TW" sz="1800" b="1" u="none" strike="noStrike" cap="none" dirty="0">
                          <a:solidFill>
                            <a:schemeClr val="lt1"/>
                          </a:solidFill>
                          <a:latin typeface="Microsoft JhengHei"/>
                          <a:ea typeface="Microsoft JhengHei"/>
                          <a:cs typeface="Microsoft JhengHei"/>
                          <a:sym typeface="Microsoft JhengHei"/>
                        </a:rPr>
                        <a:t>2025/07/01</a:t>
                      </a:r>
                      <a:endParaRPr sz="1800" b="1" u="none" strike="noStrike" cap="none" dirty="0">
                        <a:solidFill>
                          <a:schemeClr val="lt1"/>
                        </a:solidFill>
                        <a:latin typeface="Microsoft JhengHei"/>
                        <a:ea typeface="Microsoft JhengHei"/>
                        <a:cs typeface="Microsoft JhengHei"/>
                        <a:sym typeface="Microsoft JhengHei"/>
                      </a:endParaRPr>
                    </a:p>
                  </a:txBody>
                  <a:tcPr marL="102863" marR="102863"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ED7D31"/>
                    </a:solidFill>
                  </a:tcPr>
                </a:tc>
                <a:tc hMerge="1">
                  <a:txBody>
                    <a:bodyPr/>
                    <a:lstStyle/>
                    <a:p>
                      <a:endParaRPr lang="zh-TW" altLang="en-US"/>
                    </a:p>
                  </a:txBody>
                  <a:tcPr/>
                </a:tc>
                <a:tc hMerge="1">
                  <a:txBody>
                    <a:bodyPr/>
                    <a:lstStyle/>
                    <a:p>
                      <a:endParaRPr lang="zh-TW" altLang="en-US"/>
                    </a:p>
                  </a:txBody>
                  <a:tcPr/>
                </a:tc>
                <a:tc hMerge="1">
                  <a:txBody>
                    <a:bodyPr/>
                    <a:lstStyle/>
                    <a:p>
                      <a:endParaRPr lang="zh-TW" altLang="en-US"/>
                    </a:p>
                  </a:txBody>
                  <a:tcPr/>
                </a:tc>
                <a:extLst>
                  <a:ext uri="{0D108BD9-81ED-4DB2-BD59-A6C34878D82A}">
                    <a16:rowId xmlns:a16="http://schemas.microsoft.com/office/drawing/2014/main" val="10000"/>
                  </a:ext>
                </a:extLst>
              </a:tr>
              <a:tr h="504000">
                <a:tc vMerge="1">
                  <a:txBody>
                    <a:bodyPr/>
                    <a:lstStyle/>
                    <a:p>
                      <a:pPr marL="0" marR="0" lvl="0" indent="0" algn="l" rtl="0">
                        <a:lnSpc>
                          <a:spcPct val="166666"/>
                        </a:lnSpc>
                        <a:spcBef>
                          <a:spcPts val="0"/>
                        </a:spcBef>
                        <a:spcAft>
                          <a:spcPts val="0"/>
                        </a:spcAft>
                        <a:buNone/>
                      </a:pPr>
                      <a:endParaRPr sz="1800" b="1" u="none" strike="noStrike" cap="none">
                        <a:solidFill>
                          <a:schemeClr val="lt1"/>
                        </a:solidFill>
                        <a:latin typeface="Microsoft JhengHei"/>
                        <a:ea typeface="Microsoft JhengHei"/>
                        <a:cs typeface="Microsoft JhengHei"/>
                        <a:sym typeface="Microsoft JhengHei"/>
                      </a:endParaRPr>
                    </a:p>
                  </a:txBody>
                  <a:tcPr marL="102863" marR="102863" marT="0" marB="0"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ED7D31"/>
                    </a:solidFill>
                  </a:tcPr>
                </a:tc>
                <a:tc>
                  <a:txBody>
                    <a:bodyPr/>
                    <a:lstStyle/>
                    <a:p>
                      <a:pPr marL="0" marR="0" lvl="0" indent="0" algn="ctr" rtl="0">
                        <a:lnSpc>
                          <a:spcPct val="166666"/>
                        </a:lnSpc>
                        <a:spcBef>
                          <a:spcPts val="0"/>
                        </a:spcBef>
                        <a:spcAft>
                          <a:spcPts val="0"/>
                        </a:spcAft>
                        <a:buNone/>
                      </a:pPr>
                      <a:r>
                        <a:rPr lang="en-US" sz="1800" b="1" u="none" strike="noStrike" cap="none" err="1">
                          <a:solidFill>
                            <a:schemeClr val="lt1"/>
                          </a:solidFill>
                          <a:latin typeface="Microsoft JhengHei"/>
                          <a:ea typeface="Microsoft JhengHei"/>
                          <a:cs typeface="Microsoft JhengHei"/>
                          <a:sym typeface="Microsoft JhengHei"/>
                        </a:rPr>
                        <a:t>作者</a:t>
                      </a:r>
                      <a:endParaRPr sz="1800" b="1" u="none" strike="noStrike" cap="none">
                        <a:solidFill>
                          <a:schemeClr val="lt1"/>
                        </a:solidFill>
                        <a:latin typeface="Microsoft JhengHei"/>
                        <a:ea typeface="Microsoft JhengHei"/>
                        <a:cs typeface="Microsoft JhengHei"/>
                        <a:sym typeface="Microsoft JhengHei"/>
                      </a:endParaRPr>
                    </a:p>
                  </a:txBody>
                  <a:tcPr marL="102863" marR="102863" marT="0" marB="0">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D7D31"/>
                    </a:solidFill>
                  </a:tcPr>
                </a:tc>
                <a:tc>
                  <a:txBody>
                    <a:bodyPr/>
                    <a:lstStyle/>
                    <a:p>
                      <a:pPr marL="0" marR="0" lvl="0" indent="0" algn="l" rtl="0">
                        <a:lnSpc>
                          <a:spcPct val="166666"/>
                        </a:lnSpc>
                        <a:spcBef>
                          <a:spcPts val="0"/>
                        </a:spcBef>
                        <a:spcAft>
                          <a:spcPts val="0"/>
                        </a:spcAft>
                        <a:buNone/>
                      </a:pPr>
                      <a:r>
                        <a:rPr lang="en-US" altLang="zh-TW" sz="1800" b="1" u="none" strike="noStrike" cap="none" dirty="0">
                          <a:solidFill>
                            <a:schemeClr val="dk1"/>
                          </a:solidFill>
                          <a:latin typeface="Microsoft JhengHei"/>
                          <a:ea typeface="Microsoft JhengHei"/>
                          <a:cs typeface="Microsoft JhengHei"/>
                          <a:sym typeface="Microsoft JhengHei"/>
                        </a:rPr>
                        <a:t>DSIT</a:t>
                      </a:r>
                      <a:endParaRPr sz="1800" b="1" u="none" strike="noStrike" cap="none" dirty="0">
                        <a:solidFill>
                          <a:schemeClr val="dk1"/>
                        </a:solidFill>
                        <a:latin typeface="Microsoft JhengHei"/>
                        <a:ea typeface="Microsoft JhengHei"/>
                        <a:cs typeface="Microsoft JhengHei"/>
                        <a:sym typeface="Microsoft JhengHei"/>
                      </a:endParaRPr>
                    </a:p>
                  </a:txBody>
                  <a:tcPr marL="102863" marR="102863"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F8D6CC"/>
                    </a:solidFill>
                  </a:tcPr>
                </a:tc>
                <a:tc>
                  <a:txBody>
                    <a:bodyPr/>
                    <a:lstStyle/>
                    <a:p>
                      <a:pPr marL="0" marR="0" lvl="0" indent="0" algn="l" rtl="0">
                        <a:lnSpc>
                          <a:spcPct val="166666"/>
                        </a:lnSpc>
                        <a:spcBef>
                          <a:spcPts val="0"/>
                        </a:spcBef>
                        <a:spcAft>
                          <a:spcPts val="0"/>
                        </a:spcAft>
                        <a:buNone/>
                      </a:pPr>
                      <a:r>
                        <a:rPr lang="en-US" sz="1800" b="1" u="none" strike="noStrike" cap="none" dirty="0" err="1">
                          <a:solidFill>
                            <a:schemeClr val="dk1"/>
                          </a:solidFill>
                          <a:latin typeface="Microsoft JhengHei"/>
                          <a:ea typeface="Microsoft JhengHei"/>
                          <a:cs typeface="Microsoft JhengHei"/>
                          <a:sym typeface="Microsoft JhengHei"/>
                        </a:rPr>
                        <a:t>文件狀態</a:t>
                      </a:r>
                      <a:endParaRPr sz="1800" b="1" u="none" strike="noStrike" cap="none" dirty="0">
                        <a:solidFill>
                          <a:schemeClr val="dk1"/>
                        </a:solidFill>
                        <a:latin typeface="Microsoft JhengHei"/>
                        <a:ea typeface="Microsoft JhengHei"/>
                        <a:cs typeface="Microsoft JhengHei"/>
                        <a:sym typeface="Microsoft JhengHei"/>
                      </a:endParaRPr>
                    </a:p>
                  </a:txBody>
                  <a:tcPr marL="102863" marR="102863"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F8D6CC"/>
                    </a:solidFill>
                  </a:tcPr>
                </a:tc>
                <a:tc>
                  <a:txBody>
                    <a:bodyPr/>
                    <a:lstStyle/>
                    <a:p>
                      <a:pPr marL="0" marR="0" lvl="0" indent="0" algn="ctr" rtl="0">
                        <a:lnSpc>
                          <a:spcPct val="166666"/>
                        </a:lnSpc>
                        <a:spcBef>
                          <a:spcPts val="0"/>
                        </a:spcBef>
                        <a:spcAft>
                          <a:spcPts val="0"/>
                        </a:spcAft>
                        <a:buClr>
                          <a:schemeClr val="dk1"/>
                        </a:buClr>
                        <a:buSzPts val="1200"/>
                        <a:buFont typeface="Arimo"/>
                        <a:buNone/>
                      </a:pPr>
                      <a:endParaRPr sz="1800" b="1" u="none" strike="noStrike" cap="none" dirty="0">
                        <a:solidFill>
                          <a:schemeClr val="dk1"/>
                        </a:solidFill>
                        <a:latin typeface="Microsoft JhengHei"/>
                        <a:ea typeface="Microsoft JhengHei"/>
                        <a:cs typeface="Microsoft JhengHei"/>
                        <a:sym typeface="Microsoft JhengHei"/>
                      </a:endParaRPr>
                    </a:p>
                  </a:txBody>
                  <a:tcPr marL="102863" marR="102863" marT="0" marB="0">
                    <a:lnL w="12700" cap="flat" cmpd="sng">
                      <a:solidFill>
                        <a:srgbClr val="FFFFFF"/>
                      </a:solidFill>
                      <a:prstDash val="solid"/>
                      <a:round/>
                      <a:headEnd type="none" w="sm" len="sm"/>
                      <a:tailEnd type="none" w="sm" len="sm"/>
                    </a:lnL>
                    <a:lnR w="12700" cap="flat" cmpd="sng" algn="ctr">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F8D6CC"/>
                    </a:solidFill>
                  </a:tcPr>
                </a:tc>
                <a:tc>
                  <a:txBody>
                    <a:bodyPr/>
                    <a:lstStyle/>
                    <a:p>
                      <a:pPr marL="0" marR="0" lvl="0" indent="0" algn="l" rtl="0">
                        <a:lnSpc>
                          <a:spcPct val="166666"/>
                        </a:lnSpc>
                        <a:spcBef>
                          <a:spcPts val="0"/>
                        </a:spcBef>
                        <a:spcAft>
                          <a:spcPts val="0"/>
                        </a:spcAft>
                        <a:buClr>
                          <a:schemeClr val="dk1"/>
                        </a:buClr>
                        <a:buSzPts val="1200"/>
                        <a:buFont typeface="Arimo"/>
                        <a:buNone/>
                      </a:pPr>
                      <a:r>
                        <a:rPr lang="en-US" sz="1800" b="1" u="none" strike="noStrike" cap="none" dirty="0" err="1">
                          <a:solidFill>
                            <a:schemeClr val="dk1"/>
                          </a:solidFill>
                          <a:latin typeface="Microsoft JhengHei"/>
                          <a:ea typeface="Microsoft JhengHei"/>
                          <a:cs typeface="Microsoft JhengHei"/>
                          <a:sym typeface="Microsoft JhengHei"/>
                        </a:rPr>
                        <a:t>草稿版</a:t>
                      </a:r>
                      <a:endParaRPr sz="1800" b="1" u="none" strike="noStrike" cap="none" dirty="0">
                        <a:solidFill>
                          <a:schemeClr val="dk1"/>
                        </a:solidFill>
                        <a:latin typeface="Microsoft JhengHei"/>
                        <a:ea typeface="Microsoft JhengHei"/>
                        <a:cs typeface="Microsoft JhengHei"/>
                        <a:sym typeface="Microsoft JhengHei"/>
                      </a:endParaRPr>
                    </a:p>
                  </a:txBody>
                  <a:tcPr marL="102863" marR="102863" marT="0" marB="0">
                    <a:lnL w="12700" cap="flat" cmpd="sng" algn="ctr">
                      <a:solidFill>
                        <a:srgbClr val="FFFFFF"/>
                      </a:solidFill>
                      <a:prstDash val="solid"/>
                      <a:round/>
                      <a:headEnd type="none" w="sm" len="sm"/>
                      <a:tailEnd type="none" w="sm" len="sm"/>
                    </a:lnL>
                    <a:lnR w="12700" cap="flat" cmpd="sng" algn="ctr">
                      <a:solidFill>
                        <a:srgbClr val="FFFFFF"/>
                      </a:solidFill>
                      <a:prstDash val="solid"/>
                      <a:round/>
                      <a:headEnd type="none" w="sm" len="sm"/>
                      <a:tailEnd type="none" w="sm" len="sm"/>
                    </a:lnR>
                    <a:lnT w="381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F8D6CC"/>
                    </a:solidFill>
                  </a:tcPr>
                </a:tc>
                <a:tc>
                  <a:txBody>
                    <a:bodyPr/>
                    <a:lstStyle/>
                    <a:p>
                      <a:pPr marL="0" marR="0" lvl="0" indent="0" algn="ctr" rtl="0">
                        <a:lnSpc>
                          <a:spcPct val="166666"/>
                        </a:lnSpc>
                        <a:spcBef>
                          <a:spcPts val="0"/>
                        </a:spcBef>
                        <a:spcAft>
                          <a:spcPts val="0"/>
                        </a:spcAft>
                        <a:buClr>
                          <a:schemeClr val="dk1"/>
                        </a:buClr>
                        <a:buSzPts val="1200"/>
                        <a:buFont typeface="Arimo"/>
                        <a:buNone/>
                      </a:pPr>
                      <a:r>
                        <a:rPr lang="x-none" sz="1800" b="1" u="none" strike="noStrike" cap="none" dirty="0">
                          <a:solidFill>
                            <a:schemeClr val="dk1"/>
                          </a:solidFill>
                          <a:latin typeface="Microsoft JhengHei"/>
                          <a:ea typeface="Microsoft JhengHei"/>
                          <a:cs typeface="Microsoft JhengHei"/>
                          <a:sym typeface="Microsoft JhengHei"/>
                        </a:rPr>
                        <a:t>V</a:t>
                      </a:r>
                      <a:endParaRPr sz="1800" b="1" u="none" strike="noStrike" cap="none" dirty="0">
                        <a:solidFill>
                          <a:schemeClr val="dk1"/>
                        </a:solidFill>
                        <a:latin typeface="Microsoft JhengHei"/>
                        <a:ea typeface="Microsoft JhengHei"/>
                        <a:cs typeface="Microsoft JhengHei"/>
                        <a:sym typeface="Microsoft JhengHei"/>
                      </a:endParaRPr>
                    </a:p>
                  </a:txBody>
                  <a:tcPr marL="102863" marR="102863" marT="0" marB="0">
                    <a:lnL w="12700" cap="flat" cmpd="sng" algn="ctr">
                      <a:solidFill>
                        <a:srgbClr val="FFFFFF"/>
                      </a:solidFill>
                      <a:prstDash val="solid"/>
                      <a:round/>
                      <a:headEnd type="none" w="sm" len="sm"/>
                      <a:tailEnd type="none" w="sm" len="sm"/>
                    </a:lnL>
                    <a:lnR w="12700" cap="flat" cmpd="sng" algn="ctr">
                      <a:solidFill>
                        <a:srgbClr val="FFFFFF"/>
                      </a:solidFill>
                      <a:prstDash val="solid"/>
                      <a:round/>
                      <a:headEnd type="none" w="sm" len="sm"/>
                      <a:tailEnd type="none" w="sm" len="sm"/>
                    </a:lnR>
                    <a:lnT w="381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F8D6CC"/>
                    </a:solidFill>
                  </a:tcPr>
                </a:tc>
                <a:tc>
                  <a:txBody>
                    <a:bodyPr/>
                    <a:lstStyle/>
                    <a:p>
                      <a:pPr marL="0" marR="0" lvl="0" indent="0" algn="l" defTabSz="1371600" rtl="0" eaLnBrk="1" fontAlgn="auto" latinLnBrk="0" hangingPunct="1">
                        <a:lnSpc>
                          <a:spcPct val="166666"/>
                        </a:lnSpc>
                        <a:spcBef>
                          <a:spcPts val="0"/>
                        </a:spcBef>
                        <a:spcAft>
                          <a:spcPts val="0"/>
                        </a:spcAft>
                        <a:buClr>
                          <a:schemeClr val="dk1"/>
                        </a:buClr>
                        <a:buSzPts val="1200"/>
                        <a:buFont typeface="Arimo"/>
                        <a:buNone/>
                        <a:tabLst/>
                        <a:defRPr/>
                      </a:pPr>
                      <a:r>
                        <a:rPr lang="zh-TW" altLang="en-US" sz="1800" b="1" u="none" strike="noStrike" cap="none" dirty="0">
                          <a:solidFill>
                            <a:schemeClr val="dk1"/>
                          </a:solidFill>
                          <a:latin typeface="Microsoft JhengHei"/>
                          <a:ea typeface="Microsoft JhengHei"/>
                          <a:cs typeface="Microsoft JhengHei"/>
                          <a:sym typeface="Microsoft JhengHei"/>
                        </a:rPr>
                        <a:t>確認版</a:t>
                      </a:r>
                    </a:p>
                  </a:txBody>
                  <a:tcPr marL="102863" marR="102863" marT="0" marB="0">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F8D6CC"/>
                    </a:solidFill>
                  </a:tcPr>
                </a:tc>
                <a:extLst>
                  <a:ext uri="{0D108BD9-81ED-4DB2-BD59-A6C34878D82A}">
                    <a16:rowId xmlns:a16="http://schemas.microsoft.com/office/drawing/2014/main" val="10001"/>
                  </a:ext>
                </a:extLst>
              </a:tr>
              <a:tr h="504000">
                <a:tc vMerge="1">
                  <a:txBody>
                    <a:bodyPr/>
                    <a:lstStyle/>
                    <a:p>
                      <a:pPr marL="0" marR="0" lvl="0" indent="0" algn="l" rtl="0">
                        <a:lnSpc>
                          <a:spcPct val="166666"/>
                        </a:lnSpc>
                        <a:spcBef>
                          <a:spcPts val="0"/>
                        </a:spcBef>
                        <a:spcAft>
                          <a:spcPts val="0"/>
                        </a:spcAft>
                        <a:buNone/>
                      </a:pPr>
                      <a:endParaRPr sz="4100"/>
                    </a:p>
                  </a:txBody>
                  <a:tcPr marL="102863" marR="102863" marT="0" marB="0"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lgn="ctr">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D7D31"/>
                    </a:solidFill>
                  </a:tcPr>
                </a:tc>
                <a:tc>
                  <a:txBody>
                    <a:bodyPr/>
                    <a:lstStyle/>
                    <a:p>
                      <a:pPr marL="0" marR="0" lvl="0" indent="0" algn="ctr" rtl="0">
                        <a:lnSpc>
                          <a:spcPct val="166666"/>
                        </a:lnSpc>
                        <a:spcBef>
                          <a:spcPts val="0"/>
                        </a:spcBef>
                        <a:spcAft>
                          <a:spcPts val="0"/>
                        </a:spcAft>
                        <a:buNone/>
                      </a:pPr>
                      <a:endParaRPr sz="1800" dirty="0"/>
                    </a:p>
                  </a:txBody>
                  <a:tcPr marL="102863" marR="102863" marT="0" marB="0">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D7D31"/>
                    </a:solidFill>
                  </a:tcPr>
                </a:tc>
                <a:tc>
                  <a:txBody>
                    <a:bodyPr/>
                    <a:lstStyle/>
                    <a:p>
                      <a:pPr marL="0" marR="0" lvl="0" indent="0" algn="l" defTabSz="1371600" rtl="0" eaLnBrk="1" fontAlgn="auto" latinLnBrk="0" hangingPunct="1">
                        <a:lnSpc>
                          <a:spcPct val="166666"/>
                        </a:lnSpc>
                        <a:spcBef>
                          <a:spcPts val="0"/>
                        </a:spcBef>
                        <a:spcAft>
                          <a:spcPts val="0"/>
                        </a:spcAft>
                        <a:buClrTx/>
                        <a:buSzTx/>
                        <a:buFontTx/>
                        <a:buNone/>
                        <a:tabLst/>
                        <a:defRPr/>
                      </a:pPr>
                      <a:endParaRPr lang="zh-TW" altLang="en-US" sz="1800" b="1" dirty="0">
                        <a:latin typeface="Microsoft JhengHei"/>
                        <a:ea typeface="Microsoft JhengHei"/>
                        <a:cs typeface="Microsoft JhengHei"/>
                        <a:sym typeface="Microsoft JhengHei"/>
                      </a:endParaRPr>
                    </a:p>
                  </a:txBody>
                  <a:tcPr marL="102863" marR="102863"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FCECE7"/>
                    </a:solidFill>
                  </a:tcPr>
                </a:tc>
                <a:tc>
                  <a:txBody>
                    <a:bodyPr/>
                    <a:lstStyle/>
                    <a:p>
                      <a:pPr marL="0" marR="0" lvl="0" indent="0" algn="l" rtl="0">
                        <a:lnSpc>
                          <a:spcPct val="166666"/>
                        </a:lnSpc>
                        <a:spcBef>
                          <a:spcPts val="0"/>
                        </a:spcBef>
                        <a:spcAft>
                          <a:spcPts val="0"/>
                        </a:spcAft>
                        <a:buNone/>
                      </a:pPr>
                      <a:r>
                        <a:rPr lang="en-US" sz="1800" b="1" u="none" strike="noStrike" cap="none" dirty="0" err="1">
                          <a:solidFill>
                            <a:schemeClr val="dk1"/>
                          </a:solidFill>
                          <a:latin typeface="Microsoft JhengHei"/>
                          <a:ea typeface="Microsoft JhengHei"/>
                          <a:cs typeface="Microsoft JhengHei"/>
                          <a:sym typeface="Microsoft JhengHei"/>
                        </a:rPr>
                        <a:t>版本</a:t>
                      </a:r>
                      <a:endParaRPr sz="1800" b="1" u="none" strike="noStrike" cap="none" dirty="0">
                        <a:solidFill>
                          <a:schemeClr val="dk1"/>
                        </a:solidFill>
                        <a:latin typeface="Microsoft JhengHei"/>
                        <a:ea typeface="Microsoft JhengHei"/>
                        <a:cs typeface="Microsoft JhengHei"/>
                        <a:sym typeface="Microsoft JhengHei"/>
                      </a:endParaRPr>
                    </a:p>
                  </a:txBody>
                  <a:tcPr marL="102863" marR="102863"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FCECE7"/>
                    </a:solidFill>
                  </a:tcPr>
                </a:tc>
                <a:tc gridSpan="4">
                  <a:txBody>
                    <a:bodyPr/>
                    <a:lstStyle/>
                    <a:p>
                      <a:pPr marL="0" marR="0" lvl="0" indent="0" algn="l" rtl="0">
                        <a:lnSpc>
                          <a:spcPct val="166666"/>
                        </a:lnSpc>
                        <a:spcBef>
                          <a:spcPts val="0"/>
                        </a:spcBef>
                        <a:spcAft>
                          <a:spcPts val="0"/>
                        </a:spcAft>
                        <a:buNone/>
                      </a:pPr>
                      <a:r>
                        <a:rPr lang="en-US" sz="1800" b="1" u="none" strike="noStrike" cap="none" dirty="0">
                          <a:solidFill>
                            <a:schemeClr val="dk1"/>
                          </a:solidFill>
                          <a:latin typeface="Microsoft JhengHei"/>
                          <a:ea typeface="Microsoft JhengHei"/>
                          <a:cs typeface="Microsoft JhengHei"/>
                          <a:sym typeface="Microsoft JhengHei"/>
                        </a:rPr>
                        <a:t> v2.2</a:t>
                      </a:r>
                      <a:endParaRPr sz="1800" b="1" u="none" strike="noStrike" cap="none" dirty="0">
                        <a:solidFill>
                          <a:schemeClr val="dk1"/>
                        </a:solidFill>
                        <a:latin typeface="Microsoft JhengHei"/>
                        <a:ea typeface="Microsoft JhengHei"/>
                        <a:cs typeface="Microsoft JhengHei"/>
                        <a:sym typeface="Microsoft JhengHei"/>
                      </a:endParaRPr>
                    </a:p>
                  </a:txBody>
                  <a:tcPr marL="102863" marR="102863"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FCECE7"/>
                    </a:solidFill>
                  </a:tcPr>
                </a:tc>
                <a:tc hMerge="1">
                  <a:txBody>
                    <a:bodyPr/>
                    <a:lstStyle/>
                    <a:p>
                      <a:endParaRPr lang="zh-TW" altLang="en-US"/>
                    </a:p>
                  </a:txBody>
                  <a:tcPr/>
                </a:tc>
                <a:tc hMerge="1">
                  <a:txBody>
                    <a:bodyPr/>
                    <a:lstStyle/>
                    <a:p>
                      <a:endParaRPr lang="zh-TW" altLang="en-US"/>
                    </a:p>
                  </a:txBody>
                  <a:tcPr/>
                </a:tc>
                <a:tc hMerge="1">
                  <a:txBody>
                    <a:bodyPr/>
                    <a:lstStyle/>
                    <a:p>
                      <a:endParaRPr lang="zh-TW" altLang="en-US"/>
                    </a:p>
                  </a:txBody>
                  <a:tcPr/>
                </a:tc>
                <a:extLst>
                  <a:ext uri="{0D108BD9-81ED-4DB2-BD59-A6C34878D82A}">
                    <a16:rowId xmlns:a16="http://schemas.microsoft.com/office/drawing/2014/main" val="10002"/>
                  </a:ext>
                </a:extLst>
              </a:tr>
            </a:tbl>
          </a:graphicData>
        </a:graphic>
      </p:graphicFrame>
      <p:graphicFrame>
        <p:nvGraphicFramePr>
          <p:cNvPr id="191" name="Google Shape;191;p2"/>
          <p:cNvGraphicFramePr/>
          <p:nvPr>
            <p:extLst>
              <p:ext uri="{D42A27DB-BD31-4B8C-83A1-F6EECF244321}">
                <p14:modId xmlns:p14="http://schemas.microsoft.com/office/powerpoint/2010/main" val="3644532040"/>
              </p:ext>
            </p:extLst>
          </p:nvPr>
        </p:nvGraphicFramePr>
        <p:xfrm>
          <a:off x="366270" y="3155451"/>
          <a:ext cx="17518775" cy="3024000"/>
        </p:xfrm>
        <a:graphic>
          <a:graphicData uri="http://schemas.openxmlformats.org/drawingml/2006/table">
            <a:tbl>
              <a:tblPr>
                <a:noFill/>
              </a:tblPr>
              <a:tblGrid>
                <a:gridCol w="2061420">
                  <a:extLst>
                    <a:ext uri="{9D8B030D-6E8A-4147-A177-3AD203B41FA5}">
                      <a16:colId xmlns:a16="http://schemas.microsoft.com/office/drawing/2014/main" val="2419195791"/>
                    </a:ext>
                  </a:extLst>
                </a:gridCol>
                <a:gridCol w="2061420">
                  <a:extLst>
                    <a:ext uri="{9D8B030D-6E8A-4147-A177-3AD203B41FA5}">
                      <a16:colId xmlns:a16="http://schemas.microsoft.com/office/drawing/2014/main" val="20000"/>
                    </a:ext>
                  </a:extLst>
                </a:gridCol>
                <a:gridCol w="8327988">
                  <a:extLst>
                    <a:ext uri="{9D8B030D-6E8A-4147-A177-3AD203B41FA5}">
                      <a16:colId xmlns:a16="http://schemas.microsoft.com/office/drawing/2014/main" val="20001"/>
                    </a:ext>
                  </a:extLst>
                </a:gridCol>
                <a:gridCol w="3270143">
                  <a:extLst>
                    <a:ext uri="{9D8B030D-6E8A-4147-A177-3AD203B41FA5}">
                      <a16:colId xmlns:a16="http://schemas.microsoft.com/office/drawing/2014/main" val="20002"/>
                    </a:ext>
                  </a:extLst>
                </a:gridCol>
                <a:gridCol w="1797804">
                  <a:extLst>
                    <a:ext uri="{9D8B030D-6E8A-4147-A177-3AD203B41FA5}">
                      <a16:colId xmlns:a16="http://schemas.microsoft.com/office/drawing/2014/main" val="20003"/>
                    </a:ext>
                  </a:extLst>
                </a:gridCol>
              </a:tblGrid>
              <a:tr h="428821">
                <a:tc rowSpan="6">
                  <a:txBody>
                    <a:bodyPr/>
                    <a:lstStyle/>
                    <a:p>
                      <a:pPr marL="0" marR="0" lvl="0" indent="0" algn="l" rtl="0">
                        <a:lnSpc>
                          <a:spcPct val="166666"/>
                        </a:lnSpc>
                        <a:spcBef>
                          <a:spcPts val="0"/>
                        </a:spcBef>
                        <a:spcAft>
                          <a:spcPts val="0"/>
                        </a:spcAft>
                        <a:buNone/>
                      </a:pPr>
                      <a:r>
                        <a:rPr lang="x-none" sz="1800" b="1" u="none" strike="noStrike" cap="none" dirty="0">
                          <a:solidFill>
                            <a:schemeClr val="lt1"/>
                          </a:solidFill>
                          <a:latin typeface="Microsoft JhengHei" panose="020B0604030504040204" pitchFamily="34" charset="-120"/>
                          <a:ea typeface="Microsoft JhengHei" panose="020B0604030504040204" pitchFamily="34" charset="-120"/>
                          <a:cs typeface="Microsoft JhengHei"/>
                          <a:sym typeface="Microsoft JhengHei"/>
                        </a:rPr>
                        <a:t>文件版本</a:t>
                      </a:r>
                      <a:endParaRPr sz="1800" b="1" u="none" strike="noStrike" cap="none" dirty="0">
                        <a:solidFill>
                          <a:schemeClr val="lt1"/>
                        </a:solidFill>
                        <a:latin typeface="Microsoft JhengHei" panose="020B0604030504040204" pitchFamily="34" charset="-120"/>
                        <a:ea typeface="Microsoft JhengHei" panose="020B0604030504040204" pitchFamily="34" charset="-120"/>
                        <a:cs typeface="Microsoft JhengHei"/>
                        <a:sym typeface="Microsoft JhengHei"/>
                      </a:endParaRPr>
                    </a:p>
                  </a:txBody>
                  <a:tcPr marL="102863" marR="102863" marT="0" marB="0"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ED7D31"/>
                    </a:solidFill>
                  </a:tcPr>
                </a:tc>
                <a:tc>
                  <a:txBody>
                    <a:bodyPr/>
                    <a:lstStyle/>
                    <a:p>
                      <a:pPr marL="0" marR="0" lvl="0" indent="0" algn="ctr" rtl="0">
                        <a:lnSpc>
                          <a:spcPct val="166666"/>
                        </a:lnSpc>
                        <a:spcBef>
                          <a:spcPts val="0"/>
                        </a:spcBef>
                        <a:spcAft>
                          <a:spcPts val="0"/>
                        </a:spcAft>
                        <a:buNone/>
                      </a:pPr>
                      <a:r>
                        <a:rPr lang="en-US" sz="1800" b="1" u="none" strike="noStrike" cap="none">
                          <a:solidFill>
                            <a:schemeClr val="lt1"/>
                          </a:solidFill>
                          <a:latin typeface="Microsoft JhengHei" panose="020B0604030504040204" pitchFamily="34" charset="-120"/>
                          <a:ea typeface="Microsoft JhengHei" panose="020B0604030504040204" pitchFamily="34" charset="-120"/>
                          <a:cs typeface="Microsoft JhengHei"/>
                          <a:sym typeface="Microsoft JhengHei"/>
                        </a:rPr>
                        <a:t>版本號</a:t>
                      </a:r>
                      <a:endParaRPr sz="1800" b="1" u="none" strike="noStrike" cap="none">
                        <a:solidFill>
                          <a:schemeClr val="lt1"/>
                        </a:solidFill>
                        <a:latin typeface="Microsoft JhengHei" panose="020B0604030504040204" pitchFamily="34" charset="-120"/>
                        <a:ea typeface="Microsoft JhengHei" panose="020B0604030504040204" pitchFamily="34" charset="-120"/>
                        <a:cs typeface="Microsoft JhengHei"/>
                        <a:sym typeface="Microsoft JhengHei"/>
                      </a:endParaRPr>
                    </a:p>
                  </a:txBody>
                  <a:tcPr marL="102863" marR="102863" marT="0" marB="0">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ED7D31"/>
                    </a:solidFill>
                  </a:tcPr>
                </a:tc>
                <a:tc>
                  <a:txBody>
                    <a:bodyPr/>
                    <a:lstStyle/>
                    <a:p>
                      <a:pPr marL="0" marR="0" lvl="0" indent="0" algn="l" rtl="0">
                        <a:lnSpc>
                          <a:spcPct val="166666"/>
                        </a:lnSpc>
                        <a:spcBef>
                          <a:spcPts val="0"/>
                        </a:spcBef>
                        <a:spcAft>
                          <a:spcPts val="0"/>
                        </a:spcAft>
                        <a:buNone/>
                      </a:pPr>
                      <a:r>
                        <a:rPr lang="en-US" sz="1800" b="1" u="none" strike="noStrike" cap="none">
                          <a:solidFill>
                            <a:schemeClr val="lt1"/>
                          </a:solidFill>
                          <a:latin typeface="Microsoft JhengHei" panose="020B0604030504040204" pitchFamily="34" charset="-120"/>
                          <a:ea typeface="Microsoft JhengHei" panose="020B0604030504040204" pitchFamily="34" charset="-120"/>
                          <a:cs typeface="Microsoft JhengHei"/>
                          <a:sym typeface="Microsoft JhengHei"/>
                        </a:rPr>
                        <a:t>變更說明(修改內容說明)</a:t>
                      </a:r>
                      <a:endParaRPr sz="1800" b="1" u="none" strike="noStrike" cap="none">
                        <a:solidFill>
                          <a:schemeClr val="lt1"/>
                        </a:solidFill>
                        <a:latin typeface="Microsoft JhengHei" panose="020B0604030504040204" pitchFamily="34" charset="-120"/>
                        <a:ea typeface="Microsoft JhengHei" panose="020B0604030504040204" pitchFamily="34" charset="-120"/>
                        <a:cs typeface="Microsoft JhengHei"/>
                        <a:sym typeface="Microsoft JhengHei"/>
                      </a:endParaRPr>
                    </a:p>
                  </a:txBody>
                  <a:tcPr marL="102863" marR="102863"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lgn="ctr">
                      <a:solidFill>
                        <a:srgbClr val="FFFFFF"/>
                      </a:solidFill>
                      <a:prstDash val="solid"/>
                      <a:round/>
                      <a:headEnd type="none" w="sm" len="sm"/>
                      <a:tailEnd type="none" w="sm" len="sm"/>
                    </a:lnB>
                    <a:solidFill>
                      <a:srgbClr val="ED7D31"/>
                    </a:solidFill>
                  </a:tcPr>
                </a:tc>
                <a:tc>
                  <a:txBody>
                    <a:bodyPr/>
                    <a:lstStyle/>
                    <a:p>
                      <a:pPr marL="0" marR="0" lvl="0" indent="0" algn="ctr" rtl="0">
                        <a:lnSpc>
                          <a:spcPct val="166666"/>
                        </a:lnSpc>
                        <a:spcBef>
                          <a:spcPts val="0"/>
                        </a:spcBef>
                        <a:spcAft>
                          <a:spcPts val="0"/>
                        </a:spcAft>
                        <a:buNone/>
                      </a:pPr>
                      <a:r>
                        <a:rPr lang="en-US" sz="1800" b="1" u="none" strike="noStrike" cap="none">
                          <a:solidFill>
                            <a:schemeClr val="lt1"/>
                          </a:solidFill>
                          <a:latin typeface="Microsoft JhengHei" panose="020B0604030504040204" pitchFamily="34" charset="-120"/>
                          <a:ea typeface="Microsoft JhengHei" panose="020B0604030504040204" pitchFamily="34" charset="-120"/>
                          <a:cs typeface="Microsoft JhengHei"/>
                          <a:sym typeface="Microsoft JhengHei"/>
                        </a:rPr>
                        <a:t>修改人</a:t>
                      </a:r>
                      <a:endParaRPr sz="1800" b="1" u="none" strike="noStrike" cap="none">
                        <a:solidFill>
                          <a:schemeClr val="lt1"/>
                        </a:solidFill>
                        <a:latin typeface="Microsoft JhengHei" panose="020B0604030504040204" pitchFamily="34" charset="-120"/>
                        <a:ea typeface="Microsoft JhengHei" panose="020B0604030504040204" pitchFamily="34" charset="-120"/>
                        <a:cs typeface="Microsoft JhengHei"/>
                        <a:sym typeface="Microsoft JhengHei"/>
                      </a:endParaRPr>
                    </a:p>
                  </a:txBody>
                  <a:tcPr marL="102863" marR="102863"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lgn="ctr">
                      <a:solidFill>
                        <a:srgbClr val="FFFFFF"/>
                      </a:solidFill>
                      <a:prstDash val="solid"/>
                      <a:round/>
                      <a:headEnd type="none" w="sm" len="sm"/>
                      <a:tailEnd type="none" w="sm" len="sm"/>
                    </a:lnB>
                    <a:solidFill>
                      <a:srgbClr val="ED7D31"/>
                    </a:solidFill>
                  </a:tcPr>
                </a:tc>
                <a:tc>
                  <a:txBody>
                    <a:bodyPr/>
                    <a:lstStyle/>
                    <a:p>
                      <a:pPr marL="0" marR="0" lvl="0" indent="0" algn="ctr" rtl="0">
                        <a:lnSpc>
                          <a:spcPct val="166666"/>
                        </a:lnSpc>
                        <a:spcBef>
                          <a:spcPts val="0"/>
                        </a:spcBef>
                        <a:spcAft>
                          <a:spcPts val="0"/>
                        </a:spcAft>
                        <a:buNone/>
                      </a:pPr>
                      <a:r>
                        <a:rPr lang="en-US" sz="1800" b="1" u="none" strike="noStrike" cap="none">
                          <a:solidFill>
                            <a:schemeClr val="lt1"/>
                          </a:solidFill>
                          <a:latin typeface="Microsoft JhengHei" panose="020B0604030504040204" pitchFamily="34" charset="-120"/>
                          <a:ea typeface="Microsoft JhengHei" panose="020B0604030504040204" pitchFamily="34" charset="-120"/>
                          <a:cs typeface="Microsoft JhengHei"/>
                          <a:sym typeface="Microsoft JhengHei"/>
                        </a:rPr>
                        <a:t>日期</a:t>
                      </a:r>
                      <a:endParaRPr sz="1800" b="1" u="none" strike="noStrike" cap="none">
                        <a:solidFill>
                          <a:schemeClr val="lt1"/>
                        </a:solidFill>
                        <a:latin typeface="Microsoft JhengHei" panose="020B0604030504040204" pitchFamily="34" charset="-120"/>
                        <a:ea typeface="Microsoft JhengHei" panose="020B0604030504040204" pitchFamily="34" charset="-120"/>
                        <a:cs typeface="Microsoft JhengHei"/>
                        <a:sym typeface="Microsoft JhengHei"/>
                      </a:endParaRPr>
                    </a:p>
                  </a:txBody>
                  <a:tcPr marL="102863" marR="102863"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lgn="ctr">
                      <a:solidFill>
                        <a:srgbClr val="FFFFFF"/>
                      </a:solidFill>
                      <a:prstDash val="solid"/>
                      <a:round/>
                      <a:headEnd type="none" w="sm" len="sm"/>
                      <a:tailEnd type="none" w="sm" len="sm"/>
                    </a:lnB>
                    <a:solidFill>
                      <a:srgbClr val="ED7D31"/>
                    </a:solidFill>
                  </a:tcPr>
                </a:tc>
                <a:extLst>
                  <a:ext uri="{0D108BD9-81ED-4DB2-BD59-A6C34878D82A}">
                    <a16:rowId xmlns:a16="http://schemas.microsoft.com/office/drawing/2014/main" val="10000"/>
                  </a:ext>
                </a:extLst>
              </a:tr>
              <a:tr h="590284">
                <a:tc vMerge="1">
                  <a:txBody>
                    <a:bodyPr/>
                    <a:lstStyle/>
                    <a:p>
                      <a:pPr marL="0" marR="0" lvl="0" indent="0" algn="l" rtl="0">
                        <a:lnSpc>
                          <a:spcPct val="166666"/>
                        </a:lnSpc>
                        <a:spcBef>
                          <a:spcPts val="0"/>
                        </a:spcBef>
                        <a:spcAft>
                          <a:spcPts val="0"/>
                        </a:spcAft>
                        <a:buNone/>
                      </a:pPr>
                      <a:endParaRPr sz="1800" u="none" strike="noStrike" cap="none" dirty="0">
                        <a:solidFill>
                          <a:schemeClr val="lt1"/>
                        </a:solidFill>
                        <a:latin typeface="Microsoft JhengHei"/>
                        <a:ea typeface="Microsoft JhengHei"/>
                        <a:cs typeface="Microsoft JhengHei"/>
                        <a:sym typeface="Microsoft JhengHei"/>
                      </a:endParaRPr>
                    </a:p>
                  </a:txBody>
                  <a:tcPr marL="102863" marR="102863" marT="0" marB="0"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ED7D31"/>
                    </a:solidFill>
                  </a:tcPr>
                </a:tc>
                <a:tc>
                  <a:txBody>
                    <a:bodyPr/>
                    <a:lstStyle/>
                    <a:p>
                      <a:pPr marL="0" marR="0" lvl="0" indent="0" algn="ctr" rtl="0">
                        <a:lnSpc>
                          <a:spcPct val="166666"/>
                        </a:lnSpc>
                        <a:spcBef>
                          <a:spcPts val="0"/>
                        </a:spcBef>
                        <a:spcAft>
                          <a:spcPts val="0"/>
                        </a:spcAft>
                        <a:buNone/>
                      </a:pPr>
                      <a:r>
                        <a:rPr lang="en-US" sz="1800" b="1" u="none" strike="noStrike" cap="none" dirty="0">
                          <a:solidFill>
                            <a:schemeClr val="lt1"/>
                          </a:solidFill>
                          <a:latin typeface="Microsoft JhengHei" panose="020B0604030504040204" pitchFamily="34" charset="-120"/>
                          <a:ea typeface="Microsoft JhengHei" panose="020B0604030504040204" pitchFamily="34" charset="-120"/>
                          <a:cs typeface="Microsoft JhengHei"/>
                          <a:sym typeface="Microsoft JhengHei"/>
                        </a:rPr>
                        <a:t>2.1</a:t>
                      </a:r>
                      <a:endParaRPr sz="1800" b="1" u="none" strike="noStrike" cap="none" dirty="0">
                        <a:solidFill>
                          <a:schemeClr val="lt1"/>
                        </a:solidFill>
                        <a:latin typeface="Microsoft JhengHei" panose="020B0604030504040204" pitchFamily="34" charset="-120"/>
                        <a:ea typeface="Microsoft JhengHei" panose="020B0604030504040204" pitchFamily="34" charset="-120"/>
                        <a:cs typeface="Microsoft JhengHei"/>
                        <a:sym typeface="Microsoft JhengHei"/>
                      </a:endParaRPr>
                    </a:p>
                  </a:txBody>
                  <a:tcPr marL="102863" marR="102863" marT="0" marB="0" anchor="ctr">
                    <a:lnL w="12700" cap="flat" cmpd="sng" algn="ctr">
                      <a:solidFill>
                        <a:srgbClr val="FFFFFF"/>
                      </a:solidFill>
                      <a:prstDash val="solid"/>
                      <a:round/>
                      <a:headEnd type="none" w="sm" len="sm"/>
                      <a:tailEnd type="none" w="sm" len="sm"/>
                    </a:lnL>
                    <a:lnR w="12700" cap="flat" cmpd="sng" algn="ctr">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ED7D31"/>
                    </a:solidFill>
                  </a:tcPr>
                </a:tc>
                <a:tc>
                  <a:txBody>
                    <a:bodyPr/>
                    <a:lstStyle/>
                    <a:p>
                      <a:pPr>
                        <a:lnSpc>
                          <a:spcPct val="166000"/>
                        </a:lnSpc>
                        <a:tabLst>
                          <a:tab pos="0" algn="l"/>
                        </a:tabLst>
                      </a:pPr>
                      <a:r>
                        <a:rPr lang="zh-TW" altLang="en-US" sz="1800" b="1" strike="noStrike" spc="-1" dirty="0">
                          <a:solidFill>
                            <a:srgbClr val="000000"/>
                          </a:solidFill>
                          <a:latin typeface="Microsoft JhengHei" panose="020B0604030504040204" pitchFamily="34" charset="-120"/>
                          <a:ea typeface="Microsoft JhengHei" panose="020B0604030504040204" pitchFamily="34" charset="-120"/>
                        </a:rPr>
                        <a:t>修改不合宜的</a:t>
                      </a:r>
                      <a:r>
                        <a:rPr lang="en-US" altLang="zh-TW" sz="1800" b="1" strike="noStrike" spc="-1" dirty="0">
                          <a:solidFill>
                            <a:srgbClr val="000000"/>
                          </a:solidFill>
                          <a:latin typeface="Microsoft JhengHei" panose="020B0604030504040204" pitchFamily="34" charset="-120"/>
                          <a:ea typeface="Microsoft JhengHei" panose="020B0604030504040204" pitchFamily="34" charset="-120"/>
                        </a:rPr>
                        <a:t>103/105</a:t>
                      </a:r>
                      <a:r>
                        <a:rPr lang="zh-TW" altLang="en-US" sz="1800" b="1" strike="noStrike" spc="-1" dirty="0">
                          <a:solidFill>
                            <a:srgbClr val="000000"/>
                          </a:solidFill>
                          <a:latin typeface="Microsoft JhengHei" panose="020B0604030504040204" pitchFamily="34" charset="-120"/>
                          <a:ea typeface="Microsoft JhengHei" panose="020B0604030504040204" pitchFamily="34" charset="-120"/>
                        </a:rPr>
                        <a:t>，改為</a:t>
                      </a:r>
                      <a:r>
                        <a:rPr lang="en-US" altLang="zh-TW" sz="1800" b="1" strike="noStrike" spc="-1" dirty="0">
                          <a:solidFill>
                            <a:srgbClr val="000000"/>
                          </a:solidFill>
                          <a:latin typeface="Microsoft JhengHei" panose="020B0604030504040204" pitchFamily="34" charset="-120"/>
                          <a:ea typeface="Microsoft JhengHei" panose="020B0604030504040204" pitchFamily="34" charset="-120"/>
                        </a:rPr>
                        <a:t>101</a:t>
                      </a:r>
                      <a:r>
                        <a:rPr lang="zh-TW" altLang="en-US" sz="1800" b="1" strike="noStrike" spc="-1" dirty="0">
                          <a:solidFill>
                            <a:srgbClr val="000000"/>
                          </a:solidFill>
                          <a:latin typeface="Microsoft JhengHei" panose="020B0604030504040204" pitchFamily="34" charset="-120"/>
                          <a:ea typeface="Microsoft JhengHei" panose="020B0604030504040204" pitchFamily="34" charset="-120"/>
                        </a:rPr>
                        <a:t>直接入庫</a:t>
                      </a:r>
                      <a:endParaRPr lang="en-US" sz="1800" b="1" strike="noStrike" spc="-1" dirty="0">
                        <a:solidFill>
                          <a:srgbClr val="000000"/>
                        </a:solidFill>
                        <a:latin typeface="Microsoft JhengHei" panose="020B0604030504040204" pitchFamily="34" charset="-120"/>
                        <a:ea typeface="Microsoft JhengHei" panose="020B0604030504040204" pitchFamily="34" charset="-120"/>
                      </a:endParaRPr>
                    </a:p>
                  </a:txBody>
                  <a:tcPr marL="68400" marR="6840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F8D6CC"/>
                    </a:solidFill>
                  </a:tcPr>
                </a:tc>
                <a:tc>
                  <a:txBody>
                    <a:bodyPr/>
                    <a:lstStyle/>
                    <a:p>
                      <a:pPr marL="0" marR="0" lvl="0" indent="0" algn="ctr" defTabSz="1371600" rtl="0" eaLnBrk="1" fontAlgn="auto" latinLnBrk="0" hangingPunct="1">
                        <a:lnSpc>
                          <a:spcPct val="166000"/>
                        </a:lnSpc>
                        <a:spcBef>
                          <a:spcPts val="0"/>
                        </a:spcBef>
                        <a:spcAft>
                          <a:spcPts val="0"/>
                        </a:spcAft>
                        <a:buClrTx/>
                        <a:buSzTx/>
                        <a:buFontTx/>
                        <a:buNone/>
                        <a:tabLst>
                          <a:tab pos="0" algn="l"/>
                        </a:tabLst>
                        <a:defRPr/>
                      </a:pPr>
                      <a:r>
                        <a:rPr lang="en-US" altLang="zh-TW" sz="1800" b="0" strike="noStrike" spc="-1" dirty="0">
                          <a:solidFill>
                            <a:schemeClr val="dk1"/>
                          </a:solidFill>
                          <a:latin typeface="Microsoft JhengHei"/>
                          <a:ea typeface="Microsoft JhengHei"/>
                        </a:rPr>
                        <a:t>Vincent</a:t>
                      </a:r>
                      <a:r>
                        <a:rPr lang="en-US" altLang="zh-TW" sz="1800" b="0" strike="noStrike" spc="-1" baseline="0" dirty="0">
                          <a:solidFill>
                            <a:schemeClr val="dk1"/>
                          </a:solidFill>
                          <a:latin typeface="Microsoft JhengHei"/>
                          <a:ea typeface="Microsoft JhengHei"/>
                        </a:rPr>
                        <a:t> Yeh</a:t>
                      </a:r>
                      <a:endParaRPr lang="en-US" altLang="zh-TW" sz="1800" b="0" strike="noStrike" spc="-1" dirty="0">
                        <a:solidFill>
                          <a:schemeClr val="dk1"/>
                        </a:solidFill>
                        <a:latin typeface="Microsoft JhengHei"/>
                        <a:ea typeface="Microsoft JhengHei"/>
                      </a:endParaRPr>
                    </a:p>
                  </a:txBody>
                  <a:tcP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F8D6CC"/>
                    </a:solidFill>
                  </a:tcPr>
                </a:tc>
                <a:tc>
                  <a:txBody>
                    <a:bodyPr/>
                    <a:lstStyle/>
                    <a:p>
                      <a:pPr algn="ctr">
                        <a:lnSpc>
                          <a:spcPct val="166000"/>
                        </a:lnSpc>
                        <a:tabLst>
                          <a:tab pos="0" algn="l"/>
                        </a:tabLst>
                      </a:pPr>
                      <a:r>
                        <a:rPr lang="en-US" sz="1800" b="1" strike="noStrike" spc="-1" dirty="0">
                          <a:solidFill>
                            <a:srgbClr val="000000"/>
                          </a:solidFill>
                          <a:latin typeface="Microsoft JhengHei" panose="020B0604030504040204" pitchFamily="34" charset="-120"/>
                          <a:ea typeface="Microsoft JhengHei" panose="020B0604030504040204" pitchFamily="34" charset="-120"/>
                        </a:rPr>
                        <a:t>2025/07/14</a:t>
                      </a:r>
                    </a:p>
                  </a:txBody>
                  <a:tcPr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F8D6CC"/>
                    </a:solidFill>
                  </a:tcPr>
                </a:tc>
                <a:extLst>
                  <a:ext uri="{0D108BD9-81ED-4DB2-BD59-A6C34878D82A}">
                    <a16:rowId xmlns:a16="http://schemas.microsoft.com/office/drawing/2014/main" val="10001"/>
                  </a:ext>
                </a:extLst>
              </a:tr>
              <a:tr h="524626">
                <a:tc vMerge="1">
                  <a:txBody>
                    <a:bodyPr/>
                    <a:lstStyle/>
                    <a:p>
                      <a:pPr marL="0" marR="0" lvl="0" indent="0" algn="l" defTabSz="914400" rtl="0" eaLnBrk="1" fontAlgn="auto" latinLnBrk="0" hangingPunct="1">
                        <a:lnSpc>
                          <a:spcPct val="166666"/>
                        </a:lnSpc>
                        <a:spcBef>
                          <a:spcPts val="0"/>
                        </a:spcBef>
                        <a:spcAft>
                          <a:spcPts val="0"/>
                        </a:spcAft>
                        <a:buClr>
                          <a:srgbClr val="000000"/>
                        </a:buClr>
                        <a:buSzTx/>
                        <a:buFont typeface="Arial"/>
                        <a:buNone/>
                        <a:tabLst/>
                        <a:defRPr/>
                      </a:pPr>
                      <a:endParaRPr lang="en-US" altLang="zh-TW" sz="1800" u="none" strike="noStrike" cap="none" dirty="0">
                        <a:solidFill>
                          <a:schemeClr val="lt1"/>
                        </a:solidFill>
                        <a:latin typeface="Microsoft JhengHei"/>
                        <a:ea typeface="Microsoft JhengHei"/>
                        <a:cs typeface="Microsoft JhengHei"/>
                        <a:sym typeface="Microsoft JhengHei"/>
                      </a:endParaRPr>
                    </a:p>
                  </a:txBody>
                  <a:tcPr marL="102863" marR="102863"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ED7D31"/>
                    </a:solidFill>
                  </a:tcPr>
                </a:tc>
                <a:tc>
                  <a:txBody>
                    <a:bodyPr/>
                    <a:lstStyle/>
                    <a:p>
                      <a:pPr marL="0" marR="0" lvl="0" indent="0" algn="ctr" rtl="0">
                        <a:lnSpc>
                          <a:spcPct val="166666"/>
                        </a:lnSpc>
                        <a:spcBef>
                          <a:spcPts val="0"/>
                        </a:spcBef>
                        <a:spcAft>
                          <a:spcPts val="0"/>
                        </a:spcAft>
                        <a:buNone/>
                      </a:pPr>
                      <a:r>
                        <a:rPr lang="en-US" sz="1800" b="1" u="none" strike="noStrike" cap="none" dirty="0">
                          <a:solidFill>
                            <a:schemeClr val="lt1"/>
                          </a:solidFill>
                          <a:latin typeface="Microsoft JhengHei" panose="020B0604030504040204" pitchFamily="34" charset="-120"/>
                          <a:ea typeface="Microsoft JhengHei" panose="020B0604030504040204" pitchFamily="34" charset="-120"/>
                          <a:cs typeface="Microsoft JhengHei"/>
                          <a:sym typeface="Microsoft JhengHei"/>
                        </a:rPr>
                        <a:t>2.2</a:t>
                      </a:r>
                      <a:endParaRPr sz="1800" b="1" u="none" strike="noStrike" cap="none" dirty="0">
                        <a:solidFill>
                          <a:schemeClr val="lt1"/>
                        </a:solidFill>
                        <a:latin typeface="Microsoft JhengHei" panose="020B0604030504040204" pitchFamily="34" charset="-120"/>
                        <a:ea typeface="Microsoft JhengHei" panose="020B0604030504040204" pitchFamily="34" charset="-120"/>
                        <a:cs typeface="Microsoft JhengHei"/>
                        <a:sym typeface="Microsoft JhengHei"/>
                      </a:endParaRPr>
                    </a:p>
                  </a:txBody>
                  <a:tcPr marL="102863" marR="102863" marT="0" marB="0" anchor="ctr">
                    <a:lnL w="12700" cap="flat" cmpd="sng" algn="ctr">
                      <a:solidFill>
                        <a:srgbClr val="FFFFFF"/>
                      </a:solidFill>
                      <a:prstDash val="solid"/>
                      <a:round/>
                      <a:headEnd type="none" w="sm" len="sm"/>
                      <a:tailEnd type="none" w="sm" len="sm"/>
                    </a:lnL>
                    <a:lnR w="12700" cap="flat" cmpd="sng" algn="ctr">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ED7D31"/>
                    </a:solidFill>
                  </a:tcPr>
                </a:tc>
                <a:tc>
                  <a:txBody>
                    <a:bodyPr/>
                    <a:lstStyle/>
                    <a:p>
                      <a:pPr marL="0" marR="0" indent="0" algn="l" defTabSz="1371600" rtl="0" eaLnBrk="1" fontAlgn="auto" latinLnBrk="0" hangingPunct="1">
                        <a:lnSpc>
                          <a:spcPct val="166000"/>
                        </a:lnSpc>
                        <a:spcBef>
                          <a:spcPts val="0"/>
                        </a:spcBef>
                        <a:spcAft>
                          <a:spcPts val="0"/>
                        </a:spcAft>
                        <a:buClrTx/>
                        <a:buSzTx/>
                        <a:buFontTx/>
                        <a:buNone/>
                        <a:tabLst>
                          <a:tab pos="0" algn="l"/>
                        </a:tabLst>
                        <a:defRPr/>
                      </a:pPr>
                      <a:r>
                        <a:rPr lang="zh-TW" altLang="en-US" sz="1800" b="1" strike="noStrike" spc="-1" dirty="0">
                          <a:solidFill>
                            <a:srgbClr val="000000"/>
                          </a:solidFill>
                          <a:latin typeface="Microsoft JhengHei" panose="020B0604030504040204" pitchFamily="34" charset="-120"/>
                          <a:ea typeface="Microsoft JhengHei" panose="020B0604030504040204" pitchFamily="34" charset="-120"/>
                        </a:rPr>
                        <a:t>修改送</a:t>
                      </a:r>
                      <a:r>
                        <a:rPr lang="en-US" altLang="zh-TW" sz="1800" b="1" strike="noStrike" spc="-1" dirty="0">
                          <a:solidFill>
                            <a:srgbClr val="000000"/>
                          </a:solidFill>
                          <a:latin typeface="Microsoft JhengHei" panose="020B0604030504040204" pitchFamily="34" charset="-120"/>
                          <a:ea typeface="Microsoft JhengHei" panose="020B0604030504040204" pitchFamily="34" charset="-120"/>
                        </a:rPr>
                        <a:t>BPM</a:t>
                      </a:r>
                      <a:r>
                        <a:rPr lang="zh-TW" altLang="en-US" sz="1800" b="1" strike="noStrike" spc="-1" dirty="0">
                          <a:solidFill>
                            <a:srgbClr val="000000"/>
                          </a:solidFill>
                          <a:latin typeface="Microsoft JhengHei" panose="020B0604030504040204" pitchFamily="34" charset="-120"/>
                          <a:ea typeface="Microsoft JhengHei" panose="020B0604030504040204" pitchFamily="34" charset="-120"/>
                        </a:rPr>
                        <a:t>前要作</a:t>
                      </a:r>
                      <a:r>
                        <a:rPr lang="en-US" altLang="zh-TW" sz="1800" b="1" strike="noStrike" spc="-1" dirty="0">
                          <a:solidFill>
                            <a:srgbClr val="000000"/>
                          </a:solidFill>
                          <a:latin typeface="Microsoft JhengHei" panose="020B0604030504040204" pitchFamily="34" charset="-120"/>
                          <a:ea typeface="Microsoft JhengHei" panose="020B0604030504040204" pitchFamily="34" charset="-120"/>
                        </a:rPr>
                        <a:t>SAP</a:t>
                      </a:r>
                      <a:r>
                        <a:rPr lang="zh-TW" altLang="en-US" sz="1800" b="1" strike="noStrike" spc="-1" dirty="0">
                          <a:solidFill>
                            <a:srgbClr val="000000"/>
                          </a:solidFill>
                          <a:latin typeface="Microsoft JhengHei" panose="020B0604030504040204" pitchFamily="34" charset="-120"/>
                          <a:ea typeface="Microsoft JhengHei" panose="020B0604030504040204" pitchFamily="34" charset="-120"/>
                        </a:rPr>
                        <a:t>的核發</a:t>
                      </a:r>
                      <a:endParaRPr lang="en-US" sz="1800" b="1" strike="noStrike" spc="-1" dirty="0">
                        <a:solidFill>
                          <a:srgbClr val="000000"/>
                        </a:solidFill>
                        <a:latin typeface="Microsoft JhengHei" panose="020B0604030504040204" pitchFamily="34" charset="-120"/>
                        <a:ea typeface="Microsoft JhengHei" panose="020B0604030504040204" pitchFamily="34" charset="-120"/>
                      </a:endParaRPr>
                    </a:p>
                  </a:txBody>
                  <a:tcPr marL="68400" marR="68400">
                    <a:lnL w="12700" cap="flat" cmpd="sng">
                      <a:solidFill>
                        <a:srgbClr val="FFFFFF"/>
                      </a:solidFill>
                      <a:prstDash val="solid"/>
                      <a:round/>
                      <a:headEnd type="none" w="sm" len="sm"/>
                      <a:tailEnd type="none" w="sm" len="sm"/>
                    </a:lnL>
                    <a:lnR w="12700" cap="flat" cmpd="sng" algn="ctr">
                      <a:solidFill>
                        <a:srgbClr val="FFFFFF"/>
                      </a:solidFill>
                      <a:prstDash val="solid"/>
                      <a:round/>
                      <a:headEnd type="none" w="sm" len="sm"/>
                      <a:tailEnd type="none" w="sm" len="sm"/>
                    </a:lnR>
                    <a:lnT w="127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FCECE7"/>
                    </a:solidFill>
                  </a:tcPr>
                </a:tc>
                <a:tc>
                  <a:txBody>
                    <a:bodyPr/>
                    <a:lstStyle/>
                    <a:p>
                      <a:pPr marL="0" marR="0" lvl="0" indent="0" algn="ctr" defTabSz="1371600" rtl="0" eaLnBrk="1" fontAlgn="auto" latinLnBrk="0" hangingPunct="1">
                        <a:lnSpc>
                          <a:spcPct val="166000"/>
                        </a:lnSpc>
                        <a:spcBef>
                          <a:spcPts val="0"/>
                        </a:spcBef>
                        <a:spcAft>
                          <a:spcPts val="0"/>
                        </a:spcAft>
                        <a:buClrTx/>
                        <a:buSzTx/>
                        <a:buFontTx/>
                        <a:buNone/>
                        <a:tabLst>
                          <a:tab pos="0" algn="l"/>
                        </a:tabLst>
                        <a:defRPr/>
                      </a:pPr>
                      <a:r>
                        <a:rPr lang="en-US" altLang="zh-TW" sz="1800" b="0" strike="noStrike" spc="-1" dirty="0">
                          <a:solidFill>
                            <a:schemeClr val="dk1"/>
                          </a:solidFill>
                          <a:latin typeface="Microsoft JhengHei"/>
                          <a:ea typeface="Microsoft JhengHei"/>
                        </a:rPr>
                        <a:t>Vincent</a:t>
                      </a:r>
                      <a:r>
                        <a:rPr lang="en-US" altLang="zh-TW" sz="1800" b="0" strike="noStrike" spc="-1" baseline="0" dirty="0">
                          <a:solidFill>
                            <a:schemeClr val="dk1"/>
                          </a:solidFill>
                          <a:latin typeface="Microsoft JhengHei"/>
                          <a:ea typeface="Microsoft JhengHei"/>
                        </a:rPr>
                        <a:t> Yeh</a:t>
                      </a:r>
                      <a:endParaRPr lang="en-US" altLang="zh-TW" sz="1800" b="0" strike="noStrike" spc="-1" dirty="0">
                        <a:solidFill>
                          <a:schemeClr val="dk1"/>
                        </a:solidFill>
                        <a:latin typeface="Microsoft JhengHei"/>
                        <a:ea typeface="Microsoft JhengHei"/>
                      </a:endParaRPr>
                    </a:p>
                  </a:txBody>
                  <a:tcP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FCECE7"/>
                    </a:solidFill>
                  </a:tcPr>
                </a:tc>
                <a:tc>
                  <a:txBody>
                    <a:bodyPr/>
                    <a:lstStyle/>
                    <a:p>
                      <a:pPr algn="ctr">
                        <a:lnSpc>
                          <a:spcPct val="166000"/>
                        </a:lnSpc>
                        <a:tabLst>
                          <a:tab pos="0" algn="l"/>
                        </a:tabLst>
                      </a:pPr>
                      <a:r>
                        <a:rPr lang="en-US" sz="1800" b="1" strike="noStrike" spc="-1" dirty="0">
                          <a:solidFill>
                            <a:srgbClr val="000000"/>
                          </a:solidFill>
                          <a:latin typeface="Microsoft JhengHei" panose="020B0604030504040204" pitchFamily="34" charset="-120"/>
                          <a:ea typeface="Microsoft JhengHei" panose="020B0604030504040204" pitchFamily="34" charset="-120"/>
                        </a:rPr>
                        <a:t>2025/07/18</a:t>
                      </a:r>
                    </a:p>
                  </a:txBody>
                  <a:tcPr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FCECE7"/>
                    </a:solidFill>
                  </a:tcPr>
                </a:tc>
                <a:extLst>
                  <a:ext uri="{0D108BD9-81ED-4DB2-BD59-A6C34878D82A}">
                    <a16:rowId xmlns:a16="http://schemas.microsoft.com/office/drawing/2014/main" val="10002"/>
                  </a:ext>
                </a:extLst>
              </a:tr>
              <a:tr h="524626">
                <a:tc vMerge="1">
                  <a:txBody>
                    <a:bodyPr/>
                    <a:lstStyle/>
                    <a:p>
                      <a:pPr marL="0" marR="0" lvl="0" indent="0" algn="l" rtl="0">
                        <a:lnSpc>
                          <a:spcPct val="166666"/>
                        </a:lnSpc>
                        <a:spcBef>
                          <a:spcPts val="0"/>
                        </a:spcBef>
                        <a:spcAft>
                          <a:spcPts val="0"/>
                        </a:spcAft>
                        <a:buNone/>
                      </a:pPr>
                      <a:endParaRPr sz="1800" u="none" strike="noStrike" cap="none">
                        <a:solidFill>
                          <a:schemeClr val="lt1"/>
                        </a:solidFill>
                        <a:latin typeface="Microsoft JhengHei"/>
                        <a:ea typeface="Microsoft JhengHei"/>
                        <a:cs typeface="Microsoft JhengHei"/>
                        <a:sym typeface="Microsoft JhengHei"/>
                      </a:endParaRPr>
                    </a:p>
                  </a:txBody>
                  <a:tcPr marL="102863" marR="102863"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ED7D31"/>
                    </a:solidFill>
                  </a:tcPr>
                </a:tc>
                <a:tc>
                  <a:txBody>
                    <a:bodyPr/>
                    <a:lstStyle/>
                    <a:p>
                      <a:pPr marL="0" marR="0" lvl="0" indent="0" algn="ctr" defTabSz="914400" rtl="0" eaLnBrk="1" fontAlgn="auto" latinLnBrk="0" hangingPunct="1">
                        <a:lnSpc>
                          <a:spcPct val="166666"/>
                        </a:lnSpc>
                        <a:spcBef>
                          <a:spcPts val="0"/>
                        </a:spcBef>
                        <a:spcAft>
                          <a:spcPts val="0"/>
                        </a:spcAft>
                        <a:buClr>
                          <a:srgbClr val="000000"/>
                        </a:buClr>
                        <a:buSzTx/>
                        <a:buFont typeface="Arial"/>
                        <a:buNone/>
                        <a:tabLst/>
                        <a:defRPr/>
                      </a:pPr>
                      <a:endParaRPr lang="en-US" altLang="zh-TW" sz="1800" b="1" u="none" strike="noStrike" cap="none" dirty="0">
                        <a:solidFill>
                          <a:schemeClr val="lt1"/>
                        </a:solidFill>
                        <a:latin typeface="Microsoft JhengHei" panose="020B0604030504040204" pitchFamily="34" charset="-120"/>
                        <a:ea typeface="Microsoft JhengHei" panose="020B0604030504040204" pitchFamily="34" charset="-120"/>
                        <a:cs typeface="Microsoft JhengHei"/>
                        <a:sym typeface="Microsoft JhengHei"/>
                      </a:endParaRPr>
                    </a:p>
                  </a:txBody>
                  <a:tcPr marL="102863" marR="102863" marT="0" marB="0" anchor="ctr">
                    <a:lnL w="12700" cap="flat" cmpd="sng" algn="ctr">
                      <a:solidFill>
                        <a:srgbClr val="FFFFFF"/>
                      </a:solidFill>
                      <a:prstDash val="solid"/>
                      <a:round/>
                      <a:headEnd type="none" w="sm" len="sm"/>
                      <a:tailEnd type="none" w="sm" len="sm"/>
                    </a:lnL>
                    <a:lnR w="12700" cap="flat" cmpd="sng" algn="ctr">
                      <a:solidFill>
                        <a:srgbClr val="FFFFFF"/>
                      </a:solidFill>
                      <a:prstDash val="solid"/>
                      <a:round/>
                      <a:headEnd type="none" w="sm" len="sm"/>
                      <a:tailEnd type="none" w="sm" len="sm"/>
                    </a:lnR>
                    <a:lnT w="12700" cap="flat" cmpd="sng" algn="ctr">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D7D31"/>
                    </a:solidFill>
                  </a:tcPr>
                </a:tc>
                <a:tc>
                  <a:txBody>
                    <a:bodyPr/>
                    <a:lstStyle/>
                    <a:p>
                      <a:pPr>
                        <a:lnSpc>
                          <a:spcPct val="166000"/>
                        </a:lnSpc>
                        <a:tabLst>
                          <a:tab pos="0" algn="l"/>
                        </a:tabLst>
                      </a:pPr>
                      <a:endParaRPr lang="en-US" sz="1800" b="1" strike="noStrike" spc="-1" dirty="0">
                        <a:solidFill>
                          <a:srgbClr val="000000"/>
                        </a:solidFill>
                        <a:latin typeface="Microsoft JhengHei" panose="020B0604030504040204" pitchFamily="34" charset="-120"/>
                        <a:ea typeface="Microsoft JhengHei" panose="020B0604030504040204" pitchFamily="34" charset="-120"/>
                      </a:endParaRPr>
                    </a:p>
                  </a:txBody>
                  <a:tcPr marL="68400" marR="6840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lgn="ctr">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F8D6CC"/>
                    </a:solidFill>
                  </a:tcPr>
                </a:tc>
                <a:tc>
                  <a:txBody>
                    <a:bodyPr/>
                    <a:lstStyle/>
                    <a:p>
                      <a:pPr algn="ctr">
                        <a:lnSpc>
                          <a:spcPct val="166000"/>
                        </a:lnSpc>
                        <a:tabLst>
                          <a:tab pos="0" algn="l"/>
                        </a:tabLst>
                      </a:pPr>
                      <a:endParaRPr lang="en-US" sz="1800" b="1" strike="noStrike" spc="-1" dirty="0">
                        <a:solidFill>
                          <a:srgbClr val="000000"/>
                        </a:solidFill>
                        <a:latin typeface="Microsoft JhengHei" panose="020B0604030504040204" pitchFamily="34" charset="-120"/>
                        <a:ea typeface="Microsoft JhengHei" panose="020B0604030504040204" pitchFamily="34" charset="-120"/>
                      </a:endParaRPr>
                    </a:p>
                  </a:txBody>
                  <a:tcPr marL="68400" marR="6840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lgn="ctr">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F8D6CC"/>
                    </a:solidFill>
                  </a:tcPr>
                </a:tc>
                <a:tc>
                  <a:txBody>
                    <a:bodyPr/>
                    <a:lstStyle/>
                    <a:p>
                      <a:pPr algn="ctr">
                        <a:lnSpc>
                          <a:spcPct val="166000"/>
                        </a:lnSpc>
                        <a:tabLst>
                          <a:tab pos="0" algn="l"/>
                        </a:tabLst>
                      </a:pPr>
                      <a:endParaRPr lang="en-US" sz="1800" b="1" strike="noStrike" spc="-1" dirty="0">
                        <a:solidFill>
                          <a:srgbClr val="000000"/>
                        </a:solidFill>
                        <a:latin typeface="Microsoft JhengHei" panose="020B0604030504040204" pitchFamily="34" charset="-120"/>
                        <a:ea typeface="Microsoft JhengHei" panose="020B0604030504040204" pitchFamily="34" charset="-120"/>
                      </a:endParaRPr>
                    </a:p>
                  </a:txBody>
                  <a:tcPr marL="68400" marR="68400"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lgn="ctr">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F8D6CC"/>
                    </a:solidFill>
                  </a:tcPr>
                </a:tc>
                <a:extLst>
                  <a:ext uri="{0D108BD9-81ED-4DB2-BD59-A6C34878D82A}">
                    <a16:rowId xmlns:a16="http://schemas.microsoft.com/office/drawing/2014/main" val="10003"/>
                  </a:ext>
                </a:extLst>
              </a:tr>
              <a:tr h="526822">
                <a:tc vMerge="1">
                  <a:txBody>
                    <a:bodyPr/>
                    <a:lstStyle/>
                    <a:p>
                      <a:pPr marL="0" marR="0" lvl="0" indent="0" algn="l" rtl="0">
                        <a:lnSpc>
                          <a:spcPct val="166666"/>
                        </a:lnSpc>
                        <a:spcBef>
                          <a:spcPts val="0"/>
                        </a:spcBef>
                        <a:spcAft>
                          <a:spcPts val="0"/>
                        </a:spcAft>
                        <a:buNone/>
                      </a:pPr>
                      <a:endParaRPr sz="1800" u="none" strike="noStrike" cap="none">
                        <a:solidFill>
                          <a:schemeClr val="lt1"/>
                        </a:solidFill>
                        <a:latin typeface="Microsoft JhengHei"/>
                        <a:ea typeface="Microsoft JhengHei"/>
                        <a:cs typeface="Microsoft JhengHei"/>
                        <a:sym typeface="Microsoft JhengHei"/>
                      </a:endParaRPr>
                    </a:p>
                  </a:txBody>
                  <a:tcPr marL="102863" marR="102863"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lgn="ctr">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D7D31"/>
                    </a:solidFill>
                  </a:tcPr>
                </a:tc>
                <a:tc>
                  <a:txBody>
                    <a:bodyPr/>
                    <a:lstStyle/>
                    <a:p>
                      <a:pPr marL="0" marR="0" lvl="0" indent="0" algn="ctr" rtl="0">
                        <a:lnSpc>
                          <a:spcPct val="166666"/>
                        </a:lnSpc>
                        <a:spcBef>
                          <a:spcPts val="0"/>
                        </a:spcBef>
                        <a:spcAft>
                          <a:spcPts val="0"/>
                        </a:spcAft>
                        <a:buNone/>
                      </a:pPr>
                      <a:endParaRPr sz="1800" u="none" strike="noStrike" cap="none">
                        <a:solidFill>
                          <a:schemeClr val="lt1"/>
                        </a:solidFill>
                        <a:latin typeface="Microsoft JhengHei" panose="020B0604030504040204" pitchFamily="34" charset="-120"/>
                        <a:ea typeface="Microsoft JhengHei" panose="020B0604030504040204" pitchFamily="34" charset="-120"/>
                        <a:cs typeface="Microsoft JhengHei"/>
                        <a:sym typeface="Microsoft JhengHei"/>
                      </a:endParaRPr>
                    </a:p>
                  </a:txBody>
                  <a:tcPr marL="102863" marR="102863" marT="0" marB="0" anchor="ctr">
                    <a:lnL w="12700" cap="flat" cmpd="sng" algn="ctr">
                      <a:solidFill>
                        <a:srgbClr val="FFFFFF"/>
                      </a:solidFill>
                      <a:prstDash val="solid"/>
                      <a:round/>
                      <a:headEnd type="none" w="sm" len="sm"/>
                      <a:tailEnd type="none" w="sm" len="sm"/>
                    </a:lnL>
                    <a:lnR w="12700" cap="flat" cmpd="sng" algn="ctr">
                      <a:solidFill>
                        <a:srgbClr val="FFFFFF"/>
                      </a:solidFill>
                      <a:prstDash val="solid"/>
                      <a:round/>
                      <a:headEnd type="none" w="sm" len="sm"/>
                      <a:tailEnd type="none" w="sm" len="sm"/>
                    </a:lnR>
                    <a:lnT w="127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ED7D31"/>
                    </a:solidFill>
                  </a:tcPr>
                </a:tc>
                <a:tc>
                  <a:txBody>
                    <a:bodyPr/>
                    <a:lstStyle/>
                    <a:p>
                      <a:endParaRPr lang="en-US" sz="1800" b="1" strike="noStrike" spc="-1" dirty="0">
                        <a:solidFill>
                          <a:schemeClr val="dk1"/>
                        </a:solidFill>
                        <a:latin typeface="Microsoft JhengHei" panose="020B0604030504040204" pitchFamily="34" charset="-120"/>
                        <a:ea typeface="Microsoft JhengHei" panose="020B0604030504040204" pitchFamily="34" charset="-120"/>
                      </a:endParaRPr>
                    </a:p>
                  </a:txBody>
                  <a:tcPr marL="68400" marR="68400"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FCECE7"/>
                    </a:solidFill>
                  </a:tcPr>
                </a:tc>
                <a:tc>
                  <a:txBody>
                    <a:bodyPr/>
                    <a:lstStyle/>
                    <a:p>
                      <a:pPr marL="0" marR="0" lvl="0" indent="0" algn="ctr" defTabSz="914400" rtl="0" eaLnBrk="1" fontAlgn="auto" latinLnBrk="0" hangingPunct="1">
                        <a:lnSpc>
                          <a:spcPct val="166666"/>
                        </a:lnSpc>
                        <a:spcBef>
                          <a:spcPts val="0"/>
                        </a:spcBef>
                        <a:spcAft>
                          <a:spcPts val="0"/>
                        </a:spcAft>
                        <a:buClr>
                          <a:srgbClr val="000000"/>
                        </a:buClr>
                        <a:buSzTx/>
                        <a:buFont typeface="Arial"/>
                        <a:buNone/>
                        <a:tabLst/>
                        <a:defRPr/>
                      </a:pPr>
                      <a:endParaRPr lang="zh-TW" altLang="en-US" sz="1800" b="1" i="0" u="none" strike="noStrike" cap="none" dirty="0">
                        <a:solidFill>
                          <a:schemeClr val="dk1"/>
                        </a:solidFill>
                        <a:latin typeface="Microsoft JhengHei" panose="020B0604030504040204" pitchFamily="34" charset="-120"/>
                        <a:ea typeface="Microsoft JhengHei" panose="020B0604030504040204" pitchFamily="34" charset="-120"/>
                        <a:cs typeface="Arial"/>
                        <a:sym typeface="Microsoft JhengHei"/>
                      </a:endParaRPr>
                    </a:p>
                  </a:txBody>
                  <a:tcPr marL="68400" marR="6840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FCECE7"/>
                    </a:solidFill>
                  </a:tcPr>
                </a:tc>
                <a:tc>
                  <a:txBody>
                    <a:bodyPr/>
                    <a:lstStyle/>
                    <a:p>
                      <a:pPr algn="ctr"/>
                      <a:endParaRPr lang="en-US" sz="1800" b="1" strike="noStrike" spc="-1" dirty="0">
                        <a:solidFill>
                          <a:schemeClr val="dk1"/>
                        </a:solidFill>
                        <a:latin typeface="Microsoft JhengHei" panose="020B0604030504040204" pitchFamily="34" charset="-120"/>
                        <a:ea typeface="Microsoft JhengHei" panose="020B0604030504040204" pitchFamily="34" charset="-120"/>
                      </a:endParaRPr>
                    </a:p>
                  </a:txBody>
                  <a:tcPr marL="68400" marR="68400"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FCECE7"/>
                    </a:solidFill>
                  </a:tcPr>
                </a:tc>
                <a:extLst>
                  <a:ext uri="{0D108BD9-81ED-4DB2-BD59-A6C34878D82A}">
                    <a16:rowId xmlns:a16="http://schemas.microsoft.com/office/drawing/2014/main" val="10004"/>
                  </a:ext>
                </a:extLst>
              </a:tr>
              <a:tr h="428821">
                <a:tc vMerge="1">
                  <a:txBody>
                    <a:bodyPr/>
                    <a:lstStyle/>
                    <a:p>
                      <a:pPr marL="0" marR="0" lvl="0" indent="0" algn="l" rtl="0">
                        <a:lnSpc>
                          <a:spcPct val="166666"/>
                        </a:lnSpc>
                        <a:spcBef>
                          <a:spcPts val="0"/>
                        </a:spcBef>
                        <a:spcAft>
                          <a:spcPts val="0"/>
                        </a:spcAft>
                        <a:buNone/>
                      </a:pPr>
                      <a:endParaRPr sz="1800" b="1" u="none" strike="noStrike" cap="none">
                        <a:solidFill>
                          <a:schemeClr val="lt1"/>
                        </a:solidFill>
                        <a:latin typeface="Microsoft JhengHei" panose="020B0604030504040204" pitchFamily="34" charset="-120"/>
                        <a:ea typeface="Microsoft JhengHei" panose="020B0604030504040204" pitchFamily="34" charset="-120"/>
                        <a:cs typeface="Microsoft JhengHei"/>
                        <a:sym typeface="Microsoft JhengHei"/>
                      </a:endParaRPr>
                    </a:p>
                  </a:txBody>
                  <a:tcPr marL="102863" marR="102863" marT="0" marB="0" anchor="ctr">
                    <a:lnL w="12700" cap="flat" cmpd="sng">
                      <a:solidFill>
                        <a:srgbClr val="FFFFFF"/>
                      </a:solidFill>
                      <a:prstDash val="solid"/>
                      <a:round/>
                      <a:headEnd type="none" w="sm" len="sm"/>
                      <a:tailEnd type="none" w="sm" len="sm"/>
                    </a:lnL>
                    <a:lnR w="12700" cap="flat" cmpd="sng" algn="ctr">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ED7D31"/>
                    </a:solidFill>
                  </a:tcPr>
                </a:tc>
                <a:tc>
                  <a:txBody>
                    <a:bodyPr/>
                    <a:lstStyle/>
                    <a:p>
                      <a:pPr marL="0" marR="0" lvl="0" indent="0" algn="ctr" defTabSz="914400" rtl="0" eaLnBrk="1" fontAlgn="auto" latinLnBrk="0" hangingPunct="1">
                        <a:lnSpc>
                          <a:spcPct val="166666"/>
                        </a:lnSpc>
                        <a:spcBef>
                          <a:spcPts val="0"/>
                        </a:spcBef>
                        <a:spcAft>
                          <a:spcPts val="0"/>
                        </a:spcAft>
                        <a:buClr>
                          <a:srgbClr val="000000"/>
                        </a:buClr>
                        <a:buSzTx/>
                        <a:buFont typeface="Arial"/>
                        <a:buNone/>
                        <a:tabLst/>
                        <a:defRPr/>
                      </a:pPr>
                      <a:endParaRPr lang="en-US" altLang="zh-TW" sz="1800" b="1" u="none" strike="noStrike" cap="none" dirty="0">
                        <a:solidFill>
                          <a:schemeClr val="lt1"/>
                        </a:solidFill>
                        <a:latin typeface="Microsoft JhengHei" panose="020B0604030504040204" pitchFamily="34" charset="-120"/>
                        <a:ea typeface="Microsoft JhengHei" panose="020B0604030504040204" pitchFamily="34" charset="-120"/>
                        <a:cs typeface="Microsoft JhengHei"/>
                        <a:sym typeface="Microsoft JhengHei"/>
                      </a:endParaRPr>
                    </a:p>
                  </a:txBody>
                  <a:tcPr marL="102863" marR="102863" marT="0" marB="0" anchor="ctr">
                    <a:lnL w="12700" cap="flat" cmpd="sng" algn="ctr">
                      <a:solidFill>
                        <a:srgbClr val="FFFFFF"/>
                      </a:solidFill>
                      <a:prstDash val="solid"/>
                      <a:round/>
                      <a:headEnd type="none" w="sm" len="sm"/>
                      <a:tailEnd type="none" w="sm" len="sm"/>
                    </a:lnL>
                    <a:lnR w="12700" cap="flat" cmpd="sng" algn="ctr">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ED7D31"/>
                    </a:solidFill>
                  </a:tcPr>
                </a:tc>
                <a:tc>
                  <a:txBody>
                    <a:bodyPr/>
                    <a:lstStyle/>
                    <a:p>
                      <a:pPr marL="0" marR="0" lvl="0" indent="0" algn="l" rtl="0">
                        <a:lnSpc>
                          <a:spcPct val="166666"/>
                        </a:lnSpc>
                        <a:spcBef>
                          <a:spcPts val="0"/>
                        </a:spcBef>
                        <a:spcAft>
                          <a:spcPts val="0"/>
                        </a:spcAft>
                        <a:buNone/>
                      </a:pPr>
                      <a:endParaRPr sz="1800" b="1" u="none" strike="noStrike" cap="none" dirty="0">
                        <a:solidFill>
                          <a:schemeClr val="dk1"/>
                        </a:solidFill>
                        <a:latin typeface="Microsoft JhengHei" panose="020B0604030504040204" pitchFamily="34" charset="-120"/>
                        <a:ea typeface="Microsoft JhengHei" panose="020B0604030504040204" pitchFamily="34" charset="-120"/>
                        <a:cs typeface="Arial"/>
                        <a:sym typeface="Microsoft JhengHei"/>
                      </a:endParaRPr>
                    </a:p>
                  </a:txBody>
                  <a:tcPr marL="102863" marR="102863" marT="0" marB="0">
                    <a:lnL w="12700" cap="flat" cmpd="sng" algn="ctr">
                      <a:solidFill>
                        <a:srgbClr val="FFFFFF"/>
                      </a:solidFill>
                      <a:prstDash val="solid"/>
                      <a:round/>
                      <a:headEnd type="none" w="sm" len="sm"/>
                      <a:tailEnd type="none" w="sm" len="sm"/>
                    </a:lnL>
                    <a:lnR w="12700" cap="flat" cmpd="sng" algn="ctr">
                      <a:solidFill>
                        <a:srgbClr val="FFFFFF"/>
                      </a:solidFill>
                      <a:prstDash val="solid"/>
                      <a:round/>
                      <a:headEnd type="none" w="sm" len="sm"/>
                      <a:tailEnd type="none" w="sm" len="sm"/>
                    </a:lnR>
                    <a:lnT w="127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F8D7CC"/>
                    </a:solidFill>
                  </a:tcPr>
                </a:tc>
                <a:tc>
                  <a:txBody>
                    <a:bodyPr/>
                    <a:lstStyle/>
                    <a:p>
                      <a:pPr marL="0" marR="0" lvl="0" indent="0" algn="ctr" defTabSz="914400" rtl="0" eaLnBrk="1" fontAlgn="auto" latinLnBrk="0" hangingPunct="1">
                        <a:lnSpc>
                          <a:spcPct val="166666"/>
                        </a:lnSpc>
                        <a:spcBef>
                          <a:spcPts val="0"/>
                        </a:spcBef>
                        <a:spcAft>
                          <a:spcPts val="0"/>
                        </a:spcAft>
                        <a:buClr>
                          <a:srgbClr val="000000"/>
                        </a:buClr>
                        <a:buSzTx/>
                        <a:buFont typeface="Arial"/>
                        <a:buNone/>
                        <a:tabLst/>
                        <a:defRPr/>
                      </a:pPr>
                      <a:endParaRPr lang="zh-TW" altLang="en-US" sz="1800" b="1" i="0" u="none" strike="noStrike" cap="none" dirty="0">
                        <a:solidFill>
                          <a:schemeClr val="dk1"/>
                        </a:solidFill>
                        <a:latin typeface="Microsoft JhengHei" panose="020B0604030504040204" pitchFamily="34" charset="-120"/>
                        <a:ea typeface="Microsoft JhengHei" panose="020B0604030504040204" pitchFamily="34" charset="-120"/>
                        <a:cs typeface="Arial"/>
                        <a:sym typeface="Microsoft JhengHei"/>
                      </a:endParaRPr>
                    </a:p>
                  </a:txBody>
                  <a:tcPr marL="0" marR="0" marT="0" marB="0">
                    <a:lnL w="12700" cap="flat" cmpd="sng" algn="ctr">
                      <a:solidFill>
                        <a:srgbClr val="FFFFFF"/>
                      </a:solidFill>
                      <a:prstDash val="solid"/>
                      <a:round/>
                      <a:headEnd type="none" w="sm" len="sm"/>
                      <a:tailEnd type="none" w="sm" len="sm"/>
                    </a:lnL>
                    <a:lnR w="12700" cap="flat" cmpd="sng" algn="ctr">
                      <a:solidFill>
                        <a:srgbClr val="FFFFFF"/>
                      </a:solidFill>
                      <a:prstDash val="solid"/>
                      <a:round/>
                      <a:headEnd type="none" w="sm" len="sm"/>
                      <a:tailEnd type="none" w="sm" len="sm"/>
                    </a:lnR>
                    <a:lnT w="127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F8D7CC"/>
                    </a:solidFill>
                  </a:tcPr>
                </a:tc>
                <a:tc>
                  <a:txBody>
                    <a:bodyPr/>
                    <a:lstStyle/>
                    <a:p>
                      <a:pPr marL="0" marR="0" lvl="0" indent="0" algn="ctr" rtl="0">
                        <a:spcBef>
                          <a:spcPts val="0"/>
                        </a:spcBef>
                        <a:spcAft>
                          <a:spcPts val="0"/>
                        </a:spcAft>
                        <a:buNone/>
                      </a:pPr>
                      <a:endParaRPr sz="1800" b="1" i="0" u="none" strike="noStrike" cap="none" dirty="0">
                        <a:solidFill>
                          <a:srgbClr val="000000"/>
                        </a:solidFill>
                        <a:latin typeface="Microsoft JhengHei" panose="020B0604030504040204" pitchFamily="34" charset="-120"/>
                        <a:ea typeface="Microsoft JhengHei" panose="020B0604030504040204" pitchFamily="34" charset="-120"/>
                        <a:cs typeface="Arial"/>
                        <a:sym typeface="Microsoft JhengHei"/>
                      </a:endParaRPr>
                    </a:p>
                  </a:txBody>
                  <a:tcPr marL="0" marR="0" marT="0" marB="0" anchor="ctr">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F8D7CC"/>
                    </a:solidFill>
                  </a:tcPr>
                </a:tc>
                <a:extLst>
                  <a:ext uri="{0D108BD9-81ED-4DB2-BD59-A6C34878D82A}">
                    <a16:rowId xmlns:a16="http://schemas.microsoft.com/office/drawing/2014/main" val="1342071289"/>
                  </a:ext>
                </a:extLst>
              </a:tr>
            </a:tbl>
          </a:graphicData>
        </a:graphic>
      </p:graphicFrame>
      <p:graphicFrame>
        <p:nvGraphicFramePr>
          <p:cNvPr id="192" name="Google Shape;192;p2"/>
          <p:cNvGraphicFramePr/>
          <p:nvPr>
            <p:extLst>
              <p:ext uri="{D42A27DB-BD31-4B8C-83A1-F6EECF244321}">
                <p14:modId xmlns:p14="http://schemas.microsoft.com/office/powerpoint/2010/main" val="2853513147"/>
              </p:ext>
            </p:extLst>
          </p:nvPr>
        </p:nvGraphicFramePr>
        <p:xfrm>
          <a:off x="366269" y="6255393"/>
          <a:ext cx="17518780" cy="504000"/>
        </p:xfrm>
        <a:graphic>
          <a:graphicData uri="http://schemas.openxmlformats.org/drawingml/2006/table">
            <a:tbl>
              <a:tblPr>
                <a:noFill/>
              </a:tblPr>
              <a:tblGrid>
                <a:gridCol w="2061420">
                  <a:extLst>
                    <a:ext uri="{9D8B030D-6E8A-4147-A177-3AD203B41FA5}">
                      <a16:colId xmlns:a16="http://schemas.microsoft.com/office/drawing/2014/main" val="2993713426"/>
                    </a:ext>
                  </a:extLst>
                </a:gridCol>
                <a:gridCol w="2066819">
                  <a:extLst>
                    <a:ext uri="{9D8B030D-6E8A-4147-A177-3AD203B41FA5}">
                      <a16:colId xmlns:a16="http://schemas.microsoft.com/office/drawing/2014/main" val="20000"/>
                    </a:ext>
                  </a:extLst>
                </a:gridCol>
                <a:gridCol w="1797521">
                  <a:extLst>
                    <a:ext uri="{9D8B030D-6E8A-4147-A177-3AD203B41FA5}">
                      <a16:colId xmlns:a16="http://schemas.microsoft.com/office/drawing/2014/main" val="20001"/>
                    </a:ext>
                  </a:extLst>
                </a:gridCol>
                <a:gridCol w="1932170">
                  <a:extLst>
                    <a:ext uri="{9D8B030D-6E8A-4147-A177-3AD203B41FA5}">
                      <a16:colId xmlns:a16="http://schemas.microsoft.com/office/drawing/2014/main" val="20002"/>
                    </a:ext>
                  </a:extLst>
                </a:gridCol>
                <a:gridCol w="1932170">
                  <a:extLst>
                    <a:ext uri="{9D8B030D-6E8A-4147-A177-3AD203B41FA5}">
                      <a16:colId xmlns:a16="http://schemas.microsoft.com/office/drawing/2014/main" val="20003"/>
                    </a:ext>
                  </a:extLst>
                </a:gridCol>
                <a:gridCol w="1932170">
                  <a:extLst>
                    <a:ext uri="{9D8B030D-6E8A-4147-A177-3AD203B41FA5}">
                      <a16:colId xmlns:a16="http://schemas.microsoft.com/office/drawing/2014/main" val="20004"/>
                    </a:ext>
                  </a:extLst>
                </a:gridCol>
                <a:gridCol w="1932170">
                  <a:extLst>
                    <a:ext uri="{9D8B030D-6E8A-4147-A177-3AD203B41FA5}">
                      <a16:colId xmlns:a16="http://schemas.microsoft.com/office/drawing/2014/main" val="20005"/>
                    </a:ext>
                  </a:extLst>
                </a:gridCol>
                <a:gridCol w="1932170">
                  <a:extLst>
                    <a:ext uri="{9D8B030D-6E8A-4147-A177-3AD203B41FA5}">
                      <a16:colId xmlns:a16="http://schemas.microsoft.com/office/drawing/2014/main" val="20006"/>
                    </a:ext>
                  </a:extLst>
                </a:gridCol>
                <a:gridCol w="1932170">
                  <a:extLst>
                    <a:ext uri="{9D8B030D-6E8A-4147-A177-3AD203B41FA5}">
                      <a16:colId xmlns:a16="http://schemas.microsoft.com/office/drawing/2014/main" val="20007"/>
                    </a:ext>
                  </a:extLst>
                </a:gridCol>
              </a:tblGrid>
              <a:tr h="504000">
                <a:tc>
                  <a:txBody>
                    <a:bodyPr/>
                    <a:lstStyle/>
                    <a:p>
                      <a:pPr marL="0" marR="0" lvl="0" indent="0" algn="l" rtl="0">
                        <a:lnSpc>
                          <a:spcPct val="150000"/>
                        </a:lnSpc>
                        <a:spcBef>
                          <a:spcPts val="0"/>
                        </a:spcBef>
                        <a:spcAft>
                          <a:spcPts val="0"/>
                        </a:spcAft>
                        <a:buNone/>
                      </a:pPr>
                      <a:r>
                        <a:rPr lang="x-none" sz="1800" b="1" u="none" strike="noStrike" cap="none">
                          <a:solidFill>
                            <a:schemeClr val="lt1"/>
                          </a:solidFill>
                          <a:latin typeface="Microsoft JhengHei"/>
                          <a:ea typeface="Microsoft JhengHei"/>
                          <a:cs typeface="Microsoft JhengHei"/>
                          <a:sym typeface="Microsoft JhengHei"/>
                        </a:rPr>
                        <a:t>機密等級</a:t>
                      </a:r>
                      <a:endParaRPr sz="1800" b="1" u="none" strike="noStrike" cap="none">
                        <a:solidFill>
                          <a:schemeClr val="lt1"/>
                        </a:solidFill>
                        <a:latin typeface="Microsoft JhengHei"/>
                        <a:ea typeface="Microsoft JhengHei"/>
                        <a:cs typeface="Microsoft JhengHei"/>
                        <a:sym typeface="Microsoft JhengHei"/>
                      </a:endParaRPr>
                    </a:p>
                  </a:txBody>
                  <a:tcPr marL="102863" marR="102863" marT="0" marB="0"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ED7D31"/>
                    </a:solidFill>
                  </a:tcPr>
                </a:tc>
                <a:tc>
                  <a:txBody>
                    <a:bodyPr/>
                    <a:lstStyle/>
                    <a:p>
                      <a:pPr marL="0" marR="0" lvl="0" indent="0" algn="ctr" rtl="0">
                        <a:lnSpc>
                          <a:spcPct val="150000"/>
                        </a:lnSpc>
                        <a:spcBef>
                          <a:spcPts val="0"/>
                        </a:spcBef>
                        <a:spcAft>
                          <a:spcPts val="0"/>
                        </a:spcAft>
                        <a:buNone/>
                      </a:pPr>
                      <a:r>
                        <a:rPr lang="en-US" sz="1800" b="1" u="none" strike="noStrike" cap="none">
                          <a:solidFill>
                            <a:schemeClr val="lt1"/>
                          </a:solidFill>
                          <a:latin typeface="Microsoft JhengHei"/>
                          <a:ea typeface="Microsoft JhengHei"/>
                          <a:cs typeface="Microsoft JhengHei"/>
                          <a:sym typeface="Microsoft JhengHei"/>
                        </a:rPr>
                        <a:t>極機密</a:t>
                      </a:r>
                      <a:endParaRPr sz="1800" b="1" u="none" strike="noStrike" cap="none">
                        <a:solidFill>
                          <a:schemeClr val="lt1"/>
                        </a:solidFill>
                        <a:latin typeface="Microsoft JhengHei"/>
                        <a:ea typeface="Microsoft JhengHei"/>
                        <a:cs typeface="Microsoft JhengHei"/>
                        <a:sym typeface="Microsoft JhengHei"/>
                      </a:endParaRPr>
                    </a:p>
                  </a:txBody>
                  <a:tcPr marL="102863" marR="102863" marT="0" marB="0" anchor="ctr">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ED7D31"/>
                    </a:solidFill>
                  </a:tcPr>
                </a:tc>
                <a:tc>
                  <a:txBody>
                    <a:bodyPr/>
                    <a:lstStyle/>
                    <a:p>
                      <a:pPr marL="0" marR="0" lvl="0" indent="0" algn="ctr" rtl="0">
                        <a:lnSpc>
                          <a:spcPct val="150000"/>
                        </a:lnSpc>
                        <a:spcBef>
                          <a:spcPts val="0"/>
                        </a:spcBef>
                        <a:spcAft>
                          <a:spcPts val="0"/>
                        </a:spcAft>
                        <a:buNone/>
                      </a:pPr>
                      <a:r>
                        <a:rPr lang="en-US" sz="1800" b="1" u="none" strike="noStrike" cap="none">
                          <a:solidFill>
                            <a:schemeClr val="dk1"/>
                          </a:solidFill>
                          <a:latin typeface="Microsoft JhengHei"/>
                          <a:ea typeface="Microsoft JhengHei"/>
                          <a:cs typeface="Microsoft JhengHei"/>
                          <a:sym typeface="Microsoft JhengHei"/>
                        </a:rPr>
                        <a:t> </a:t>
                      </a:r>
                      <a:endParaRPr sz="1800" b="1" u="none" strike="noStrike" cap="none">
                        <a:solidFill>
                          <a:schemeClr val="dk1"/>
                        </a:solidFill>
                        <a:latin typeface="Microsoft JhengHei"/>
                        <a:ea typeface="Microsoft JhengHei"/>
                        <a:cs typeface="Microsoft JhengHei"/>
                        <a:sym typeface="Microsoft JhengHei"/>
                      </a:endParaRPr>
                    </a:p>
                  </a:txBody>
                  <a:tcPr marL="102863" marR="102863" marT="0" marB="0"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FCECE8"/>
                    </a:solidFill>
                  </a:tcPr>
                </a:tc>
                <a:tc>
                  <a:txBody>
                    <a:bodyPr/>
                    <a:lstStyle/>
                    <a:p>
                      <a:pPr marL="0" marR="0" lvl="0" indent="0" algn="ctr" rtl="0">
                        <a:lnSpc>
                          <a:spcPct val="150000"/>
                        </a:lnSpc>
                        <a:spcBef>
                          <a:spcPts val="0"/>
                        </a:spcBef>
                        <a:spcAft>
                          <a:spcPts val="0"/>
                        </a:spcAft>
                        <a:buNone/>
                      </a:pPr>
                      <a:r>
                        <a:rPr lang="en-US" sz="1800" b="1" u="none" strike="noStrike" cap="none">
                          <a:solidFill>
                            <a:schemeClr val="lt1"/>
                          </a:solidFill>
                          <a:latin typeface="Microsoft JhengHei"/>
                          <a:ea typeface="Microsoft JhengHei"/>
                          <a:cs typeface="Microsoft JhengHei"/>
                          <a:sym typeface="Microsoft JhengHei"/>
                        </a:rPr>
                        <a:t>機密</a:t>
                      </a:r>
                      <a:endParaRPr sz="1800" b="1" u="none" strike="noStrike" cap="none">
                        <a:solidFill>
                          <a:schemeClr val="lt1"/>
                        </a:solidFill>
                        <a:latin typeface="Microsoft JhengHei"/>
                        <a:ea typeface="Microsoft JhengHei"/>
                        <a:cs typeface="Microsoft JhengHei"/>
                        <a:sym typeface="Microsoft JhengHei"/>
                      </a:endParaRPr>
                    </a:p>
                  </a:txBody>
                  <a:tcPr marL="102863" marR="102863" marT="0" marB="0"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ED7D31"/>
                    </a:solidFill>
                  </a:tcPr>
                </a:tc>
                <a:tc>
                  <a:txBody>
                    <a:bodyPr/>
                    <a:lstStyle/>
                    <a:p>
                      <a:pPr marL="0" marR="0" lvl="0" indent="0" algn="ctr" rtl="0">
                        <a:lnSpc>
                          <a:spcPct val="150000"/>
                        </a:lnSpc>
                        <a:spcBef>
                          <a:spcPts val="0"/>
                        </a:spcBef>
                        <a:spcAft>
                          <a:spcPts val="0"/>
                        </a:spcAft>
                        <a:buNone/>
                      </a:pPr>
                      <a:r>
                        <a:rPr lang="en-US" sz="1800" b="1" u="none" strike="noStrike" cap="none">
                          <a:solidFill>
                            <a:schemeClr val="dk1"/>
                          </a:solidFill>
                          <a:latin typeface="Microsoft JhengHei"/>
                          <a:ea typeface="Microsoft JhengHei"/>
                          <a:cs typeface="Microsoft JhengHei"/>
                          <a:sym typeface="Microsoft JhengHei"/>
                        </a:rPr>
                        <a:t> </a:t>
                      </a:r>
                      <a:endParaRPr sz="1800" b="1" u="none" strike="noStrike" cap="none">
                        <a:solidFill>
                          <a:schemeClr val="dk1"/>
                        </a:solidFill>
                        <a:latin typeface="Microsoft JhengHei"/>
                        <a:ea typeface="Microsoft JhengHei"/>
                        <a:cs typeface="Microsoft JhengHei"/>
                        <a:sym typeface="Microsoft JhengHei"/>
                      </a:endParaRPr>
                    </a:p>
                  </a:txBody>
                  <a:tcPr marL="102863" marR="102863" marT="0" marB="0"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FCECE8"/>
                    </a:solidFill>
                  </a:tcPr>
                </a:tc>
                <a:tc>
                  <a:txBody>
                    <a:bodyPr/>
                    <a:lstStyle/>
                    <a:p>
                      <a:pPr marL="0" marR="0" lvl="0" indent="0" algn="ctr" rtl="0">
                        <a:lnSpc>
                          <a:spcPct val="150000"/>
                        </a:lnSpc>
                        <a:spcBef>
                          <a:spcPts val="0"/>
                        </a:spcBef>
                        <a:spcAft>
                          <a:spcPts val="0"/>
                        </a:spcAft>
                        <a:buNone/>
                      </a:pPr>
                      <a:r>
                        <a:rPr lang="en-US" sz="1800" b="1" u="none" strike="noStrike" cap="none">
                          <a:solidFill>
                            <a:schemeClr val="lt1"/>
                          </a:solidFill>
                          <a:latin typeface="Microsoft JhengHei"/>
                          <a:ea typeface="Microsoft JhengHei"/>
                          <a:cs typeface="Microsoft JhengHei"/>
                          <a:sym typeface="Microsoft JhengHei"/>
                        </a:rPr>
                        <a:t>內部使用</a:t>
                      </a:r>
                      <a:endParaRPr sz="1800" b="1" u="none" strike="noStrike" cap="none">
                        <a:solidFill>
                          <a:schemeClr val="lt1"/>
                        </a:solidFill>
                        <a:latin typeface="Microsoft JhengHei"/>
                        <a:ea typeface="Microsoft JhengHei"/>
                        <a:cs typeface="Microsoft JhengHei"/>
                        <a:sym typeface="Microsoft JhengHei"/>
                      </a:endParaRPr>
                    </a:p>
                  </a:txBody>
                  <a:tcPr marL="102863" marR="102863" marT="0" marB="0"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ED7D31"/>
                    </a:solidFill>
                  </a:tcPr>
                </a:tc>
                <a:tc>
                  <a:txBody>
                    <a:bodyPr/>
                    <a:lstStyle/>
                    <a:p>
                      <a:pPr marL="0" marR="0" lvl="0" indent="0" algn="ctr" rtl="0">
                        <a:lnSpc>
                          <a:spcPct val="150000"/>
                        </a:lnSpc>
                        <a:spcBef>
                          <a:spcPts val="0"/>
                        </a:spcBef>
                        <a:spcAft>
                          <a:spcPts val="0"/>
                        </a:spcAft>
                        <a:buNone/>
                      </a:pPr>
                      <a:r>
                        <a:rPr lang="en-US" sz="1800" b="1" u="none" strike="noStrike" cap="none">
                          <a:solidFill>
                            <a:schemeClr val="dk1"/>
                          </a:solidFill>
                          <a:latin typeface="Microsoft JhengHei"/>
                          <a:ea typeface="Microsoft JhengHei"/>
                          <a:cs typeface="Microsoft JhengHei"/>
                          <a:sym typeface="Microsoft JhengHei"/>
                        </a:rPr>
                        <a:t>V </a:t>
                      </a:r>
                      <a:endParaRPr sz="1800" b="1" u="none" strike="noStrike" cap="none">
                        <a:solidFill>
                          <a:schemeClr val="dk1"/>
                        </a:solidFill>
                        <a:latin typeface="Microsoft JhengHei"/>
                        <a:ea typeface="Microsoft JhengHei"/>
                        <a:cs typeface="Microsoft JhengHei"/>
                        <a:sym typeface="Microsoft JhengHei"/>
                      </a:endParaRPr>
                    </a:p>
                  </a:txBody>
                  <a:tcPr marL="102863" marR="102863" marT="0" marB="0"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FCECE8"/>
                    </a:solidFill>
                  </a:tcPr>
                </a:tc>
                <a:tc>
                  <a:txBody>
                    <a:bodyPr/>
                    <a:lstStyle/>
                    <a:p>
                      <a:pPr marL="0" marR="0" lvl="0" indent="0" algn="ctr" rtl="0">
                        <a:lnSpc>
                          <a:spcPct val="150000"/>
                        </a:lnSpc>
                        <a:spcBef>
                          <a:spcPts val="0"/>
                        </a:spcBef>
                        <a:spcAft>
                          <a:spcPts val="0"/>
                        </a:spcAft>
                        <a:buNone/>
                      </a:pPr>
                      <a:r>
                        <a:rPr lang="en-US" sz="1800" b="1" u="none" strike="noStrike" cap="none">
                          <a:solidFill>
                            <a:schemeClr val="lt1"/>
                          </a:solidFill>
                          <a:latin typeface="Microsoft JhengHei"/>
                          <a:ea typeface="Microsoft JhengHei"/>
                          <a:cs typeface="Microsoft JhengHei"/>
                          <a:sym typeface="Microsoft JhengHei"/>
                        </a:rPr>
                        <a:t>一般</a:t>
                      </a:r>
                      <a:endParaRPr sz="1800" b="1" u="none" strike="noStrike" cap="none">
                        <a:solidFill>
                          <a:schemeClr val="lt1"/>
                        </a:solidFill>
                        <a:latin typeface="Microsoft JhengHei"/>
                        <a:ea typeface="Microsoft JhengHei"/>
                        <a:cs typeface="Microsoft JhengHei"/>
                        <a:sym typeface="Microsoft JhengHei"/>
                      </a:endParaRPr>
                    </a:p>
                  </a:txBody>
                  <a:tcPr marL="102863" marR="102863" marT="0" marB="0"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ED7D31"/>
                    </a:solidFill>
                  </a:tcPr>
                </a:tc>
                <a:tc>
                  <a:txBody>
                    <a:bodyPr/>
                    <a:lstStyle/>
                    <a:p>
                      <a:pPr marL="0" marR="0" lvl="0" indent="0" algn="ctr" rtl="0">
                        <a:lnSpc>
                          <a:spcPct val="150000"/>
                        </a:lnSpc>
                        <a:spcBef>
                          <a:spcPts val="0"/>
                        </a:spcBef>
                        <a:spcAft>
                          <a:spcPts val="0"/>
                        </a:spcAft>
                        <a:buNone/>
                      </a:pPr>
                      <a:r>
                        <a:rPr lang="en-US" sz="1800" b="1" u="none" strike="noStrike" cap="none">
                          <a:solidFill>
                            <a:schemeClr val="dk1"/>
                          </a:solidFill>
                          <a:latin typeface="Microsoft JhengHei"/>
                          <a:ea typeface="Microsoft JhengHei"/>
                          <a:cs typeface="Microsoft JhengHei"/>
                          <a:sym typeface="Microsoft JhengHei"/>
                        </a:rPr>
                        <a:t> </a:t>
                      </a:r>
                      <a:endParaRPr sz="1800" b="1" u="none" strike="noStrike" cap="none">
                        <a:solidFill>
                          <a:schemeClr val="dk1"/>
                        </a:solidFill>
                        <a:latin typeface="Microsoft JhengHei"/>
                        <a:ea typeface="Microsoft JhengHei"/>
                        <a:cs typeface="Microsoft JhengHei"/>
                        <a:sym typeface="Microsoft JhengHei"/>
                      </a:endParaRPr>
                    </a:p>
                  </a:txBody>
                  <a:tcPr marL="102863" marR="102863" marT="0" marB="0"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FCECE8"/>
                    </a:solidFill>
                  </a:tcPr>
                </a:tc>
                <a:extLst>
                  <a:ext uri="{0D108BD9-81ED-4DB2-BD59-A6C34878D82A}">
                    <a16:rowId xmlns:a16="http://schemas.microsoft.com/office/drawing/2014/main" val="10000"/>
                  </a:ext>
                </a:extLst>
              </a:tr>
            </a:tbl>
          </a:graphicData>
        </a:graphic>
      </p:graphicFrame>
      <p:graphicFrame>
        <p:nvGraphicFramePr>
          <p:cNvPr id="193" name="Google Shape;193;p2"/>
          <p:cNvGraphicFramePr/>
          <p:nvPr>
            <p:extLst>
              <p:ext uri="{D42A27DB-BD31-4B8C-83A1-F6EECF244321}">
                <p14:modId xmlns:p14="http://schemas.microsoft.com/office/powerpoint/2010/main" val="2533766799"/>
              </p:ext>
            </p:extLst>
          </p:nvPr>
        </p:nvGraphicFramePr>
        <p:xfrm>
          <a:off x="366270" y="6835335"/>
          <a:ext cx="17518773" cy="3024000"/>
        </p:xfrm>
        <a:graphic>
          <a:graphicData uri="http://schemas.openxmlformats.org/drawingml/2006/table">
            <a:tbl>
              <a:tblPr>
                <a:noFill/>
              </a:tblPr>
              <a:tblGrid>
                <a:gridCol w="2045751">
                  <a:extLst>
                    <a:ext uri="{9D8B030D-6E8A-4147-A177-3AD203B41FA5}">
                      <a16:colId xmlns:a16="http://schemas.microsoft.com/office/drawing/2014/main" val="1293584311"/>
                    </a:ext>
                  </a:extLst>
                </a:gridCol>
                <a:gridCol w="2066989">
                  <a:extLst>
                    <a:ext uri="{9D8B030D-6E8A-4147-A177-3AD203B41FA5}">
                      <a16:colId xmlns:a16="http://schemas.microsoft.com/office/drawing/2014/main" val="20000"/>
                    </a:ext>
                  </a:extLst>
                </a:gridCol>
                <a:gridCol w="8024943">
                  <a:extLst>
                    <a:ext uri="{9D8B030D-6E8A-4147-A177-3AD203B41FA5}">
                      <a16:colId xmlns:a16="http://schemas.microsoft.com/office/drawing/2014/main" val="20001"/>
                    </a:ext>
                  </a:extLst>
                </a:gridCol>
                <a:gridCol w="2861625">
                  <a:extLst>
                    <a:ext uri="{9D8B030D-6E8A-4147-A177-3AD203B41FA5}">
                      <a16:colId xmlns:a16="http://schemas.microsoft.com/office/drawing/2014/main" val="20002"/>
                    </a:ext>
                  </a:extLst>
                </a:gridCol>
                <a:gridCol w="2519465">
                  <a:extLst>
                    <a:ext uri="{9D8B030D-6E8A-4147-A177-3AD203B41FA5}">
                      <a16:colId xmlns:a16="http://schemas.microsoft.com/office/drawing/2014/main" val="20003"/>
                    </a:ext>
                  </a:extLst>
                </a:gridCol>
              </a:tblGrid>
              <a:tr h="504000">
                <a:tc rowSpan="6">
                  <a:txBody>
                    <a:bodyPr/>
                    <a:lstStyle/>
                    <a:p>
                      <a:pPr marL="0" marR="0" lvl="0" indent="0" algn="l" rtl="0">
                        <a:lnSpc>
                          <a:spcPct val="166666"/>
                        </a:lnSpc>
                        <a:spcBef>
                          <a:spcPts val="0"/>
                        </a:spcBef>
                        <a:spcAft>
                          <a:spcPts val="0"/>
                        </a:spcAft>
                        <a:buNone/>
                      </a:pPr>
                      <a:r>
                        <a:rPr lang="x-none" sz="1800" b="1" u="none" strike="noStrike" cap="none" dirty="0">
                          <a:solidFill>
                            <a:schemeClr val="lt1"/>
                          </a:solidFill>
                          <a:latin typeface="Microsoft JhengHei"/>
                          <a:ea typeface="Microsoft JhengHei"/>
                          <a:cs typeface="Microsoft JhengHei"/>
                          <a:sym typeface="Microsoft JhengHei"/>
                        </a:rPr>
                        <a:t>審批</a:t>
                      </a:r>
                      <a:endParaRPr sz="1800" b="1" u="none" strike="noStrike" cap="none" dirty="0">
                        <a:solidFill>
                          <a:schemeClr val="lt1"/>
                        </a:solidFill>
                        <a:latin typeface="Microsoft JhengHei"/>
                        <a:ea typeface="Microsoft JhengHei"/>
                        <a:cs typeface="Microsoft JhengHei"/>
                        <a:sym typeface="Microsoft JhengHei"/>
                      </a:endParaRPr>
                    </a:p>
                  </a:txBody>
                  <a:tcPr marL="102863" marR="102863" marT="0" marB="0"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D7D31"/>
                    </a:solidFill>
                  </a:tcPr>
                </a:tc>
                <a:tc>
                  <a:txBody>
                    <a:bodyPr/>
                    <a:lstStyle/>
                    <a:p>
                      <a:pPr marL="0" marR="0" lvl="0" indent="0" algn="ctr" rtl="0">
                        <a:lnSpc>
                          <a:spcPct val="166666"/>
                        </a:lnSpc>
                        <a:spcBef>
                          <a:spcPts val="0"/>
                        </a:spcBef>
                        <a:spcAft>
                          <a:spcPts val="0"/>
                        </a:spcAft>
                        <a:buNone/>
                      </a:pPr>
                      <a:r>
                        <a:rPr lang="en-US" sz="1800" b="1" u="none" strike="noStrike" cap="none">
                          <a:solidFill>
                            <a:schemeClr val="lt1"/>
                          </a:solidFill>
                          <a:latin typeface="Microsoft JhengHei"/>
                          <a:ea typeface="Microsoft JhengHei"/>
                          <a:cs typeface="Microsoft JhengHei"/>
                          <a:sym typeface="Microsoft JhengHei"/>
                        </a:rPr>
                        <a:t>角色</a:t>
                      </a:r>
                      <a:endParaRPr sz="1800" b="1" u="none" strike="noStrike" cap="none">
                        <a:solidFill>
                          <a:schemeClr val="lt1"/>
                        </a:solidFill>
                        <a:latin typeface="Microsoft JhengHei"/>
                        <a:ea typeface="Microsoft JhengHei"/>
                        <a:cs typeface="Microsoft JhengHei"/>
                        <a:sym typeface="Microsoft JhengHei"/>
                      </a:endParaRPr>
                    </a:p>
                  </a:txBody>
                  <a:tcPr marL="102863" marR="102863" marT="0" marB="0" anchor="ctr">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ED7D31"/>
                    </a:solidFill>
                  </a:tcPr>
                </a:tc>
                <a:tc>
                  <a:txBody>
                    <a:bodyPr/>
                    <a:lstStyle/>
                    <a:p>
                      <a:pPr marL="0" marR="0" lvl="0" indent="0" algn="ctr" rtl="0">
                        <a:lnSpc>
                          <a:spcPct val="166666"/>
                        </a:lnSpc>
                        <a:spcBef>
                          <a:spcPts val="0"/>
                        </a:spcBef>
                        <a:spcAft>
                          <a:spcPts val="0"/>
                        </a:spcAft>
                        <a:buNone/>
                      </a:pPr>
                      <a:r>
                        <a:rPr lang="en-US" sz="1800" b="1" u="none" strike="noStrike" cap="none">
                          <a:solidFill>
                            <a:schemeClr val="lt1"/>
                          </a:solidFill>
                          <a:latin typeface="Microsoft JhengHei"/>
                          <a:ea typeface="Microsoft JhengHei"/>
                          <a:cs typeface="Microsoft JhengHei"/>
                          <a:sym typeface="Microsoft JhengHei"/>
                        </a:rPr>
                        <a:t>姓名 與 職稱</a:t>
                      </a:r>
                      <a:endParaRPr sz="1800" b="1" u="none" strike="noStrike" cap="none">
                        <a:solidFill>
                          <a:schemeClr val="lt1"/>
                        </a:solidFill>
                        <a:latin typeface="Microsoft JhengHei"/>
                        <a:ea typeface="Microsoft JhengHei"/>
                        <a:cs typeface="Microsoft JhengHei"/>
                        <a:sym typeface="Microsoft JhengHei"/>
                      </a:endParaRPr>
                    </a:p>
                  </a:txBody>
                  <a:tcPr marL="102863" marR="102863" marT="0" marB="0"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lgn="ctr">
                      <a:solidFill>
                        <a:srgbClr val="FFFFFF"/>
                      </a:solidFill>
                      <a:prstDash val="solid"/>
                      <a:round/>
                      <a:headEnd type="none" w="sm" len="sm"/>
                      <a:tailEnd type="none" w="sm" len="sm"/>
                    </a:lnB>
                    <a:solidFill>
                      <a:srgbClr val="ED7D31"/>
                    </a:solidFill>
                  </a:tcPr>
                </a:tc>
                <a:tc>
                  <a:txBody>
                    <a:bodyPr/>
                    <a:lstStyle/>
                    <a:p>
                      <a:pPr marL="0" marR="0" lvl="0" indent="0" algn="ctr" rtl="0">
                        <a:lnSpc>
                          <a:spcPct val="166666"/>
                        </a:lnSpc>
                        <a:spcBef>
                          <a:spcPts val="0"/>
                        </a:spcBef>
                        <a:spcAft>
                          <a:spcPts val="0"/>
                        </a:spcAft>
                        <a:buNone/>
                      </a:pPr>
                      <a:r>
                        <a:rPr lang="en-US" sz="1800" b="1" u="none" strike="noStrike" cap="none">
                          <a:solidFill>
                            <a:schemeClr val="lt1"/>
                          </a:solidFill>
                          <a:latin typeface="Microsoft JhengHei"/>
                          <a:ea typeface="Microsoft JhengHei"/>
                          <a:cs typeface="Microsoft JhengHei"/>
                          <a:sym typeface="Microsoft JhengHei"/>
                        </a:rPr>
                        <a:t>簽名</a:t>
                      </a:r>
                      <a:endParaRPr sz="1800" b="1" u="none" strike="noStrike" cap="none">
                        <a:solidFill>
                          <a:schemeClr val="lt1"/>
                        </a:solidFill>
                        <a:latin typeface="Microsoft JhengHei"/>
                        <a:ea typeface="Microsoft JhengHei"/>
                        <a:cs typeface="Microsoft JhengHei"/>
                        <a:sym typeface="Microsoft JhengHei"/>
                      </a:endParaRPr>
                    </a:p>
                  </a:txBody>
                  <a:tcPr marL="102863" marR="102863" marT="0" marB="0"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ED7D31"/>
                    </a:solidFill>
                  </a:tcPr>
                </a:tc>
                <a:tc>
                  <a:txBody>
                    <a:bodyPr/>
                    <a:lstStyle/>
                    <a:p>
                      <a:pPr marL="0" marR="0" lvl="0" indent="0" algn="ctr" rtl="0">
                        <a:lnSpc>
                          <a:spcPct val="166666"/>
                        </a:lnSpc>
                        <a:spcBef>
                          <a:spcPts val="0"/>
                        </a:spcBef>
                        <a:spcAft>
                          <a:spcPts val="0"/>
                        </a:spcAft>
                        <a:buNone/>
                      </a:pPr>
                      <a:r>
                        <a:rPr lang="en-US" sz="1800" b="1" u="none" strike="noStrike" cap="none">
                          <a:solidFill>
                            <a:schemeClr val="lt1"/>
                          </a:solidFill>
                          <a:latin typeface="Microsoft JhengHei"/>
                          <a:ea typeface="Microsoft JhengHei"/>
                          <a:cs typeface="Microsoft JhengHei"/>
                          <a:sym typeface="Microsoft JhengHei"/>
                        </a:rPr>
                        <a:t>日期</a:t>
                      </a:r>
                      <a:endParaRPr sz="1800" b="1" u="none" strike="noStrike" cap="none">
                        <a:solidFill>
                          <a:schemeClr val="lt1"/>
                        </a:solidFill>
                        <a:latin typeface="Microsoft JhengHei"/>
                        <a:ea typeface="Microsoft JhengHei"/>
                        <a:cs typeface="Microsoft JhengHei"/>
                        <a:sym typeface="Microsoft JhengHei"/>
                      </a:endParaRPr>
                    </a:p>
                  </a:txBody>
                  <a:tcPr marL="102863" marR="102863" marT="0" marB="0"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ED7D31"/>
                    </a:solidFill>
                  </a:tcPr>
                </a:tc>
                <a:extLst>
                  <a:ext uri="{0D108BD9-81ED-4DB2-BD59-A6C34878D82A}">
                    <a16:rowId xmlns:a16="http://schemas.microsoft.com/office/drawing/2014/main" val="10000"/>
                  </a:ext>
                </a:extLst>
              </a:tr>
              <a:tr h="504000">
                <a:tc vMerge="1">
                  <a:txBody>
                    <a:bodyPr/>
                    <a:lstStyle/>
                    <a:p>
                      <a:pPr marL="0" marR="0" lvl="0" indent="0" algn="l" rtl="0">
                        <a:lnSpc>
                          <a:spcPct val="166666"/>
                        </a:lnSpc>
                        <a:spcBef>
                          <a:spcPts val="0"/>
                        </a:spcBef>
                        <a:spcAft>
                          <a:spcPts val="0"/>
                        </a:spcAft>
                        <a:buNone/>
                      </a:pPr>
                      <a:endParaRPr sz="1800" u="none" strike="noStrike" cap="none">
                        <a:solidFill>
                          <a:schemeClr val="lt1"/>
                        </a:solidFill>
                        <a:latin typeface="Microsoft JhengHei"/>
                        <a:ea typeface="Microsoft JhengHei"/>
                        <a:cs typeface="Microsoft JhengHei"/>
                        <a:sym typeface="Microsoft JhengHei"/>
                      </a:endParaRPr>
                    </a:p>
                  </a:txBody>
                  <a:tcPr marL="102863" marR="102863" marT="0" marB="0" anchor="ctr">
                    <a:lnL w="12700" cap="flat" cmpd="sng">
                      <a:solidFill>
                        <a:srgbClr val="FFFFFF"/>
                      </a:solidFill>
                      <a:prstDash val="solid"/>
                      <a:round/>
                      <a:headEnd type="none" w="sm" len="sm"/>
                      <a:tailEnd type="none" w="sm" len="sm"/>
                    </a:lnL>
                    <a:lnR w="12700" cap="flat" cmpd="sng" algn="ctr">
                      <a:solidFill>
                        <a:srgbClr val="FFFFFF"/>
                      </a:solidFill>
                      <a:prstDash val="solid"/>
                      <a:round/>
                      <a:headEnd type="none" w="sm" len="sm"/>
                      <a:tailEnd type="none" w="sm" len="sm"/>
                    </a:lnR>
                    <a:lnT w="381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ED7D31"/>
                    </a:solidFill>
                  </a:tcPr>
                </a:tc>
                <a:tc>
                  <a:txBody>
                    <a:bodyPr/>
                    <a:lstStyle/>
                    <a:p>
                      <a:pPr marL="0" marR="0" lvl="0" indent="0" algn="ctr" rtl="0">
                        <a:lnSpc>
                          <a:spcPct val="166666"/>
                        </a:lnSpc>
                        <a:spcBef>
                          <a:spcPts val="0"/>
                        </a:spcBef>
                        <a:spcAft>
                          <a:spcPts val="0"/>
                        </a:spcAft>
                        <a:buNone/>
                      </a:pPr>
                      <a:r>
                        <a:rPr lang="en-US" sz="1800" b="1" u="none" strike="noStrike" cap="none">
                          <a:solidFill>
                            <a:schemeClr val="lt1"/>
                          </a:solidFill>
                          <a:latin typeface="Microsoft JhengHei"/>
                          <a:ea typeface="Microsoft JhengHei"/>
                          <a:cs typeface="Microsoft JhengHei"/>
                          <a:sym typeface="Microsoft JhengHei"/>
                        </a:rPr>
                        <a:t>專案顧問</a:t>
                      </a:r>
                      <a:endParaRPr sz="1800" b="1" u="none" strike="noStrike" cap="none">
                        <a:solidFill>
                          <a:schemeClr val="lt1"/>
                        </a:solidFill>
                        <a:latin typeface="Microsoft JhengHei"/>
                        <a:ea typeface="Microsoft JhengHei"/>
                        <a:cs typeface="Microsoft JhengHei"/>
                        <a:sym typeface="Microsoft JhengHei"/>
                      </a:endParaRPr>
                    </a:p>
                  </a:txBody>
                  <a:tcPr marL="102863" marR="102863" marT="0" marB="0" anchor="ctr">
                    <a:lnL w="12700" cap="flat" cmpd="sng" algn="ctr">
                      <a:solidFill>
                        <a:srgbClr val="FFFFFF"/>
                      </a:solidFill>
                      <a:prstDash val="solid"/>
                      <a:round/>
                      <a:headEnd type="none" w="sm" len="sm"/>
                      <a:tailEnd type="none" w="sm" len="sm"/>
                    </a:lnL>
                    <a:lnR w="12700" cap="flat" cmpd="sng" algn="ctr">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lgn="ctr">
                      <a:solidFill>
                        <a:schemeClr val="bg1"/>
                      </a:solidFill>
                      <a:prstDash val="solid"/>
                      <a:round/>
                      <a:headEnd type="none" w="med" len="med"/>
                      <a:tailEnd type="none" w="med" len="med"/>
                    </a:lnB>
                    <a:solidFill>
                      <a:srgbClr val="ED7D31"/>
                    </a:solidFill>
                  </a:tcPr>
                </a:tc>
                <a:tc>
                  <a:txBody>
                    <a:bodyPr/>
                    <a:lstStyle/>
                    <a:p>
                      <a:pPr defTabSz="914400">
                        <a:lnSpc>
                          <a:spcPct val="166000"/>
                        </a:lnSpc>
                        <a:tabLst>
                          <a:tab pos="0" algn="l"/>
                        </a:tabLst>
                      </a:pPr>
                      <a:r>
                        <a:rPr lang="en-US" sz="1800" b="1" strike="noStrike" spc="-1" dirty="0">
                          <a:solidFill>
                            <a:schemeClr val="dk1"/>
                          </a:solidFill>
                          <a:latin typeface="Microsoft JhengHei"/>
                          <a:ea typeface="Microsoft JhengHei"/>
                        </a:rPr>
                        <a:t>Vincent</a:t>
                      </a:r>
                      <a:r>
                        <a:rPr lang="en-US" sz="1800" b="1" strike="noStrike" spc="-1" baseline="0" dirty="0">
                          <a:solidFill>
                            <a:schemeClr val="dk1"/>
                          </a:solidFill>
                          <a:latin typeface="Microsoft JhengHei"/>
                          <a:ea typeface="Microsoft JhengHei"/>
                        </a:rPr>
                        <a:t> Yeh</a:t>
                      </a:r>
                      <a:endParaRPr lang="en-US" sz="1800" b="0" strike="noStrike" spc="-1" dirty="0">
                        <a:solidFill>
                          <a:srgbClr val="000000"/>
                        </a:solidFill>
                        <a:latin typeface="Calibri"/>
                      </a:endParaRPr>
                    </a:p>
                  </a:txBody>
                  <a:tcPr marL="102600" marR="10260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F8D6CC"/>
                    </a:solidFill>
                  </a:tcPr>
                </a:tc>
                <a:tc>
                  <a:txBody>
                    <a:bodyPr/>
                    <a:lstStyle/>
                    <a:p>
                      <a:pPr marL="0" marR="0" lvl="0" indent="0" algn="ctr" rtl="0">
                        <a:lnSpc>
                          <a:spcPct val="166666"/>
                        </a:lnSpc>
                        <a:spcBef>
                          <a:spcPts val="0"/>
                        </a:spcBef>
                        <a:spcAft>
                          <a:spcPts val="0"/>
                        </a:spcAft>
                        <a:buNone/>
                      </a:pPr>
                      <a:endParaRPr sz="1800" u="none" strike="noStrike" cap="none" dirty="0">
                        <a:latin typeface="Microsoft JhengHei"/>
                        <a:ea typeface="Microsoft JhengHei"/>
                        <a:cs typeface="Microsoft JhengHei"/>
                        <a:sym typeface="Microsoft JhengHei"/>
                      </a:endParaRPr>
                    </a:p>
                  </a:txBody>
                  <a:tcPr marL="102863" marR="102863" marT="0" marB="0">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F8D6CC"/>
                    </a:solidFill>
                  </a:tcPr>
                </a:tc>
                <a:tc>
                  <a:txBody>
                    <a:bodyPr/>
                    <a:lstStyle/>
                    <a:p>
                      <a:pPr marL="0" marR="0" lvl="0" indent="0" algn="ctr" rtl="0">
                        <a:lnSpc>
                          <a:spcPct val="166666"/>
                        </a:lnSpc>
                        <a:spcBef>
                          <a:spcPts val="0"/>
                        </a:spcBef>
                        <a:spcAft>
                          <a:spcPts val="0"/>
                        </a:spcAft>
                        <a:buNone/>
                      </a:pPr>
                      <a:endParaRPr sz="1800" u="none" strike="noStrike" cap="none" dirty="0">
                        <a:latin typeface="Microsoft JhengHei"/>
                        <a:ea typeface="Microsoft JhengHei"/>
                        <a:cs typeface="Microsoft JhengHei"/>
                        <a:sym typeface="Microsoft JhengHei"/>
                      </a:endParaRPr>
                    </a:p>
                  </a:txBody>
                  <a:tcPr marL="102863" marR="102863"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F8D6CC"/>
                    </a:solidFill>
                  </a:tcPr>
                </a:tc>
                <a:extLst>
                  <a:ext uri="{0D108BD9-81ED-4DB2-BD59-A6C34878D82A}">
                    <a16:rowId xmlns:a16="http://schemas.microsoft.com/office/drawing/2014/main" val="10001"/>
                  </a:ext>
                </a:extLst>
              </a:tr>
              <a:tr h="504000">
                <a:tc vMerge="1">
                  <a:txBody>
                    <a:bodyPr/>
                    <a:lstStyle/>
                    <a:p>
                      <a:endParaRPr lang="zh-TW" altLang="en-US"/>
                    </a:p>
                  </a:txBody>
                  <a:tcPr>
                    <a:lnT w="12700" cap="flat" cmpd="sng" algn="ctr">
                      <a:solidFill>
                        <a:srgbClr val="FFFFFF"/>
                      </a:solidFill>
                      <a:prstDash val="solid"/>
                      <a:round/>
                      <a:headEnd type="none" w="sm" len="sm"/>
                      <a:tailEnd type="none" w="sm" len="sm"/>
                    </a:lnT>
                  </a:tcPr>
                </a:tc>
                <a:tc>
                  <a:txBody>
                    <a:bodyPr/>
                    <a:lstStyle/>
                    <a:p>
                      <a:pPr marL="0" marR="0" lvl="0" indent="0" algn="ctr" rtl="0">
                        <a:lnSpc>
                          <a:spcPct val="100000"/>
                        </a:lnSpc>
                        <a:spcBef>
                          <a:spcPts val="0"/>
                        </a:spcBef>
                        <a:spcAft>
                          <a:spcPts val="0"/>
                        </a:spcAft>
                        <a:buNone/>
                      </a:pPr>
                      <a:r>
                        <a:rPr lang="x-none" sz="1800" b="1" u="none" strike="noStrike" cap="none" dirty="0">
                          <a:solidFill>
                            <a:schemeClr val="lt1"/>
                          </a:solidFill>
                          <a:latin typeface="Microsoft JhengHei"/>
                          <a:ea typeface="Microsoft JhengHei"/>
                          <a:cs typeface="Microsoft JhengHei"/>
                          <a:sym typeface="Microsoft JhengHei"/>
                        </a:rPr>
                        <a:t>關鍵使用者</a:t>
                      </a:r>
                      <a:endParaRPr sz="1800" b="1" u="none" strike="noStrike" cap="none" dirty="0">
                        <a:solidFill>
                          <a:schemeClr val="lt1"/>
                        </a:solidFill>
                        <a:latin typeface="Microsoft JhengHei"/>
                        <a:ea typeface="Microsoft JhengHei"/>
                        <a:cs typeface="Microsoft JhengHei"/>
                        <a:sym typeface="Microsoft JhengHei"/>
                      </a:endParaRPr>
                    </a:p>
                  </a:txBody>
                  <a:tcPr marL="102863" marR="102863"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D7D31"/>
                    </a:solidFill>
                  </a:tcPr>
                </a:tc>
                <a:tc>
                  <a:txBody>
                    <a:bodyPr/>
                    <a:lstStyle/>
                    <a:p>
                      <a:endParaRPr lang="en-US" sz="1800" b="1" strike="noStrike" spc="-1" dirty="0">
                        <a:solidFill>
                          <a:schemeClr val="dk1"/>
                        </a:solidFill>
                        <a:latin typeface="Microsoft JhengHei"/>
                        <a:ea typeface="Microsoft JhengHei"/>
                      </a:endParaRPr>
                    </a:p>
                  </a:txBody>
                  <a:tcPr marL="102600" marR="102600">
                    <a:lnL w="12700" cap="flat" cmpd="sng" algn="ctr">
                      <a:solidFill>
                        <a:schemeClr val="bg1"/>
                      </a:solidFill>
                      <a:prstDash val="solid"/>
                      <a:round/>
                      <a:headEnd type="none" w="med" len="med"/>
                      <a:tailEnd type="none" w="med" len="med"/>
                    </a:lnL>
                    <a:lnR w="12700" cap="flat" cmpd="sng" algn="ctr">
                      <a:solidFill>
                        <a:srgbClr val="FFFFFF"/>
                      </a:solidFill>
                      <a:prstDash val="solid"/>
                      <a:round/>
                      <a:headEnd type="none" w="sm" len="sm"/>
                      <a:tailEnd type="none" w="sm" len="sm"/>
                    </a:lnR>
                    <a:lnT w="127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F8D6CC"/>
                    </a:solidFill>
                  </a:tcPr>
                </a:tc>
                <a:tc>
                  <a:txBody>
                    <a:bodyPr/>
                    <a:lstStyle/>
                    <a:p>
                      <a:pPr marL="0" marR="0" lvl="0" indent="279400" algn="ctr" rtl="0">
                        <a:lnSpc>
                          <a:spcPct val="100000"/>
                        </a:lnSpc>
                        <a:spcBef>
                          <a:spcPts val="0"/>
                        </a:spcBef>
                        <a:spcAft>
                          <a:spcPts val="0"/>
                        </a:spcAft>
                        <a:buNone/>
                      </a:pPr>
                      <a:endParaRPr sz="1800" u="none" strike="noStrike" cap="none" dirty="0">
                        <a:latin typeface="Microsoft JhengHei"/>
                        <a:ea typeface="Microsoft JhengHei"/>
                        <a:cs typeface="Microsoft JhengHei"/>
                        <a:sym typeface="Microsoft JhengHei"/>
                      </a:endParaRPr>
                    </a:p>
                  </a:txBody>
                  <a:tcPr marL="102863" marR="102863" marT="0" marB="0">
                    <a:lnL w="12700" cap="flat" cmpd="sng" algn="ctr">
                      <a:solidFill>
                        <a:srgbClr val="FFFFFF"/>
                      </a:solidFill>
                      <a:prstDash val="solid"/>
                      <a:round/>
                      <a:headEnd type="none" w="sm" len="sm"/>
                      <a:tailEnd type="none" w="sm" len="sm"/>
                    </a:lnL>
                    <a:lnR w="12700" cap="flat" cmpd="sng" algn="ctr">
                      <a:solidFill>
                        <a:srgbClr val="FFFFFF"/>
                      </a:solidFill>
                      <a:prstDash val="solid"/>
                      <a:round/>
                      <a:headEnd type="none" w="sm" len="sm"/>
                      <a:tailEnd type="none" w="sm" len="sm"/>
                    </a:lnR>
                    <a:lnT w="127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F8D6CC"/>
                    </a:solidFill>
                  </a:tcPr>
                </a:tc>
                <a:tc>
                  <a:txBody>
                    <a:bodyPr/>
                    <a:lstStyle/>
                    <a:p>
                      <a:pPr marL="0" marR="0" lvl="0" indent="279400" algn="ctr" rtl="0">
                        <a:lnSpc>
                          <a:spcPct val="100000"/>
                        </a:lnSpc>
                        <a:spcBef>
                          <a:spcPts val="0"/>
                        </a:spcBef>
                        <a:spcAft>
                          <a:spcPts val="0"/>
                        </a:spcAft>
                        <a:buNone/>
                      </a:pPr>
                      <a:endParaRPr sz="1800" u="none" strike="noStrike" cap="none" dirty="0">
                        <a:latin typeface="Microsoft JhengHei"/>
                        <a:ea typeface="Microsoft JhengHei"/>
                        <a:cs typeface="Microsoft JhengHei"/>
                        <a:sym typeface="Microsoft JhengHei"/>
                      </a:endParaRPr>
                    </a:p>
                  </a:txBody>
                  <a:tcPr marL="102863" marR="102863" marT="0" marB="0">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F8D6CC"/>
                    </a:solidFill>
                  </a:tcPr>
                </a:tc>
                <a:extLst>
                  <a:ext uri="{0D108BD9-81ED-4DB2-BD59-A6C34878D82A}">
                    <a16:rowId xmlns:a16="http://schemas.microsoft.com/office/drawing/2014/main" val="2466057711"/>
                  </a:ext>
                </a:extLst>
              </a:tr>
              <a:tr h="504000">
                <a:tc vMerge="1">
                  <a:txBody>
                    <a:bodyPr/>
                    <a:lstStyle/>
                    <a:p>
                      <a:pPr marL="0" marR="0" lvl="0" indent="0" algn="l" rtl="0">
                        <a:lnSpc>
                          <a:spcPct val="100000"/>
                        </a:lnSpc>
                        <a:spcBef>
                          <a:spcPts val="0"/>
                        </a:spcBef>
                        <a:spcAft>
                          <a:spcPts val="0"/>
                        </a:spcAft>
                        <a:buNone/>
                      </a:pPr>
                      <a:endParaRPr sz="1800" u="none" strike="noStrike" cap="none">
                        <a:solidFill>
                          <a:schemeClr val="lt1"/>
                        </a:solidFill>
                        <a:latin typeface="Microsoft JhengHei"/>
                        <a:ea typeface="Microsoft JhengHei"/>
                        <a:cs typeface="Microsoft JhengHei"/>
                        <a:sym typeface="Microsoft JhengHei"/>
                      </a:endParaRPr>
                    </a:p>
                  </a:txBody>
                  <a:tcPr marL="102863" marR="102863" marT="0" marB="0" anchor="ctr">
                    <a:lnL w="12700" cap="flat" cmpd="sng">
                      <a:solidFill>
                        <a:srgbClr val="FFFFFF"/>
                      </a:solidFill>
                      <a:prstDash val="solid"/>
                      <a:round/>
                      <a:headEnd type="none" w="sm" len="sm"/>
                      <a:tailEnd type="none" w="sm" len="sm"/>
                    </a:lnL>
                    <a:lnR w="12700" cap="flat" cmpd="sng" algn="ctr">
                      <a:solidFill>
                        <a:srgbClr val="FFFFFF"/>
                      </a:solidFill>
                      <a:prstDash val="solid"/>
                      <a:round/>
                      <a:headEnd type="none" w="sm" len="sm"/>
                      <a:tailEnd type="none" w="sm" len="sm"/>
                    </a:lnR>
                    <a:lnT w="127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ED7D31"/>
                    </a:solidFill>
                  </a:tcPr>
                </a:tc>
                <a:tc>
                  <a:txBody>
                    <a:bodyPr/>
                    <a:lstStyle/>
                    <a:p>
                      <a:pPr marL="0" marR="0" lvl="0" indent="0" algn="ctr" rtl="0">
                        <a:lnSpc>
                          <a:spcPct val="100000"/>
                        </a:lnSpc>
                        <a:spcBef>
                          <a:spcPts val="0"/>
                        </a:spcBef>
                        <a:spcAft>
                          <a:spcPts val="0"/>
                        </a:spcAft>
                        <a:buNone/>
                      </a:pPr>
                      <a:r>
                        <a:rPr lang="en-US" sz="1800" b="1" u="none" strike="noStrike" cap="none" dirty="0" err="1">
                          <a:solidFill>
                            <a:schemeClr val="lt1"/>
                          </a:solidFill>
                          <a:latin typeface="Microsoft JhengHei"/>
                          <a:ea typeface="Microsoft JhengHei"/>
                          <a:cs typeface="Microsoft JhengHei"/>
                          <a:sym typeface="Microsoft JhengHei"/>
                        </a:rPr>
                        <a:t>流程負責人</a:t>
                      </a:r>
                      <a:endParaRPr sz="1800" b="1" u="none" strike="noStrike" cap="none" dirty="0">
                        <a:solidFill>
                          <a:schemeClr val="lt1"/>
                        </a:solidFill>
                        <a:latin typeface="Microsoft JhengHei"/>
                        <a:ea typeface="Microsoft JhengHei"/>
                        <a:cs typeface="Microsoft JhengHei"/>
                        <a:sym typeface="Microsoft JhengHei"/>
                      </a:endParaRPr>
                    </a:p>
                  </a:txBody>
                  <a:tcPr marL="102863" marR="102863" marT="0" marB="0" anchor="ctr">
                    <a:lnL w="12700" cap="flat" cmpd="sng" algn="ctr">
                      <a:solidFill>
                        <a:srgbClr val="FFFFFF"/>
                      </a:solidFill>
                      <a:prstDash val="solid"/>
                      <a:round/>
                      <a:headEnd type="none" w="sm" len="sm"/>
                      <a:tailEnd type="none" w="sm" len="sm"/>
                    </a:lnL>
                    <a:lnR w="12700" cap="flat" cmpd="sng" algn="ctr">
                      <a:solidFill>
                        <a:srgbClr val="FFFFFF"/>
                      </a:solidFill>
                      <a:prstDash val="solid"/>
                      <a:round/>
                      <a:headEnd type="none" w="sm" len="sm"/>
                      <a:tailEnd type="none" w="sm" len="sm"/>
                    </a:lnR>
                    <a:lnT w="12700" cap="flat" cmpd="sng" algn="ctr">
                      <a:solidFill>
                        <a:schemeClr val="bg1"/>
                      </a:solidFill>
                      <a:prstDash val="solid"/>
                      <a:round/>
                      <a:headEnd type="none" w="med" len="med"/>
                      <a:tailEnd type="none" w="med" len="med"/>
                    </a:lnT>
                    <a:lnB w="12700" cap="flat" cmpd="sng">
                      <a:solidFill>
                        <a:srgbClr val="FFFFFF"/>
                      </a:solidFill>
                      <a:prstDash val="solid"/>
                      <a:round/>
                      <a:headEnd type="none" w="sm" len="sm"/>
                      <a:tailEnd type="none" w="sm" len="sm"/>
                    </a:lnB>
                    <a:solidFill>
                      <a:srgbClr val="ED7D31"/>
                    </a:solidFill>
                  </a:tcPr>
                </a:tc>
                <a:tc>
                  <a:txBody>
                    <a:bodyPr/>
                    <a:lstStyle/>
                    <a:p>
                      <a:pPr defTabSz="914400">
                        <a:lnSpc>
                          <a:spcPct val="166000"/>
                        </a:lnSpc>
                        <a:tabLst>
                          <a:tab pos="0" algn="l"/>
                        </a:tabLst>
                      </a:pPr>
                      <a:endParaRPr lang="en-US" sz="1800" b="0" strike="noStrike" spc="-1" dirty="0">
                        <a:solidFill>
                          <a:srgbClr val="000000"/>
                        </a:solidFill>
                        <a:latin typeface="Calibri"/>
                      </a:endParaRPr>
                    </a:p>
                  </a:txBody>
                  <a:tcPr marL="102600" marR="10260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F8D6CC"/>
                    </a:solidFill>
                  </a:tcPr>
                </a:tc>
                <a:tc>
                  <a:txBody>
                    <a:bodyPr/>
                    <a:lstStyle/>
                    <a:p>
                      <a:pPr marL="0" marR="0" lvl="0" indent="279400" algn="ctr" rtl="0">
                        <a:lnSpc>
                          <a:spcPct val="100000"/>
                        </a:lnSpc>
                        <a:spcBef>
                          <a:spcPts val="0"/>
                        </a:spcBef>
                        <a:spcAft>
                          <a:spcPts val="0"/>
                        </a:spcAft>
                        <a:buNone/>
                      </a:pPr>
                      <a:r>
                        <a:rPr lang="en-US" sz="1800" u="none" strike="noStrike" cap="none" dirty="0">
                          <a:latin typeface="Microsoft JhengHei"/>
                          <a:ea typeface="Microsoft JhengHei"/>
                          <a:cs typeface="Microsoft JhengHei"/>
                          <a:sym typeface="Microsoft JhengHei"/>
                        </a:rPr>
                        <a:t> </a:t>
                      </a:r>
                      <a:endParaRPr sz="1800" u="none" strike="noStrike" cap="none" dirty="0">
                        <a:latin typeface="Microsoft JhengHei"/>
                        <a:ea typeface="Microsoft JhengHei"/>
                        <a:cs typeface="Microsoft JhengHei"/>
                        <a:sym typeface="Microsoft JhengHei"/>
                      </a:endParaRPr>
                    </a:p>
                  </a:txBody>
                  <a:tcPr marL="102863" marR="102863" marT="0" marB="0">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F8D6CC"/>
                    </a:solidFill>
                  </a:tcPr>
                </a:tc>
                <a:tc>
                  <a:txBody>
                    <a:bodyPr/>
                    <a:lstStyle/>
                    <a:p>
                      <a:pPr marL="0" marR="0" lvl="0" indent="279400" algn="ctr" rtl="0">
                        <a:lnSpc>
                          <a:spcPct val="100000"/>
                        </a:lnSpc>
                        <a:spcBef>
                          <a:spcPts val="0"/>
                        </a:spcBef>
                        <a:spcAft>
                          <a:spcPts val="0"/>
                        </a:spcAft>
                        <a:buNone/>
                      </a:pPr>
                      <a:r>
                        <a:rPr lang="en-US" sz="1800" u="none" strike="noStrike" cap="none" dirty="0">
                          <a:latin typeface="Microsoft JhengHei"/>
                          <a:ea typeface="Microsoft JhengHei"/>
                          <a:cs typeface="Microsoft JhengHei"/>
                          <a:sym typeface="Microsoft JhengHei"/>
                        </a:rPr>
                        <a:t> </a:t>
                      </a:r>
                      <a:endParaRPr sz="1800" u="none" strike="noStrike" cap="none" dirty="0">
                        <a:latin typeface="Microsoft JhengHei"/>
                        <a:ea typeface="Microsoft JhengHei"/>
                        <a:cs typeface="Microsoft JhengHei"/>
                        <a:sym typeface="Microsoft JhengHei"/>
                      </a:endParaRPr>
                    </a:p>
                  </a:txBody>
                  <a:tcPr marL="102863" marR="102863"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F8D6CC"/>
                    </a:solidFill>
                  </a:tcPr>
                </a:tc>
                <a:extLst>
                  <a:ext uri="{0D108BD9-81ED-4DB2-BD59-A6C34878D82A}">
                    <a16:rowId xmlns:a16="http://schemas.microsoft.com/office/drawing/2014/main" val="10003"/>
                  </a:ext>
                </a:extLst>
              </a:tr>
              <a:tr h="504000">
                <a:tc vMerge="1">
                  <a:txBody>
                    <a:bodyPr/>
                    <a:lstStyle/>
                    <a:p>
                      <a:pPr marL="0" marR="0" lvl="0" indent="0" algn="l" rtl="0">
                        <a:lnSpc>
                          <a:spcPct val="100000"/>
                        </a:lnSpc>
                        <a:spcBef>
                          <a:spcPts val="0"/>
                        </a:spcBef>
                        <a:spcAft>
                          <a:spcPts val="0"/>
                        </a:spcAft>
                        <a:buNone/>
                      </a:pPr>
                      <a:endParaRPr sz="1800" u="none" strike="noStrike" cap="none">
                        <a:solidFill>
                          <a:schemeClr val="lt1"/>
                        </a:solidFill>
                        <a:latin typeface="Microsoft JhengHei"/>
                        <a:ea typeface="Microsoft JhengHei"/>
                        <a:cs typeface="Microsoft JhengHei"/>
                        <a:sym typeface="Microsoft JhengHei"/>
                      </a:endParaRPr>
                    </a:p>
                  </a:txBody>
                  <a:tcPr marL="102863" marR="102863" marT="0" marB="0" anchor="ctr">
                    <a:lnL w="12700" cap="flat" cmpd="sng">
                      <a:solidFill>
                        <a:srgbClr val="FFFFFF"/>
                      </a:solidFill>
                      <a:prstDash val="solid"/>
                      <a:round/>
                      <a:headEnd type="none" w="sm" len="sm"/>
                      <a:tailEnd type="none" w="sm" len="sm"/>
                    </a:lnL>
                    <a:lnR w="12700" cap="flat" cmpd="sng" algn="ctr">
                      <a:solidFill>
                        <a:srgbClr val="FFFFFF"/>
                      </a:solidFill>
                      <a:prstDash val="solid"/>
                      <a:round/>
                      <a:headEnd type="none" w="sm" len="sm"/>
                      <a:tailEnd type="none" w="sm" len="sm"/>
                    </a:lnR>
                    <a:lnT w="127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ED7D31"/>
                    </a:solidFill>
                  </a:tcPr>
                </a:tc>
                <a:tc>
                  <a:txBody>
                    <a:bodyPr/>
                    <a:lstStyle/>
                    <a:p>
                      <a:pPr marL="0" marR="0" lvl="0" indent="0" algn="ctr" rtl="0">
                        <a:lnSpc>
                          <a:spcPct val="100000"/>
                        </a:lnSpc>
                        <a:spcBef>
                          <a:spcPts val="0"/>
                        </a:spcBef>
                        <a:spcAft>
                          <a:spcPts val="0"/>
                        </a:spcAft>
                        <a:buNone/>
                      </a:pPr>
                      <a:r>
                        <a:rPr lang="en-US" sz="1800" b="1" u="none" strike="noStrike" cap="none" dirty="0" err="1">
                          <a:solidFill>
                            <a:schemeClr val="lt1"/>
                          </a:solidFill>
                          <a:latin typeface="Microsoft JhengHei"/>
                          <a:ea typeface="Microsoft JhengHei"/>
                          <a:cs typeface="Microsoft JhengHei"/>
                          <a:sym typeface="Microsoft JhengHei"/>
                        </a:rPr>
                        <a:t>資訊單位</a:t>
                      </a:r>
                      <a:endParaRPr sz="1800" b="1" u="none" strike="noStrike" cap="none" dirty="0">
                        <a:solidFill>
                          <a:schemeClr val="lt1"/>
                        </a:solidFill>
                        <a:latin typeface="Microsoft JhengHei"/>
                        <a:ea typeface="Microsoft JhengHei"/>
                        <a:cs typeface="Microsoft JhengHei"/>
                        <a:sym typeface="Microsoft JhengHei"/>
                      </a:endParaRPr>
                    </a:p>
                  </a:txBody>
                  <a:tcPr marL="102863" marR="102863" marT="0" marB="0" anchor="ctr">
                    <a:lnL w="12700" cap="flat" cmpd="sng" algn="ctr">
                      <a:solidFill>
                        <a:srgbClr val="FFFFFF"/>
                      </a:solidFill>
                      <a:prstDash val="solid"/>
                      <a:round/>
                      <a:headEnd type="none" w="sm" len="sm"/>
                      <a:tailEnd type="none" w="sm" len="sm"/>
                    </a:lnL>
                    <a:lnR w="12700" cap="flat" cmpd="sng" algn="ctr">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D7D31"/>
                    </a:solidFill>
                  </a:tcPr>
                </a:tc>
                <a:tc>
                  <a:txBody>
                    <a:bodyPr/>
                    <a:lstStyle/>
                    <a:p>
                      <a:pPr defTabSz="914400">
                        <a:lnSpc>
                          <a:spcPct val="166000"/>
                        </a:lnSpc>
                        <a:tabLst>
                          <a:tab pos="0" algn="l"/>
                        </a:tabLst>
                      </a:pPr>
                      <a:r>
                        <a:rPr lang="zh-TW" altLang="en-US" sz="1800" b="0" strike="noStrike" spc="-1" dirty="0">
                          <a:solidFill>
                            <a:srgbClr val="000000"/>
                          </a:solidFill>
                          <a:latin typeface="Microsoft JhengHei"/>
                          <a:ea typeface="Microsoft JhengHei"/>
                        </a:rPr>
                        <a:t>余哲 </a:t>
                      </a:r>
                      <a:r>
                        <a:rPr lang="en-US" sz="1800" b="0" strike="noStrike" spc="-1" dirty="0">
                          <a:solidFill>
                            <a:srgbClr val="000000"/>
                          </a:solidFill>
                          <a:latin typeface="Microsoft JhengHei"/>
                          <a:ea typeface="Microsoft JhengHei"/>
                        </a:rPr>
                        <a:t>Mark Yu</a:t>
                      </a:r>
                      <a:endParaRPr lang="en-US" sz="1800" b="0" strike="noStrike" spc="-1" dirty="0">
                        <a:solidFill>
                          <a:srgbClr val="000000"/>
                        </a:solidFill>
                        <a:latin typeface="Calibri"/>
                      </a:endParaRPr>
                    </a:p>
                  </a:txBody>
                  <a:tcPr marL="102600" marR="10260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FCECE7"/>
                    </a:solidFill>
                  </a:tcPr>
                </a:tc>
                <a:tc>
                  <a:txBody>
                    <a:bodyPr/>
                    <a:lstStyle/>
                    <a:p>
                      <a:pPr marL="0" marR="0" lvl="0" indent="279400" algn="ctr" rtl="0">
                        <a:lnSpc>
                          <a:spcPct val="100000"/>
                        </a:lnSpc>
                        <a:spcBef>
                          <a:spcPts val="0"/>
                        </a:spcBef>
                        <a:spcAft>
                          <a:spcPts val="0"/>
                        </a:spcAft>
                        <a:buNone/>
                      </a:pPr>
                      <a:endParaRPr sz="1800" u="none" strike="noStrike" cap="none">
                        <a:latin typeface="Microsoft JhengHei"/>
                        <a:ea typeface="Microsoft JhengHei"/>
                        <a:cs typeface="Microsoft JhengHei"/>
                        <a:sym typeface="Microsoft JhengHei"/>
                      </a:endParaRPr>
                    </a:p>
                  </a:txBody>
                  <a:tcPr marL="102863" marR="102863" marT="0" marB="0">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FCECE7"/>
                    </a:solidFill>
                  </a:tcPr>
                </a:tc>
                <a:tc>
                  <a:txBody>
                    <a:bodyPr/>
                    <a:lstStyle/>
                    <a:p>
                      <a:pPr marL="0" marR="0" lvl="0" indent="279400" algn="ctr" rtl="0">
                        <a:lnSpc>
                          <a:spcPct val="100000"/>
                        </a:lnSpc>
                        <a:spcBef>
                          <a:spcPts val="0"/>
                        </a:spcBef>
                        <a:spcAft>
                          <a:spcPts val="0"/>
                        </a:spcAft>
                        <a:buNone/>
                      </a:pPr>
                      <a:endParaRPr sz="1800" u="none" strike="noStrike" cap="none">
                        <a:latin typeface="Microsoft JhengHei"/>
                        <a:ea typeface="Microsoft JhengHei"/>
                        <a:cs typeface="Microsoft JhengHei"/>
                        <a:sym typeface="Microsoft JhengHei"/>
                      </a:endParaRPr>
                    </a:p>
                  </a:txBody>
                  <a:tcPr marL="102863" marR="102863"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FCECE7"/>
                    </a:solidFill>
                  </a:tcPr>
                </a:tc>
                <a:extLst>
                  <a:ext uri="{0D108BD9-81ED-4DB2-BD59-A6C34878D82A}">
                    <a16:rowId xmlns:a16="http://schemas.microsoft.com/office/drawing/2014/main" val="10004"/>
                  </a:ext>
                </a:extLst>
              </a:tr>
              <a:tr h="504000">
                <a:tc vMerge="1">
                  <a:txBody>
                    <a:bodyPr/>
                    <a:lstStyle/>
                    <a:p>
                      <a:pPr marL="0" marR="0" lvl="0" indent="0" algn="l" rtl="0">
                        <a:lnSpc>
                          <a:spcPct val="100000"/>
                        </a:lnSpc>
                        <a:spcBef>
                          <a:spcPts val="0"/>
                        </a:spcBef>
                        <a:spcAft>
                          <a:spcPts val="0"/>
                        </a:spcAft>
                        <a:buNone/>
                      </a:pPr>
                      <a:endParaRPr sz="1800" u="none" strike="noStrike" cap="none">
                        <a:solidFill>
                          <a:schemeClr val="lt1"/>
                        </a:solidFill>
                        <a:latin typeface="Microsoft JhengHei"/>
                        <a:ea typeface="Microsoft JhengHei"/>
                        <a:cs typeface="Microsoft JhengHei"/>
                        <a:sym typeface="Microsoft JhengHei"/>
                      </a:endParaRPr>
                    </a:p>
                  </a:txBody>
                  <a:tcPr marL="102863" marR="102863" marT="0" marB="0" anchor="ctr">
                    <a:lnL w="12700" cap="flat" cmpd="sng">
                      <a:solidFill>
                        <a:srgbClr val="FFFFFF"/>
                      </a:solidFill>
                      <a:prstDash val="solid"/>
                      <a:round/>
                      <a:headEnd type="none" w="sm" len="sm"/>
                      <a:tailEnd type="none" w="sm" len="sm"/>
                    </a:lnL>
                    <a:lnR w="12700" cap="flat" cmpd="sng" algn="ctr">
                      <a:solidFill>
                        <a:srgbClr val="FFFFFF"/>
                      </a:solidFill>
                      <a:prstDash val="solid"/>
                      <a:round/>
                      <a:headEnd type="none" w="sm" len="sm"/>
                      <a:tailEnd type="none" w="sm" len="sm"/>
                    </a:lnR>
                    <a:lnT w="12700" cap="flat" cmpd="sng" algn="ctr">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D7D31"/>
                    </a:solidFill>
                  </a:tcPr>
                </a:tc>
                <a:tc>
                  <a:txBody>
                    <a:bodyPr/>
                    <a:lstStyle/>
                    <a:p>
                      <a:pPr marL="0" marR="0" lvl="0" indent="0" algn="ctr" rtl="0">
                        <a:lnSpc>
                          <a:spcPct val="100000"/>
                        </a:lnSpc>
                        <a:spcBef>
                          <a:spcPts val="0"/>
                        </a:spcBef>
                        <a:spcAft>
                          <a:spcPts val="0"/>
                        </a:spcAft>
                        <a:buNone/>
                      </a:pPr>
                      <a:r>
                        <a:rPr lang="en-US" sz="1800" b="1" u="none" strike="noStrike" cap="none">
                          <a:solidFill>
                            <a:schemeClr val="lt1"/>
                          </a:solidFill>
                          <a:latin typeface="Microsoft JhengHei"/>
                          <a:ea typeface="Microsoft JhengHei"/>
                          <a:cs typeface="Microsoft JhengHei"/>
                          <a:sym typeface="Microsoft JhengHei"/>
                        </a:rPr>
                        <a:t>專案經理</a:t>
                      </a:r>
                      <a:endParaRPr sz="1800" b="1" u="none" strike="noStrike" cap="none">
                        <a:solidFill>
                          <a:schemeClr val="lt1"/>
                        </a:solidFill>
                        <a:latin typeface="Microsoft JhengHei"/>
                        <a:ea typeface="Microsoft JhengHei"/>
                        <a:cs typeface="Microsoft JhengHei"/>
                        <a:sym typeface="Microsoft JhengHei"/>
                      </a:endParaRPr>
                    </a:p>
                  </a:txBody>
                  <a:tcPr marL="102863" marR="102863" marT="0" marB="0" anchor="ctr">
                    <a:lnL w="12700" cap="flat" cmpd="sng" algn="ctr">
                      <a:solidFill>
                        <a:srgbClr val="FFFFFF"/>
                      </a:solidFill>
                      <a:prstDash val="solid"/>
                      <a:round/>
                      <a:headEnd type="none" w="sm" len="sm"/>
                      <a:tailEnd type="none" w="sm" len="sm"/>
                    </a:lnL>
                    <a:lnR w="12700" cap="flat" cmpd="sng" algn="ctr">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D7D31"/>
                    </a:solidFill>
                  </a:tcPr>
                </a:tc>
                <a:tc>
                  <a:txBody>
                    <a:bodyPr/>
                    <a:lstStyle/>
                    <a:p>
                      <a:pPr defTabSz="914400">
                        <a:lnSpc>
                          <a:spcPct val="166000"/>
                        </a:lnSpc>
                        <a:tabLst>
                          <a:tab pos="0" algn="l"/>
                        </a:tabLst>
                      </a:pPr>
                      <a:r>
                        <a:rPr lang="zh-TW" sz="1800" b="1" strike="noStrike" spc="-1" dirty="0">
                          <a:solidFill>
                            <a:schemeClr val="dk1"/>
                          </a:solidFill>
                          <a:latin typeface="Microsoft JhengHei"/>
                          <a:ea typeface="Microsoft JhengHei"/>
                        </a:rPr>
                        <a:t>蘇靖之 </a:t>
                      </a:r>
                      <a:r>
                        <a:rPr lang="en-US" sz="1800" b="1" strike="noStrike" spc="-1" dirty="0" err="1">
                          <a:solidFill>
                            <a:schemeClr val="dk1"/>
                          </a:solidFill>
                          <a:latin typeface="Microsoft JhengHei"/>
                          <a:ea typeface="Microsoft JhengHei"/>
                        </a:rPr>
                        <a:t>Giovenni</a:t>
                      </a:r>
                      <a:r>
                        <a:rPr lang="en-US" sz="1800" b="1" strike="noStrike" spc="-1" dirty="0">
                          <a:solidFill>
                            <a:schemeClr val="dk1"/>
                          </a:solidFill>
                          <a:latin typeface="Microsoft JhengHei"/>
                          <a:ea typeface="Microsoft JhengHei"/>
                        </a:rPr>
                        <a:t> Su </a:t>
                      </a:r>
                      <a:endParaRPr lang="en-US" sz="1800" b="0" strike="noStrike" spc="-1" dirty="0">
                        <a:solidFill>
                          <a:srgbClr val="000000"/>
                        </a:solidFill>
                        <a:latin typeface="Calibri"/>
                      </a:endParaRPr>
                    </a:p>
                  </a:txBody>
                  <a:tcPr marL="102600" marR="10260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F8D6CC"/>
                    </a:solidFill>
                  </a:tcPr>
                </a:tc>
                <a:tc>
                  <a:txBody>
                    <a:bodyPr/>
                    <a:lstStyle/>
                    <a:p>
                      <a:pPr marL="0" marR="0" lvl="0" indent="279400" algn="ctr" rtl="0">
                        <a:lnSpc>
                          <a:spcPct val="100000"/>
                        </a:lnSpc>
                        <a:spcBef>
                          <a:spcPts val="0"/>
                        </a:spcBef>
                        <a:spcAft>
                          <a:spcPts val="0"/>
                        </a:spcAft>
                        <a:buNone/>
                      </a:pPr>
                      <a:r>
                        <a:rPr lang="en-US" sz="1800" u="none" strike="noStrike" cap="none">
                          <a:latin typeface="Microsoft JhengHei"/>
                          <a:ea typeface="Microsoft JhengHei"/>
                          <a:cs typeface="Microsoft JhengHei"/>
                          <a:sym typeface="Microsoft JhengHei"/>
                        </a:rPr>
                        <a:t> </a:t>
                      </a:r>
                      <a:endParaRPr sz="1800" u="none" strike="noStrike" cap="none">
                        <a:latin typeface="Microsoft JhengHei"/>
                        <a:ea typeface="Microsoft JhengHei"/>
                        <a:cs typeface="Microsoft JhengHei"/>
                        <a:sym typeface="Microsoft JhengHei"/>
                      </a:endParaRPr>
                    </a:p>
                  </a:txBody>
                  <a:tcPr marL="102863" marR="102863" marT="0" marB="0">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F8D6CC"/>
                    </a:solidFill>
                  </a:tcPr>
                </a:tc>
                <a:tc>
                  <a:txBody>
                    <a:bodyPr/>
                    <a:lstStyle/>
                    <a:p>
                      <a:pPr marL="0" marR="0" lvl="0" indent="279400" algn="ctr" rtl="0">
                        <a:lnSpc>
                          <a:spcPct val="100000"/>
                        </a:lnSpc>
                        <a:spcBef>
                          <a:spcPts val="0"/>
                        </a:spcBef>
                        <a:spcAft>
                          <a:spcPts val="0"/>
                        </a:spcAft>
                        <a:buNone/>
                      </a:pPr>
                      <a:r>
                        <a:rPr lang="en-US" sz="1800" u="none" strike="noStrike" cap="none" dirty="0">
                          <a:latin typeface="Microsoft JhengHei"/>
                          <a:ea typeface="Microsoft JhengHei"/>
                          <a:cs typeface="Microsoft JhengHei"/>
                          <a:sym typeface="Microsoft JhengHei"/>
                        </a:rPr>
                        <a:t> </a:t>
                      </a:r>
                      <a:endParaRPr sz="1800" u="none" strike="noStrike" cap="none" dirty="0">
                        <a:latin typeface="Microsoft JhengHei"/>
                        <a:ea typeface="Microsoft JhengHei"/>
                        <a:cs typeface="Microsoft JhengHei"/>
                        <a:sym typeface="Microsoft JhengHei"/>
                      </a:endParaRPr>
                    </a:p>
                  </a:txBody>
                  <a:tcPr marL="102863" marR="102863"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F8D6CC"/>
                    </a:solidFill>
                  </a:tcPr>
                </a:tc>
                <a:extLst>
                  <a:ext uri="{0D108BD9-81ED-4DB2-BD59-A6C34878D82A}">
                    <a16:rowId xmlns:a16="http://schemas.microsoft.com/office/drawing/2014/main" val="10005"/>
                  </a:ext>
                </a:extLst>
              </a:tr>
            </a:tbl>
          </a:graphicData>
        </a:graphic>
      </p:graphicFrame>
      <p:sp>
        <p:nvSpPr>
          <p:cNvPr id="2" name="TextBox 1">
            <a:extLst>
              <a:ext uri="{FF2B5EF4-FFF2-40B4-BE49-F238E27FC236}">
                <a16:creationId xmlns:a16="http://schemas.microsoft.com/office/drawing/2014/main" id="{632BD657-D42C-B5C5-74AF-5218C346A770}"/>
              </a:ext>
            </a:extLst>
          </p:cNvPr>
          <p:cNvSpPr txBox="1"/>
          <p:nvPr/>
        </p:nvSpPr>
        <p:spPr>
          <a:xfrm>
            <a:off x="2456660" y="762478"/>
            <a:ext cx="8244896" cy="625620"/>
          </a:xfrm>
          <a:prstGeom prst="rect">
            <a:avLst/>
          </a:prstGeom>
          <a:noFill/>
        </p:spPr>
        <p:txBody>
          <a:bodyPr wrap="square" rtlCol="0">
            <a:spAutoFit/>
          </a:bodyPr>
          <a:lstStyle>
            <a:defPPr>
              <a:defRPr lang="en-US"/>
            </a:defPPr>
            <a:lvl1pPr>
              <a:lnSpc>
                <a:spcPct val="166666"/>
              </a:lnSpc>
              <a:defRPr sz="2000" b="1">
                <a:solidFill>
                  <a:schemeClr val="dk1"/>
                </a:solidFill>
                <a:latin typeface="Microsoft JhengHei"/>
                <a:ea typeface="Microsoft JhengHei"/>
                <a:cs typeface="Microsoft JhengHei"/>
              </a:defRPr>
            </a:lvl1pPr>
          </a:lstStyle>
          <a:p>
            <a:r>
              <a:rPr lang="en-US" altLang="zh-TW" sz="2400" dirty="0"/>
              <a:t>MM-PU-0050 </a:t>
            </a:r>
            <a:r>
              <a:rPr lang="zh-TW" altLang="en-US" sz="2400" dirty="0"/>
              <a:t>製工具請採驗流程</a:t>
            </a:r>
            <a:r>
              <a:rPr lang="en-US" altLang="zh-TW" dirty="0"/>
              <a:t>		</a:t>
            </a:r>
            <a:endParaRPr lang="zh-TW" altLang="en-US" dirty="0"/>
          </a:p>
        </p:txBody>
      </p:sp>
      <p:sp>
        <p:nvSpPr>
          <p:cNvPr id="3" name="TextBox 2">
            <a:extLst>
              <a:ext uri="{FF2B5EF4-FFF2-40B4-BE49-F238E27FC236}">
                <a16:creationId xmlns:a16="http://schemas.microsoft.com/office/drawing/2014/main" id="{6B09882B-C884-419E-9EB0-7F4E083F29C0}"/>
              </a:ext>
            </a:extLst>
          </p:cNvPr>
          <p:cNvSpPr txBox="1"/>
          <p:nvPr/>
        </p:nvSpPr>
        <p:spPr>
          <a:xfrm>
            <a:off x="16690584" y="686196"/>
            <a:ext cx="1597416" cy="346249"/>
          </a:xfrm>
          <a:prstGeom prst="rect">
            <a:avLst/>
          </a:prstGeom>
          <a:noFill/>
        </p:spPr>
        <p:txBody>
          <a:bodyPr wrap="square" rtlCol="0">
            <a:spAutoFit/>
          </a:bodyPr>
          <a:lstStyle/>
          <a:p>
            <a:r>
              <a:rPr lang="en-US" altLang="zh-TW" sz="1600" dirty="0">
                <a:latin typeface="微軟正黑體" panose="020B0604030504040204" pitchFamily="34" charset="-120"/>
                <a:ea typeface="微軟正黑體" panose="020B0604030504040204" pitchFamily="34" charset="-120"/>
              </a:rPr>
              <a:t>2025/07/18</a:t>
            </a:r>
            <a:endParaRPr lang="zh-TW" altLang="en-US" sz="1600" dirty="0">
              <a:latin typeface="微軟正黑體" panose="020B0604030504040204" pitchFamily="34" charset="-120"/>
              <a:ea typeface="微軟正黑體" panose="020B0604030504040204" pitchFamily="34" charset="-120"/>
            </a:endParaRPr>
          </a:p>
        </p:txBody>
      </p:sp>
      <p:pic>
        <p:nvPicPr>
          <p:cNvPr id="5" name="圖片 4">
            <a:extLst>
              <a:ext uri="{FF2B5EF4-FFF2-40B4-BE49-F238E27FC236}">
                <a16:creationId xmlns:a16="http://schemas.microsoft.com/office/drawing/2014/main" id="{6F89D68E-BDF4-D96B-326E-30743407BD7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3746479" y="8378813"/>
            <a:ext cx="487681" cy="429451"/>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97"/>
        <p:cNvGrpSpPr/>
        <p:nvPr/>
      </p:nvGrpSpPr>
      <p:grpSpPr>
        <a:xfrm>
          <a:off x="0" y="0"/>
          <a:ext cx="0" cy="0"/>
          <a:chOff x="0" y="0"/>
          <a:chExt cx="0" cy="0"/>
        </a:xfrm>
      </p:grpSpPr>
      <p:sp>
        <p:nvSpPr>
          <p:cNvPr id="79" name="流程圖: 文件 42">
            <a:extLst>
              <a:ext uri="{FF2B5EF4-FFF2-40B4-BE49-F238E27FC236}">
                <a16:creationId xmlns:a16="http://schemas.microsoft.com/office/drawing/2014/main" id="{91F9B27C-7F80-2BDA-7707-DDBD4E112805}"/>
              </a:ext>
            </a:extLst>
          </p:cNvPr>
          <p:cNvSpPr/>
          <p:nvPr/>
        </p:nvSpPr>
        <p:spPr bwMode="auto">
          <a:xfrm>
            <a:off x="6739228" y="3005745"/>
            <a:ext cx="1106048" cy="538089"/>
          </a:xfrm>
          <a:prstGeom prst="flowChartDocument">
            <a:avLst/>
          </a:prstGeom>
          <a:solidFill>
            <a:schemeClr val="bg1"/>
          </a:solidFill>
          <a:ln w="3175">
            <a:solidFill>
              <a:schemeClr val="tx1"/>
            </a:solidFill>
            <a:miter lim="800000"/>
            <a:headEnd/>
            <a:tailEnd/>
          </a:ln>
          <a:effectLst>
            <a:outerShdw dist="85194" dir="1593903" algn="ctr" rotWithShape="0">
              <a:schemeClr val="bg2">
                <a:alpha val="50000"/>
              </a:schemeClr>
            </a:outerShdw>
          </a:effectLst>
        </p:spPr>
        <p:txBody>
          <a:bodyPr rot="0" spcFirstLastPara="0" vertOverflow="overflow" horzOverflow="overflow" vert="horz" wrap="none" lIns="152823" tIns="76412" rIns="152823" bIns="76412" numCol="1" spcCol="0" rtlCol="0" fromWordArt="0" anchor="ctr" anchorCtr="0" forceAA="0" compatLnSpc="1">
            <a:prstTxWarp prst="textNoShape">
              <a:avLst/>
            </a:prstTxWarp>
            <a:noAutofit/>
          </a:bodyPr>
          <a:lstStyle/>
          <a:p>
            <a:pPr algn="ctr" eaLnBrk="0" hangingPunct="0"/>
            <a:endParaRPr lang="en-US" altLang="zh-TW" sz="1500" dirty="0">
              <a:latin typeface="微軟正黑體" panose="020B0604030504040204" pitchFamily="34" charset="-120"/>
              <a:ea typeface="微軟正黑體" panose="020B0604030504040204" pitchFamily="34" charset="-120"/>
            </a:endParaRPr>
          </a:p>
          <a:p>
            <a:pPr algn="ctr" eaLnBrk="0" hangingPunct="0"/>
            <a:r>
              <a:rPr lang="zh-TW" altLang="en-US" sz="1500" dirty="0">
                <a:latin typeface="微軟正黑體" panose="020B0604030504040204" pitchFamily="34" charset="-120"/>
                <a:ea typeface="微軟正黑體" panose="020B0604030504040204" pitchFamily="34" charset="-120"/>
              </a:rPr>
              <a:t>申請單</a:t>
            </a:r>
            <a:endParaRPr lang="en-US" altLang="zh-TW" sz="1500" dirty="0">
              <a:latin typeface="微軟正黑體" panose="020B0604030504040204" pitchFamily="34" charset="-120"/>
              <a:ea typeface="微軟正黑體" panose="020B0604030504040204" pitchFamily="34" charset="-120"/>
            </a:endParaRPr>
          </a:p>
          <a:p>
            <a:pPr algn="ctr" eaLnBrk="0" hangingPunct="0"/>
            <a:r>
              <a:rPr lang="en-US" altLang="zh-TW" sz="1500" dirty="0">
                <a:latin typeface="微軟正黑體" panose="020B0604030504040204" pitchFamily="34" charset="-120"/>
                <a:ea typeface="微軟正黑體" panose="020B0604030504040204" pitchFamily="34" charset="-120"/>
              </a:rPr>
              <a:t>(</a:t>
            </a:r>
            <a:r>
              <a:rPr lang="zh-TW" altLang="en-US" sz="1500" dirty="0">
                <a:latin typeface="微軟正黑體" panose="020B0604030504040204" pitchFamily="34" charset="-120"/>
                <a:ea typeface="微軟正黑體" panose="020B0604030504040204" pitchFamily="34" charset="-120"/>
              </a:rPr>
              <a:t>紙本</a:t>
            </a:r>
            <a:r>
              <a:rPr lang="en-US" altLang="zh-TW" sz="1500" dirty="0">
                <a:latin typeface="微軟正黑體" panose="020B0604030504040204" pitchFamily="34" charset="-120"/>
                <a:ea typeface="微軟正黑體" panose="020B0604030504040204" pitchFamily="34" charset="-120"/>
              </a:rPr>
              <a:t>/EXCEL)</a:t>
            </a:r>
          </a:p>
          <a:p>
            <a:pPr algn="ctr" eaLnBrk="0" hangingPunct="0"/>
            <a:endParaRPr lang="zh-TW" altLang="en-US" sz="1500" dirty="0">
              <a:latin typeface="微軟正黑體" panose="020B0604030504040204" pitchFamily="34" charset="-120"/>
              <a:ea typeface="微軟正黑體" panose="020B0604030504040204" pitchFamily="34" charset="-120"/>
            </a:endParaRPr>
          </a:p>
        </p:txBody>
      </p:sp>
      <p:sp>
        <p:nvSpPr>
          <p:cNvPr id="4" name="文字方塊 3">
            <a:extLst>
              <a:ext uri="{FF2B5EF4-FFF2-40B4-BE49-F238E27FC236}">
                <a16:creationId xmlns:a16="http://schemas.microsoft.com/office/drawing/2014/main" id="{83E6F622-2FBE-CC67-50FE-4ABD7D8B9696}"/>
              </a:ext>
            </a:extLst>
          </p:cNvPr>
          <p:cNvSpPr txBox="1"/>
          <p:nvPr/>
        </p:nvSpPr>
        <p:spPr>
          <a:xfrm>
            <a:off x="2444080" y="820877"/>
            <a:ext cx="7218711" cy="461665"/>
          </a:xfrm>
          <a:prstGeom prst="rect">
            <a:avLst/>
          </a:prstGeom>
          <a:noFill/>
        </p:spPr>
        <p:txBody>
          <a:bodyPr wrap="square">
            <a:spAutoFit/>
          </a:bodyPr>
          <a:lstStyle/>
          <a:p>
            <a:pPr eaLnBrk="0" hangingPunct="0"/>
            <a:r>
              <a:rPr lang="en-US" altLang="zh-TW" sz="2400" b="1" dirty="0">
                <a:latin typeface="微軟正黑體" panose="020B0604030504040204" pitchFamily="34" charset="-120"/>
                <a:ea typeface="微軟正黑體" panose="020B0604030504040204" pitchFamily="34" charset="-120"/>
              </a:rPr>
              <a:t>MM-PU-0050 </a:t>
            </a:r>
            <a:r>
              <a:rPr lang="zh-TW" altLang="en-US" sz="2400" b="1" dirty="0">
                <a:latin typeface="微軟正黑體" panose="020B0604030504040204" pitchFamily="34" charset="-120"/>
                <a:ea typeface="微軟正黑體" panose="020B0604030504040204" pitchFamily="34" charset="-120"/>
              </a:rPr>
              <a:t>製工具請採購驗流程</a:t>
            </a:r>
          </a:p>
        </p:txBody>
      </p:sp>
      <p:sp>
        <p:nvSpPr>
          <p:cNvPr id="25" name="流程圖: 結束點 8">
            <a:extLst>
              <a:ext uri="{FF2B5EF4-FFF2-40B4-BE49-F238E27FC236}">
                <a16:creationId xmlns:a16="http://schemas.microsoft.com/office/drawing/2014/main" id="{1FB9514E-6261-C7AC-D58E-6A5F2E6F81FD}"/>
              </a:ext>
            </a:extLst>
          </p:cNvPr>
          <p:cNvSpPr/>
          <p:nvPr/>
        </p:nvSpPr>
        <p:spPr bwMode="auto">
          <a:xfrm>
            <a:off x="12142197" y="8828481"/>
            <a:ext cx="1797831" cy="782444"/>
          </a:xfrm>
          <a:prstGeom prst="flowChartTerminator">
            <a:avLst/>
          </a:prstGeom>
          <a:solidFill>
            <a:schemeClr val="bg1"/>
          </a:solidFill>
          <a:ln w="3175">
            <a:solidFill>
              <a:schemeClr val="tx1"/>
            </a:solidFill>
            <a:miter lim="800000"/>
            <a:headEnd/>
            <a:tailEnd/>
          </a:ln>
          <a:effectLst>
            <a:outerShdw dist="85194" dir="1593903" algn="ctr" rotWithShape="0">
              <a:schemeClr val="bg2">
                <a:alpha val="50000"/>
              </a:schemeClr>
            </a:outerShdw>
          </a:effectLst>
        </p:spPr>
        <p:txBody>
          <a:bodyPr rot="0" spcFirstLastPara="0" vertOverflow="overflow" horzOverflow="overflow" vert="horz" wrap="none" lIns="152823" tIns="76412" rIns="152823" bIns="76412" numCol="1" spcCol="0" rtlCol="0" fromWordArt="0" anchor="ctr" anchorCtr="0" forceAA="0" compatLnSpc="1">
            <a:prstTxWarp prst="textNoShape">
              <a:avLst/>
            </a:prstTxWarp>
            <a:noAutofit/>
          </a:bodyPr>
          <a:lstStyle/>
          <a:p>
            <a:pPr algn="ctr" eaLnBrk="0" hangingPunct="0"/>
            <a:r>
              <a:rPr lang="zh-TW" altLang="en-US" sz="1500" dirty="0">
                <a:latin typeface="微軟正黑體" panose="020B0604030504040204" pitchFamily="34" charset="-120"/>
                <a:ea typeface="微軟正黑體" panose="020B0604030504040204" pitchFamily="34" charset="-120"/>
              </a:rPr>
              <a:t>結束</a:t>
            </a:r>
          </a:p>
        </p:txBody>
      </p:sp>
      <p:graphicFrame>
        <p:nvGraphicFramePr>
          <p:cNvPr id="15" name="表格 30">
            <a:extLst>
              <a:ext uri="{FF2B5EF4-FFF2-40B4-BE49-F238E27FC236}">
                <a16:creationId xmlns:a16="http://schemas.microsoft.com/office/drawing/2014/main" id="{DD4D6B14-D3B2-B7AE-AA9C-20D4B4848A80}"/>
              </a:ext>
            </a:extLst>
          </p:cNvPr>
          <p:cNvGraphicFramePr>
            <a:graphicFrameLocks noGrp="1"/>
          </p:cNvGraphicFramePr>
          <p:nvPr/>
        </p:nvGraphicFramePr>
        <p:xfrm>
          <a:off x="7640583" y="3969409"/>
          <a:ext cx="1797832" cy="1296720"/>
        </p:xfrm>
        <a:graphic>
          <a:graphicData uri="http://schemas.openxmlformats.org/drawingml/2006/table">
            <a:tbl>
              <a:tblPr>
                <a:tableStyleId>{5940675A-B579-460E-94D1-54222C63F5DA}</a:tableStyleId>
              </a:tblPr>
              <a:tblGrid>
                <a:gridCol w="898916">
                  <a:extLst>
                    <a:ext uri="{9D8B030D-6E8A-4147-A177-3AD203B41FA5}">
                      <a16:colId xmlns:a16="http://schemas.microsoft.com/office/drawing/2014/main" val="3433979995"/>
                    </a:ext>
                  </a:extLst>
                </a:gridCol>
                <a:gridCol w="898916">
                  <a:extLst>
                    <a:ext uri="{9D8B030D-6E8A-4147-A177-3AD203B41FA5}">
                      <a16:colId xmlns:a16="http://schemas.microsoft.com/office/drawing/2014/main" val="3727974752"/>
                    </a:ext>
                  </a:extLst>
                </a:gridCol>
              </a:tblGrid>
              <a:tr h="365760">
                <a:tc gridSpan="2">
                  <a:txBody>
                    <a:bodyPr/>
                    <a:lstStyle/>
                    <a:p>
                      <a:pPr algn="ctr"/>
                      <a:endParaRPr lang="en-GB" sz="1500" b="1" dirty="0">
                        <a:latin typeface="微軟正黑體" panose="020B0604030504040204" pitchFamily="34" charset="-120"/>
                        <a:ea typeface="微軟正黑體" panose="020B0604030504040204" pitchFamily="34" charset="-120"/>
                      </a:endParaRPr>
                    </a:p>
                  </a:txBody>
                  <a:tcPr marL="54000" marR="54000" marT="62346" marB="62346">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dirty="0"/>
                    </a:p>
                  </a:txBody>
                  <a:tcPr/>
                </a:tc>
                <a:extLst>
                  <a:ext uri="{0D108BD9-81ED-4DB2-BD59-A6C34878D82A}">
                    <a16:rowId xmlns:a16="http://schemas.microsoft.com/office/drawing/2014/main" val="3125084632"/>
                  </a:ext>
                </a:extLst>
              </a:tr>
              <a:tr h="594360">
                <a:tc gridSpan="2">
                  <a:txBody>
                    <a:bodyPr/>
                    <a:lstStyle/>
                    <a:p>
                      <a:pPr algn="ctr"/>
                      <a:r>
                        <a:rPr lang="zh-TW" altLang="en-US" sz="1500" dirty="0">
                          <a:latin typeface="微軟正黑體" panose="020B0604030504040204" pitchFamily="34" charset="-120"/>
                          <a:ea typeface="微軟正黑體" panose="020B0604030504040204" pitchFamily="34" charset="-120"/>
                        </a:rPr>
                        <a:t>簽核請購單</a:t>
                      </a:r>
                      <a:endParaRPr lang="en-US" altLang="zh-TW" sz="1500" dirty="0">
                        <a:latin typeface="微軟正黑體" panose="020B0604030504040204" pitchFamily="34" charset="-120"/>
                        <a:ea typeface="微軟正黑體" panose="020B0604030504040204" pitchFamily="34" charset="-120"/>
                      </a:endParaRPr>
                    </a:p>
                  </a:txBody>
                  <a:tcPr marL="54000" marR="54000" marT="62346" marB="62346">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dirty="0"/>
                    </a:p>
                  </a:txBody>
                  <a:tcPr/>
                </a:tc>
                <a:extLst>
                  <a:ext uri="{0D108BD9-81ED-4DB2-BD59-A6C34878D82A}">
                    <a16:rowId xmlns:a16="http://schemas.microsoft.com/office/drawing/2014/main" val="1006350340"/>
                  </a:ext>
                </a:extLst>
              </a:tr>
              <a:tr h="336600">
                <a:tc>
                  <a:txBody>
                    <a:bodyPr/>
                    <a:lstStyle/>
                    <a:p>
                      <a:pPr algn="ctr"/>
                      <a:r>
                        <a:rPr lang="en-US" altLang="zh-TW" sz="1500" dirty="0">
                          <a:latin typeface="微軟正黑體" panose="020B0604030504040204" pitchFamily="34" charset="-120"/>
                          <a:ea typeface="微軟正黑體" panose="020B0604030504040204" pitchFamily="34" charset="-120"/>
                        </a:rPr>
                        <a:t>BPM</a:t>
                      </a:r>
                      <a:endParaRPr lang="en-GB" sz="1500" dirty="0">
                        <a:latin typeface="微軟正黑體" panose="020B0604030504040204" pitchFamily="34" charset="-120"/>
                        <a:ea typeface="微軟正黑體" panose="020B0604030504040204" pitchFamily="34" charset="-120"/>
                      </a:endParaRPr>
                    </a:p>
                  </a:txBody>
                  <a:tcPr marL="54000" marR="54000"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lang="zh-TW" altLang="en-US" sz="1500" dirty="0">
                          <a:latin typeface="微軟正黑體" panose="020B0604030504040204" pitchFamily="34" charset="-120"/>
                          <a:ea typeface="微軟正黑體" panose="020B0604030504040204" pitchFamily="34" charset="-120"/>
                        </a:rPr>
                        <a:t>手動</a:t>
                      </a:r>
                      <a:endParaRPr lang="en-GB" altLang="zh-TW" sz="1500" dirty="0">
                        <a:latin typeface="微軟正黑體" panose="020B0604030504040204" pitchFamily="34" charset="-120"/>
                        <a:ea typeface="微軟正黑體" panose="020B0604030504040204" pitchFamily="34" charset="-120"/>
                      </a:endParaRPr>
                    </a:p>
                  </a:txBody>
                  <a:tcPr marL="54000" marR="54000"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053335046"/>
                  </a:ext>
                </a:extLst>
              </a:tr>
            </a:tbl>
          </a:graphicData>
        </a:graphic>
      </p:graphicFrame>
      <p:cxnSp>
        <p:nvCxnSpPr>
          <p:cNvPr id="16" name="Straight Connector 284">
            <a:extLst>
              <a:ext uri="{FF2B5EF4-FFF2-40B4-BE49-F238E27FC236}">
                <a16:creationId xmlns:a16="http://schemas.microsoft.com/office/drawing/2014/main" id="{3343F13F-0020-F344-5B28-F9AEB09CA3FA}"/>
              </a:ext>
            </a:extLst>
          </p:cNvPr>
          <p:cNvCxnSpPr>
            <a:cxnSpLocks/>
          </p:cNvCxnSpPr>
          <p:nvPr/>
        </p:nvCxnSpPr>
        <p:spPr>
          <a:xfrm>
            <a:off x="7387758" y="1352311"/>
            <a:ext cx="0" cy="879885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4" name="文字方塊 17">
            <a:extLst>
              <a:ext uri="{FF2B5EF4-FFF2-40B4-BE49-F238E27FC236}">
                <a16:creationId xmlns:a16="http://schemas.microsoft.com/office/drawing/2014/main" id="{DE52170D-3194-E094-D743-3842F95326FE}"/>
              </a:ext>
            </a:extLst>
          </p:cNvPr>
          <p:cNvSpPr txBox="1"/>
          <p:nvPr/>
        </p:nvSpPr>
        <p:spPr>
          <a:xfrm>
            <a:off x="9815927" y="1268691"/>
            <a:ext cx="2088897" cy="738664"/>
          </a:xfrm>
          <a:prstGeom prst="rect">
            <a:avLst/>
          </a:prstGeom>
          <a:noFill/>
        </p:spPr>
        <p:txBody>
          <a:bodyPr wrap="square" rtlCol="0">
            <a:spAutoFit/>
          </a:bodyPr>
          <a:lstStyle/>
          <a:p>
            <a:pPr algn="ctr"/>
            <a:r>
              <a:rPr lang="zh-TW" altLang="en-US" sz="1400" dirty="0">
                <a:latin typeface="微軟正黑體" panose="020B0604030504040204" pitchFamily="34" charset="-120"/>
                <a:ea typeface="微軟正黑體" panose="020B0604030504040204" pitchFamily="34" charset="-120"/>
              </a:rPr>
              <a:t>面</a:t>
            </a:r>
            <a:r>
              <a:rPr lang="en-US" altLang="zh-TW" sz="1400" dirty="0">
                <a:latin typeface="微軟正黑體" panose="020B0604030504040204" pitchFamily="34" charset="-120"/>
                <a:ea typeface="微軟正黑體" panose="020B0604030504040204" pitchFamily="34" charset="-120"/>
              </a:rPr>
              <a:t>&amp;</a:t>
            </a:r>
            <a:r>
              <a:rPr lang="zh-TW" altLang="en-US" sz="1400" dirty="0">
                <a:latin typeface="微軟正黑體" panose="020B0604030504040204" pitchFamily="34" charset="-120"/>
                <a:ea typeface="微軟正黑體" panose="020B0604030504040204" pitchFamily="34" charset="-120"/>
              </a:rPr>
              <a:t>底技術工程</a:t>
            </a:r>
            <a:r>
              <a:rPr lang="en-US" altLang="zh-TW" sz="1400" dirty="0">
                <a:latin typeface="微軟正黑體" panose="020B0604030504040204" pitchFamily="34" charset="-120"/>
                <a:ea typeface="微軟正黑體" panose="020B0604030504040204" pitchFamily="34" charset="-120"/>
              </a:rPr>
              <a:t>/</a:t>
            </a:r>
            <a:r>
              <a:rPr lang="zh-TW" altLang="en-US" sz="1400" dirty="0">
                <a:latin typeface="微軟正黑體" panose="020B0604030504040204" pitchFamily="34" charset="-120"/>
                <a:ea typeface="微軟正黑體" panose="020B0604030504040204" pitchFamily="34" charset="-120"/>
              </a:rPr>
              <a:t>採購及總務</a:t>
            </a:r>
            <a:r>
              <a:rPr lang="en-US" altLang="zh-TW" sz="1400" dirty="0">
                <a:latin typeface="微軟正黑體" panose="020B0604030504040204" pitchFamily="34" charset="-120"/>
                <a:ea typeface="微軟正黑體" panose="020B0604030504040204" pitchFamily="34" charset="-120"/>
              </a:rPr>
              <a:t>;</a:t>
            </a:r>
            <a:r>
              <a:rPr lang="zh-TW" altLang="en-US" sz="1400" dirty="0">
                <a:latin typeface="微軟正黑體" panose="020B0604030504040204" pitchFamily="34" charset="-120"/>
                <a:ea typeface="微軟正黑體" panose="020B0604030504040204" pitchFamily="34" charset="-120"/>
              </a:rPr>
              <a:t>化工</a:t>
            </a:r>
            <a:r>
              <a:rPr lang="en-US" altLang="zh-TW" sz="1400" dirty="0">
                <a:latin typeface="微軟正黑體" panose="020B0604030504040204" pitchFamily="34" charset="-120"/>
                <a:ea typeface="微軟正黑體" panose="020B0604030504040204" pitchFamily="34" charset="-120"/>
              </a:rPr>
              <a:t>:</a:t>
            </a:r>
            <a:r>
              <a:rPr lang="zh-TW" altLang="en-US" sz="1400" dirty="0">
                <a:latin typeface="微軟正黑體" panose="020B0604030504040204" pitchFamily="34" charset="-120"/>
                <a:ea typeface="微軟正黑體" panose="020B0604030504040204" pitchFamily="34" charset="-120"/>
              </a:rPr>
              <a:t>開發及業務</a:t>
            </a:r>
          </a:p>
          <a:p>
            <a:pPr algn="ctr"/>
            <a:endParaRPr lang="zh-TW" altLang="en-US" sz="1400" dirty="0">
              <a:latin typeface="微軟正黑體" panose="020B0604030504040204" pitchFamily="34" charset="-120"/>
              <a:ea typeface="微軟正黑體" panose="020B0604030504040204" pitchFamily="34" charset="-120"/>
            </a:endParaRPr>
          </a:p>
        </p:txBody>
      </p:sp>
      <p:cxnSp>
        <p:nvCxnSpPr>
          <p:cNvPr id="57" name="肘形接點 68">
            <a:extLst>
              <a:ext uri="{FF2B5EF4-FFF2-40B4-BE49-F238E27FC236}">
                <a16:creationId xmlns:a16="http://schemas.microsoft.com/office/drawing/2014/main" id="{8E184E7B-49D4-0B0F-DFF1-32CCB2A9AB0C}"/>
              </a:ext>
            </a:extLst>
          </p:cNvPr>
          <p:cNvCxnSpPr>
            <a:cxnSpLocks/>
            <a:stCxn id="15" idx="2"/>
            <a:endCxn id="35" idx="0"/>
          </p:cNvCxnSpPr>
          <p:nvPr/>
        </p:nvCxnSpPr>
        <p:spPr>
          <a:xfrm rot="5400000">
            <a:off x="6809103" y="4492739"/>
            <a:ext cx="957007" cy="2503786"/>
          </a:xfrm>
          <a:prstGeom prst="bentConnector3">
            <a:avLst>
              <a:gd name="adj1" fmla="val 50000"/>
            </a:avLst>
          </a:prstGeom>
          <a:ln>
            <a:tailEnd type="triangle"/>
          </a:ln>
        </p:spPr>
        <p:style>
          <a:lnRef idx="1">
            <a:schemeClr val="dk1"/>
          </a:lnRef>
          <a:fillRef idx="0">
            <a:schemeClr val="dk1"/>
          </a:fillRef>
          <a:effectRef idx="0">
            <a:schemeClr val="dk1"/>
          </a:effectRef>
          <a:fontRef idx="minor">
            <a:schemeClr val="tx1"/>
          </a:fontRef>
        </p:style>
      </p:cxnSp>
      <p:cxnSp>
        <p:nvCxnSpPr>
          <p:cNvPr id="3" name="肘形接點 68">
            <a:extLst>
              <a:ext uri="{FF2B5EF4-FFF2-40B4-BE49-F238E27FC236}">
                <a16:creationId xmlns:a16="http://schemas.microsoft.com/office/drawing/2014/main" id="{5D236408-3F02-99D0-9ECC-DC4D4E746909}"/>
              </a:ext>
            </a:extLst>
          </p:cNvPr>
          <p:cNvCxnSpPr>
            <a:cxnSpLocks/>
            <a:endCxn id="88" idx="0"/>
          </p:cNvCxnSpPr>
          <p:nvPr/>
        </p:nvCxnSpPr>
        <p:spPr>
          <a:xfrm rot="5400000">
            <a:off x="5323554" y="3214548"/>
            <a:ext cx="1116794" cy="21702"/>
          </a:xfrm>
          <a:prstGeom prst="bentConnector3">
            <a:avLst>
              <a:gd name="adj1" fmla="val 50000"/>
            </a:avLst>
          </a:prstGeom>
          <a:ln>
            <a:tailEnd type="triangle"/>
          </a:ln>
        </p:spPr>
        <p:style>
          <a:lnRef idx="1">
            <a:schemeClr val="dk1"/>
          </a:lnRef>
          <a:fillRef idx="0">
            <a:schemeClr val="dk1"/>
          </a:fillRef>
          <a:effectRef idx="0">
            <a:schemeClr val="dk1"/>
          </a:effectRef>
          <a:fontRef idx="minor">
            <a:schemeClr val="tx1"/>
          </a:fontRef>
        </p:style>
      </p:cxnSp>
      <p:cxnSp>
        <p:nvCxnSpPr>
          <p:cNvPr id="27" name="肘形接點 68">
            <a:extLst>
              <a:ext uri="{FF2B5EF4-FFF2-40B4-BE49-F238E27FC236}">
                <a16:creationId xmlns:a16="http://schemas.microsoft.com/office/drawing/2014/main" id="{4D315B82-E1CA-313C-D4BB-3BBD9FD7F973}"/>
              </a:ext>
            </a:extLst>
          </p:cNvPr>
          <p:cNvCxnSpPr>
            <a:cxnSpLocks/>
            <a:stCxn id="88" idx="2"/>
            <a:endCxn id="84" idx="0"/>
          </p:cNvCxnSpPr>
          <p:nvPr/>
        </p:nvCxnSpPr>
        <p:spPr>
          <a:xfrm rot="5400000">
            <a:off x="3796850" y="4084446"/>
            <a:ext cx="2014900" cy="2133600"/>
          </a:xfrm>
          <a:prstGeom prst="bentConnector3">
            <a:avLst>
              <a:gd name="adj1" fmla="val 67018"/>
            </a:avLst>
          </a:prstGeom>
          <a:ln>
            <a:tailEnd type="triangle"/>
          </a:ln>
        </p:spPr>
        <p:style>
          <a:lnRef idx="1">
            <a:schemeClr val="dk1"/>
          </a:lnRef>
          <a:fillRef idx="0">
            <a:schemeClr val="dk1"/>
          </a:fillRef>
          <a:effectRef idx="0">
            <a:schemeClr val="dk1"/>
          </a:effectRef>
          <a:fontRef idx="minor">
            <a:schemeClr val="tx1"/>
          </a:fontRef>
        </p:style>
      </p:cxnSp>
      <p:sp>
        <p:nvSpPr>
          <p:cNvPr id="35" name="流程圖: 決策 50">
            <a:extLst>
              <a:ext uri="{FF2B5EF4-FFF2-40B4-BE49-F238E27FC236}">
                <a16:creationId xmlns:a16="http://schemas.microsoft.com/office/drawing/2014/main" id="{8037CA89-DBE3-1441-8E4C-7EA04E993D61}"/>
              </a:ext>
            </a:extLst>
          </p:cNvPr>
          <p:cNvSpPr/>
          <p:nvPr/>
        </p:nvSpPr>
        <p:spPr bwMode="auto">
          <a:xfrm>
            <a:off x="5114738" y="6223136"/>
            <a:ext cx="1841949" cy="712200"/>
          </a:xfrm>
          <a:prstGeom prst="flowChartDecision">
            <a:avLst/>
          </a:prstGeom>
          <a:solidFill>
            <a:schemeClr val="bg1"/>
          </a:solidFill>
          <a:ln w="3175">
            <a:solidFill>
              <a:schemeClr val="tx1"/>
            </a:solidFill>
            <a:miter lim="800000"/>
            <a:headEnd/>
            <a:tailEnd/>
          </a:ln>
          <a:effectLst>
            <a:outerShdw dist="85194" dir="1593903" algn="ctr" rotWithShape="0">
              <a:schemeClr val="bg2">
                <a:alpha val="50000"/>
              </a:schemeClr>
            </a:outerShdw>
          </a:effectLst>
        </p:spPr>
        <p:txBody>
          <a:bodyPr rot="0" spcFirstLastPara="0" vertOverflow="overflow" horzOverflow="overflow" vert="horz" wrap="none" lIns="152823" tIns="76412" rIns="152823" bIns="76412" numCol="1" spcCol="0" rtlCol="0" fromWordArt="0" anchor="ctr" anchorCtr="0" forceAA="0" compatLnSpc="1">
            <a:prstTxWarp prst="textNoShape">
              <a:avLst/>
            </a:prstTxWarp>
            <a:noAutofit/>
          </a:bodyPr>
          <a:lstStyle/>
          <a:p>
            <a:pPr algn="ctr" eaLnBrk="0" hangingPunct="0"/>
            <a:r>
              <a:rPr lang="zh-TW" altLang="en-US" sz="1500" dirty="0">
                <a:latin typeface="微軟正黑體" panose="020B0604030504040204" pitchFamily="34" charset="-120"/>
                <a:ea typeface="微軟正黑體" panose="020B0604030504040204" pitchFamily="34" charset="-120"/>
              </a:rPr>
              <a:t>簽核通過</a:t>
            </a:r>
          </a:p>
        </p:txBody>
      </p:sp>
      <p:cxnSp>
        <p:nvCxnSpPr>
          <p:cNvPr id="51" name="肘形接點 68">
            <a:extLst>
              <a:ext uri="{FF2B5EF4-FFF2-40B4-BE49-F238E27FC236}">
                <a16:creationId xmlns:a16="http://schemas.microsoft.com/office/drawing/2014/main" id="{2AA47122-2BF1-7633-656B-9B6710026CD9}"/>
              </a:ext>
            </a:extLst>
          </p:cNvPr>
          <p:cNvCxnSpPr>
            <a:cxnSpLocks/>
            <a:stCxn id="35" idx="3"/>
            <a:endCxn id="81" idx="1"/>
          </p:cNvCxnSpPr>
          <p:nvPr/>
        </p:nvCxnSpPr>
        <p:spPr>
          <a:xfrm>
            <a:off x="6956687" y="6579236"/>
            <a:ext cx="683896" cy="6045"/>
          </a:xfrm>
          <a:prstGeom prst="bentConnector3">
            <a:avLst>
              <a:gd name="adj1" fmla="val 50000"/>
            </a:avLst>
          </a:prstGeom>
          <a:ln>
            <a:tailEnd type="triangle"/>
          </a:ln>
        </p:spPr>
        <p:style>
          <a:lnRef idx="1">
            <a:schemeClr val="dk1"/>
          </a:lnRef>
          <a:fillRef idx="0">
            <a:schemeClr val="dk1"/>
          </a:fillRef>
          <a:effectRef idx="0">
            <a:schemeClr val="dk1"/>
          </a:effectRef>
          <a:fontRef idx="minor">
            <a:schemeClr val="tx1"/>
          </a:fontRef>
        </p:style>
      </p:cxnSp>
      <p:sp>
        <p:nvSpPr>
          <p:cNvPr id="210" name="文字方塊 17">
            <a:extLst>
              <a:ext uri="{FF2B5EF4-FFF2-40B4-BE49-F238E27FC236}">
                <a16:creationId xmlns:a16="http://schemas.microsoft.com/office/drawing/2014/main" id="{306A0461-FB0A-6B8E-26F4-F4121B822258}"/>
              </a:ext>
            </a:extLst>
          </p:cNvPr>
          <p:cNvSpPr txBox="1"/>
          <p:nvPr/>
        </p:nvSpPr>
        <p:spPr>
          <a:xfrm>
            <a:off x="7497110" y="1403862"/>
            <a:ext cx="1828530" cy="346249"/>
          </a:xfrm>
          <a:prstGeom prst="rect">
            <a:avLst/>
          </a:prstGeom>
          <a:noFill/>
        </p:spPr>
        <p:txBody>
          <a:bodyPr wrap="square" rtlCol="0">
            <a:spAutoFit/>
          </a:bodyPr>
          <a:lstStyle/>
          <a:p>
            <a:pPr algn="ctr"/>
            <a:r>
              <a:rPr lang="zh-TW" altLang="en-US" sz="1650" dirty="0">
                <a:latin typeface="微軟正黑體" panose="020B0604030504040204" pitchFamily="34" charset="-120"/>
                <a:ea typeface="微軟正黑體" panose="020B0604030504040204" pitchFamily="34" charset="-120"/>
              </a:rPr>
              <a:t>處主管</a:t>
            </a:r>
          </a:p>
        </p:txBody>
      </p:sp>
      <p:cxnSp>
        <p:nvCxnSpPr>
          <p:cNvPr id="217" name="肘形接點 68">
            <a:extLst>
              <a:ext uri="{FF2B5EF4-FFF2-40B4-BE49-F238E27FC236}">
                <a16:creationId xmlns:a16="http://schemas.microsoft.com/office/drawing/2014/main" id="{3C63507D-83FD-0025-3EF4-B6F87A20780B}"/>
              </a:ext>
            </a:extLst>
          </p:cNvPr>
          <p:cNvCxnSpPr>
            <a:cxnSpLocks/>
            <a:stCxn id="35" idx="2"/>
            <a:endCxn id="80" idx="0"/>
          </p:cNvCxnSpPr>
          <p:nvPr/>
        </p:nvCxnSpPr>
        <p:spPr>
          <a:xfrm rot="16200000" flipH="1">
            <a:off x="5627211" y="7343837"/>
            <a:ext cx="817925" cy="921"/>
          </a:xfrm>
          <a:prstGeom prst="bentConnector3">
            <a:avLst>
              <a:gd name="adj1" fmla="val 50000"/>
            </a:avLst>
          </a:prstGeom>
          <a:ln>
            <a:tailEnd type="triangle"/>
          </a:ln>
        </p:spPr>
        <p:style>
          <a:lnRef idx="1">
            <a:schemeClr val="dk1"/>
          </a:lnRef>
          <a:fillRef idx="0">
            <a:schemeClr val="dk1"/>
          </a:fillRef>
          <a:effectRef idx="0">
            <a:schemeClr val="dk1"/>
          </a:effectRef>
          <a:fontRef idx="minor">
            <a:schemeClr val="tx1"/>
          </a:fontRef>
        </p:style>
      </p:cxnSp>
      <p:graphicFrame>
        <p:nvGraphicFramePr>
          <p:cNvPr id="231" name="表格 30">
            <a:extLst>
              <a:ext uri="{FF2B5EF4-FFF2-40B4-BE49-F238E27FC236}">
                <a16:creationId xmlns:a16="http://schemas.microsoft.com/office/drawing/2014/main" id="{E2D1DE07-F765-0D8A-0A3C-D52A5A690ECB}"/>
              </a:ext>
            </a:extLst>
          </p:cNvPr>
          <p:cNvGraphicFramePr>
            <a:graphicFrameLocks noGrp="1"/>
          </p:cNvGraphicFramePr>
          <p:nvPr/>
        </p:nvGraphicFramePr>
        <p:xfrm>
          <a:off x="9962864" y="2137893"/>
          <a:ext cx="1797832" cy="1134202"/>
        </p:xfrm>
        <a:graphic>
          <a:graphicData uri="http://schemas.openxmlformats.org/drawingml/2006/table">
            <a:tbl>
              <a:tblPr>
                <a:tableStyleId>{5940675A-B579-460E-94D1-54222C63F5DA}</a:tableStyleId>
              </a:tblPr>
              <a:tblGrid>
                <a:gridCol w="898916">
                  <a:extLst>
                    <a:ext uri="{9D8B030D-6E8A-4147-A177-3AD203B41FA5}">
                      <a16:colId xmlns:a16="http://schemas.microsoft.com/office/drawing/2014/main" val="3433979995"/>
                    </a:ext>
                  </a:extLst>
                </a:gridCol>
                <a:gridCol w="898916">
                  <a:extLst>
                    <a:ext uri="{9D8B030D-6E8A-4147-A177-3AD203B41FA5}">
                      <a16:colId xmlns:a16="http://schemas.microsoft.com/office/drawing/2014/main" val="3727974752"/>
                    </a:ext>
                  </a:extLst>
                </a:gridCol>
              </a:tblGrid>
              <a:tr h="332510">
                <a:tc gridSpan="2">
                  <a:txBody>
                    <a:bodyPr/>
                    <a:lstStyle/>
                    <a:p>
                      <a:pPr algn="ctr"/>
                      <a:r>
                        <a:rPr lang="en-GB" sz="1400" b="1" dirty="0">
                          <a:solidFill>
                            <a:schemeClr val="tx1"/>
                          </a:solidFill>
                          <a:latin typeface="微軟正黑體" panose="020B0604030504040204" pitchFamily="34" charset="-120"/>
                          <a:ea typeface="微軟正黑體" panose="020B0604030504040204" pitchFamily="34" charset="-120"/>
                        </a:rPr>
                        <a:t>ME57</a:t>
                      </a:r>
                    </a:p>
                  </a:txBody>
                  <a:tcPr marL="124691" marR="124691" marT="62346" marB="62346">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dirty="0"/>
                    </a:p>
                  </a:txBody>
                  <a:tcPr/>
                </a:tc>
                <a:extLst>
                  <a:ext uri="{0D108BD9-81ED-4DB2-BD59-A6C34878D82A}">
                    <a16:rowId xmlns:a16="http://schemas.microsoft.com/office/drawing/2014/main" val="3125084632"/>
                  </a:ext>
                </a:extLst>
              </a:tr>
              <a:tr h="484608">
                <a:tc gridSpan="2">
                  <a:txBody>
                    <a:bodyPr/>
                    <a:lstStyle/>
                    <a:p>
                      <a:pPr algn="ctr" eaLnBrk="0" hangingPunct="0"/>
                      <a:r>
                        <a:rPr kumimoji="0" lang="zh-TW" altLang="en-US" sz="1400" dirty="0">
                          <a:latin typeface="微軟正黑體" panose="020B0604030504040204" pitchFamily="34" charset="-120"/>
                          <a:ea typeface="微軟正黑體" panose="020B0604030504040204" pitchFamily="34" charset="-120"/>
                        </a:rPr>
                        <a:t>請購單轉採購單</a:t>
                      </a:r>
                    </a:p>
                  </a:txBody>
                  <a:tcPr marL="124691" marR="124691" marT="62346" marB="62346">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dirty="0"/>
                    </a:p>
                  </a:txBody>
                  <a:tcPr/>
                </a:tc>
                <a:extLst>
                  <a:ext uri="{0D108BD9-81ED-4DB2-BD59-A6C34878D82A}">
                    <a16:rowId xmlns:a16="http://schemas.microsoft.com/office/drawing/2014/main" val="1006350340"/>
                  </a:ext>
                </a:extLst>
              </a:tr>
              <a:tr h="306000">
                <a:tc>
                  <a:txBody>
                    <a:bodyPr/>
                    <a:lstStyle/>
                    <a:p>
                      <a:pPr algn="ctr"/>
                      <a:r>
                        <a:rPr lang="en-US" sz="1400" dirty="0">
                          <a:latin typeface="微軟正黑體" panose="020B0604030504040204" pitchFamily="34" charset="-120"/>
                          <a:ea typeface="微軟正黑體" panose="020B0604030504040204" pitchFamily="34" charset="-120"/>
                        </a:rPr>
                        <a:t>SAP</a:t>
                      </a:r>
                      <a:endParaRPr lang="en-GB" sz="1400" dirty="0">
                        <a:latin typeface="微軟正黑體" panose="020B0604030504040204" pitchFamily="34" charset="-120"/>
                        <a:ea typeface="微軟正黑體" panose="020B0604030504040204" pitchFamily="34" charset="-120"/>
                      </a:endParaRPr>
                    </a:p>
                  </a:txBody>
                  <a:tcPr marL="54000" marR="54000" marT="49091" marB="49091">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lang="zh-TW" altLang="en-US" sz="1400" dirty="0">
                          <a:latin typeface="微軟正黑體" panose="020B0604030504040204" pitchFamily="34" charset="-120"/>
                          <a:ea typeface="微軟正黑體" panose="020B0604030504040204" pitchFamily="34" charset="-120"/>
                        </a:rPr>
                        <a:t>手動</a:t>
                      </a:r>
                      <a:endParaRPr lang="en-GB" sz="1400" dirty="0">
                        <a:latin typeface="微軟正黑體" panose="020B0604030504040204" pitchFamily="34" charset="-120"/>
                        <a:ea typeface="微軟正黑體" panose="020B0604030504040204" pitchFamily="34" charset="-120"/>
                      </a:endParaRPr>
                    </a:p>
                  </a:txBody>
                  <a:tcPr marL="54000" marR="54000" marT="49091" marB="49091">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053335046"/>
                  </a:ext>
                </a:extLst>
              </a:tr>
            </a:tbl>
          </a:graphicData>
        </a:graphic>
      </p:graphicFrame>
      <p:cxnSp>
        <p:nvCxnSpPr>
          <p:cNvPr id="239" name="肘形接點 68">
            <a:extLst>
              <a:ext uri="{FF2B5EF4-FFF2-40B4-BE49-F238E27FC236}">
                <a16:creationId xmlns:a16="http://schemas.microsoft.com/office/drawing/2014/main" id="{6710C215-D2A9-AE8A-C825-CAB394FDF69B}"/>
              </a:ext>
            </a:extLst>
          </p:cNvPr>
          <p:cNvCxnSpPr>
            <a:cxnSpLocks/>
            <a:stCxn id="231" idx="2"/>
            <a:endCxn id="123" idx="0"/>
          </p:cNvCxnSpPr>
          <p:nvPr/>
        </p:nvCxnSpPr>
        <p:spPr>
          <a:xfrm rot="5400000">
            <a:off x="10580758" y="3552911"/>
            <a:ext cx="561838" cy="207"/>
          </a:xfrm>
          <a:prstGeom prst="bentConnector3">
            <a:avLst>
              <a:gd name="adj1" fmla="val 50000"/>
            </a:avLst>
          </a:prstGeom>
          <a:ln>
            <a:tailEnd type="triangle"/>
          </a:ln>
        </p:spPr>
        <p:style>
          <a:lnRef idx="1">
            <a:schemeClr val="dk1"/>
          </a:lnRef>
          <a:fillRef idx="0">
            <a:schemeClr val="dk1"/>
          </a:fillRef>
          <a:effectRef idx="0">
            <a:schemeClr val="dk1"/>
          </a:effectRef>
          <a:fontRef idx="minor">
            <a:schemeClr val="tx1"/>
          </a:fontRef>
        </p:style>
      </p:cxnSp>
      <p:graphicFrame>
        <p:nvGraphicFramePr>
          <p:cNvPr id="240" name="表格 30">
            <a:extLst>
              <a:ext uri="{FF2B5EF4-FFF2-40B4-BE49-F238E27FC236}">
                <a16:creationId xmlns:a16="http://schemas.microsoft.com/office/drawing/2014/main" id="{D50514A0-AA46-1916-EFBB-5F1C0FA347E6}"/>
              </a:ext>
            </a:extLst>
          </p:cNvPr>
          <p:cNvGraphicFramePr>
            <a:graphicFrameLocks noGrp="1"/>
          </p:cNvGraphicFramePr>
          <p:nvPr/>
        </p:nvGraphicFramePr>
        <p:xfrm>
          <a:off x="9964982" y="5423423"/>
          <a:ext cx="1797832" cy="1238400"/>
        </p:xfrm>
        <a:graphic>
          <a:graphicData uri="http://schemas.openxmlformats.org/drawingml/2006/table">
            <a:tbl>
              <a:tblPr>
                <a:tableStyleId>{5940675A-B579-460E-94D1-54222C63F5DA}</a:tableStyleId>
              </a:tblPr>
              <a:tblGrid>
                <a:gridCol w="898916">
                  <a:extLst>
                    <a:ext uri="{9D8B030D-6E8A-4147-A177-3AD203B41FA5}">
                      <a16:colId xmlns:a16="http://schemas.microsoft.com/office/drawing/2014/main" val="3433979995"/>
                    </a:ext>
                  </a:extLst>
                </a:gridCol>
                <a:gridCol w="898916">
                  <a:extLst>
                    <a:ext uri="{9D8B030D-6E8A-4147-A177-3AD203B41FA5}">
                      <a16:colId xmlns:a16="http://schemas.microsoft.com/office/drawing/2014/main" val="3727974752"/>
                    </a:ext>
                  </a:extLst>
                </a:gridCol>
              </a:tblGrid>
              <a:tr h="336600">
                <a:tc gridSpan="2">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GB" altLang="zh-TW" sz="1500" b="1" dirty="0">
                          <a:solidFill>
                            <a:schemeClr val="tx1"/>
                          </a:solidFill>
                          <a:latin typeface="微軟正黑體" panose="020B0604030504040204" pitchFamily="34" charset="-120"/>
                          <a:ea typeface="微軟正黑體" panose="020B0604030504040204" pitchFamily="34" charset="-120"/>
                        </a:rPr>
                        <a:t>ZMM019</a:t>
                      </a:r>
                    </a:p>
                  </a:txBody>
                  <a:tcPr marL="54000" marR="54000"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dirty="0"/>
                    </a:p>
                  </a:txBody>
                  <a:tcPr/>
                </a:tc>
                <a:extLst>
                  <a:ext uri="{0D108BD9-81ED-4DB2-BD59-A6C34878D82A}">
                    <a16:rowId xmlns:a16="http://schemas.microsoft.com/office/drawing/2014/main" val="3125084632"/>
                  </a:ext>
                </a:extLst>
              </a:tr>
              <a:tr h="565200">
                <a:tc gridSpan="2">
                  <a:txBody>
                    <a:bodyPr/>
                    <a:lstStyle/>
                    <a:p>
                      <a:pPr algn="ctr"/>
                      <a:r>
                        <a:rPr lang="zh-TW" altLang="en-US" sz="1500" dirty="0">
                          <a:latin typeface="微軟正黑體" panose="020B0604030504040204" pitchFamily="34" charset="-120"/>
                          <a:ea typeface="微軟正黑體" panose="020B0604030504040204" pitchFamily="34" charset="-120"/>
                        </a:rPr>
                        <a:t>將採購單發起</a:t>
                      </a:r>
                      <a:r>
                        <a:rPr lang="en-US" altLang="zh-TW" sz="1500" dirty="0">
                          <a:latin typeface="微軟正黑體" panose="020B0604030504040204" pitchFamily="34" charset="-120"/>
                          <a:ea typeface="微軟正黑體" panose="020B0604030504040204" pitchFamily="34" charset="-120"/>
                        </a:rPr>
                        <a:t>BPM</a:t>
                      </a:r>
                      <a:r>
                        <a:rPr lang="zh-TW" altLang="en-US" sz="1500" dirty="0">
                          <a:latin typeface="微軟正黑體" panose="020B0604030504040204" pitchFamily="34" charset="-120"/>
                          <a:ea typeface="微軟正黑體" panose="020B0604030504040204" pitchFamily="34" charset="-120"/>
                        </a:rPr>
                        <a:t>簽核</a:t>
                      </a:r>
                      <a:endParaRPr lang="en-US" altLang="zh-TW" sz="1500" dirty="0">
                        <a:latin typeface="微軟正黑體" panose="020B0604030504040204" pitchFamily="34" charset="-120"/>
                        <a:ea typeface="微軟正黑體" panose="020B0604030504040204" pitchFamily="34" charset="-120"/>
                      </a:endParaRPr>
                    </a:p>
                  </a:txBody>
                  <a:tcPr marL="54000" marR="54000"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dirty="0"/>
                    </a:p>
                  </a:txBody>
                  <a:tcPr/>
                </a:tc>
                <a:extLst>
                  <a:ext uri="{0D108BD9-81ED-4DB2-BD59-A6C34878D82A}">
                    <a16:rowId xmlns:a16="http://schemas.microsoft.com/office/drawing/2014/main" val="1006350340"/>
                  </a:ext>
                </a:extLst>
              </a:tr>
              <a:tr h="336600">
                <a:tc>
                  <a:txBody>
                    <a:bodyPr/>
                    <a:lstStyle/>
                    <a:p>
                      <a:pPr algn="ctr"/>
                      <a:r>
                        <a:rPr lang="en-US" altLang="zh-TW" sz="1500" dirty="0">
                          <a:latin typeface="微軟正黑體" panose="020B0604030504040204" pitchFamily="34" charset="-120"/>
                          <a:ea typeface="微軟正黑體" panose="020B0604030504040204" pitchFamily="34" charset="-120"/>
                        </a:rPr>
                        <a:t>SAP</a:t>
                      </a:r>
                      <a:endParaRPr lang="en-GB" sz="1500" dirty="0">
                        <a:latin typeface="微軟正黑體" panose="020B0604030504040204" pitchFamily="34" charset="-120"/>
                        <a:ea typeface="微軟正黑體" panose="020B0604030504040204" pitchFamily="34" charset="-120"/>
                      </a:endParaRPr>
                    </a:p>
                  </a:txBody>
                  <a:tcPr marL="54000" marR="54000"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lang="zh-TW" altLang="en-US" sz="1500" dirty="0">
                          <a:latin typeface="微軟正黑體" panose="020B0604030504040204" pitchFamily="34" charset="-120"/>
                          <a:ea typeface="微軟正黑體" panose="020B0604030504040204" pitchFamily="34" charset="-120"/>
                        </a:rPr>
                        <a:t>手動</a:t>
                      </a:r>
                      <a:endParaRPr lang="en-GB" altLang="zh-TW" sz="1500" dirty="0">
                        <a:latin typeface="微軟正黑體" panose="020B0604030504040204" pitchFamily="34" charset="-120"/>
                        <a:ea typeface="微軟正黑體" panose="020B0604030504040204" pitchFamily="34" charset="-120"/>
                      </a:endParaRPr>
                    </a:p>
                  </a:txBody>
                  <a:tcPr marL="54000" marR="54000"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053335046"/>
                  </a:ext>
                </a:extLst>
              </a:tr>
            </a:tbl>
          </a:graphicData>
        </a:graphic>
      </p:graphicFrame>
      <p:cxnSp>
        <p:nvCxnSpPr>
          <p:cNvPr id="241" name="肘形接點 68">
            <a:extLst>
              <a:ext uri="{FF2B5EF4-FFF2-40B4-BE49-F238E27FC236}">
                <a16:creationId xmlns:a16="http://schemas.microsoft.com/office/drawing/2014/main" id="{A46CDCFE-67EF-4E51-A944-F4A0C09EC5BD}"/>
              </a:ext>
            </a:extLst>
          </p:cNvPr>
          <p:cNvCxnSpPr>
            <a:cxnSpLocks/>
            <a:stCxn id="240" idx="2"/>
            <a:endCxn id="193" idx="1"/>
          </p:cNvCxnSpPr>
          <p:nvPr/>
        </p:nvCxnSpPr>
        <p:spPr>
          <a:xfrm rot="16200000" flipH="1">
            <a:off x="11314019" y="6211702"/>
            <a:ext cx="1138889" cy="2039130"/>
          </a:xfrm>
          <a:prstGeom prst="bentConnector2">
            <a:avLst/>
          </a:prstGeom>
          <a:ln>
            <a:tailEnd type="triangle"/>
          </a:ln>
        </p:spPr>
        <p:style>
          <a:lnRef idx="1">
            <a:schemeClr val="dk1"/>
          </a:lnRef>
          <a:fillRef idx="0">
            <a:schemeClr val="dk1"/>
          </a:fillRef>
          <a:effectRef idx="0">
            <a:schemeClr val="dk1"/>
          </a:effectRef>
          <a:fontRef idx="minor">
            <a:schemeClr val="tx1"/>
          </a:fontRef>
        </p:style>
      </p:cxnSp>
      <p:cxnSp>
        <p:nvCxnSpPr>
          <p:cNvPr id="42" name="Straight Connector 284">
            <a:extLst>
              <a:ext uri="{FF2B5EF4-FFF2-40B4-BE49-F238E27FC236}">
                <a16:creationId xmlns:a16="http://schemas.microsoft.com/office/drawing/2014/main" id="{3E7471C9-C79F-A59B-27B9-5790F81098EC}"/>
              </a:ext>
            </a:extLst>
          </p:cNvPr>
          <p:cNvCxnSpPr>
            <a:cxnSpLocks/>
          </p:cNvCxnSpPr>
          <p:nvPr/>
        </p:nvCxnSpPr>
        <p:spPr>
          <a:xfrm>
            <a:off x="9813581" y="1339059"/>
            <a:ext cx="0" cy="881210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93" name="流程圖: 換頁接點 52">
            <a:extLst>
              <a:ext uri="{FF2B5EF4-FFF2-40B4-BE49-F238E27FC236}">
                <a16:creationId xmlns:a16="http://schemas.microsoft.com/office/drawing/2014/main" id="{81294BE7-C300-D1CD-4376-34B54DFCC2AF}"/>
              </a:ext>
            </a:extLst>
          </p:cNvPr>
          <p:cNvSpPr/>
          <p:nvPr/>
        </p:nvSpPr>
        <p:spPr bwMode="auto">
          <a:xfrm>
            <a:off x="12903028" y="7567060"/>
            <a:ext cx="560627" cy="467303"/>
          </a:xfrm>
          <a:prstGeom prst="flowChartOffpageConnector">
            <a:avLst/>
          </a:prstGeom>
          <a:solidFill>
            <a:schemeClr val="bg1"/>
          </a:solidFill>
          <a:ln w="3175">
            <a:solidFill>
              <a:schemeClr val="tx1"/>
            </a:solidFill>
            <a:miter lim="800000"/>
            <a:headEnd/>
            <a:tailEnd/>
          </a:ln>
          <a:effectLst>
            <a:outerShdw dist="85194" dir="1593903" algn="ctr" rotWithShape="0">
              <a:schemeClr val="bg2">
                <a:alpha val="50000"/>
              </a:schemeClr>
            </a:outerShdw>
          </a:effectLst>
        </p:spPr>
        <p:txBody>
          <a:bodyPr rot="0" spcFirstLastPara="0" vertOverflow="overflow" horzOverflow="overflow" vert="horz" wrap="none" lIns="152823" tIns="76412" rIns="152823" bIns="76412" numCol="1" spcCol="0" rtlCol="0" fromWordArt="0" anchor="ctr" anchorCtr="0" forceAA="0" compatLnSpc="1">
            <a:prstTxWarp prst="textNoShape">
              <a:avLst/>
            </a:prstTxWarp>
            <a:noAutofit/>
          </a:bodyPr>
          <a:lstStyle/>
          <a:p>
            <a:pPr algn="ctr" eaLnBrk="0" hangingPunct="0"/>
            <a:r>
              <a:rPr lang="en-US" altLang="zh-TW" dirty="0">
                <a:latin typeface="微軟正黑體" panose="020B0604030504040204" pitchFamily="34" charset="-120"/>
                <a:ea typeface="微軟正黑體" panose="020B0604030504040204" pitchFamily="34" charset="-120"/>
              </a:rPr>
              <a:t>P2</a:t>
            </a:r>
            <a:endParaRPr lang="zh-TW" altLang="en-US" dirty="0">
              <a:latin typeface="微軟正黑體" panose="020B0604030504040204" pitchFamily="34" charset="-120"/>
              <a:ea typeface="微軟正黑體" panose="020B0604030504040204" pitchFamily="34" charset="-120"/>
            </a:endParaRPr>
          </a:p>
        </p:txBody>
      </p:sp>
      <p:sp>
        <p:nvSpPr>
          <p:cNvPr id="195" name="文字方塊 194">
            <a:extLst>
              <a:ext uri="{FF2B5EF4-FFF2-40B4-BE49-F238E27FC236}">
                <a16:creationId xmlns:a16="http://schemas.microsoft.com/office/drawing/2014/main" id="{6FB1FA4C-3B8A-FBB5-B280-85555F843464}"/>
              </a:ext>
            </a:extLst>
          </p:cNvPr>
          <p:cNvSpPr txBox="1"/>
          <p:nvPr/>
        </p:nvSpPr>
        <p:spPr>
          <a:xfrm>
            <a:off x="6067850" y="7168310"/>
            <a:ext cx="788670" cy="300082"/>
          </a:xfrm>
          <a:prstGeom prst="rect">
            <a:avLst/>
          </a:prstGeom>
          <a:noFill/>
        </p:spPr>
        <p:txBody>
          <a:bodyPr wrap="square">
            <a:spAutoFit/>
          </a:bodyPr>
          <a:lstStyle/>
          <a:p>
            <a:r>
              <a:rPr lang="zh-TW" altLang="en-US" sz="1350" dirty="0">
                <a:latin typeface="微軟正黑體" panose="020B0604030504040204" pitchFamily="34" charset="-120"/>
                <a:ea typeface="微軟正黑體" panose="020B0604030504040204" pitchFamily="34" charset="-120"/>
              </a:rPr>
              <a:t>否</a:t>
            </a:r>
            <a:endParaRPr lang="zh-TW" altLang="en-US" sz="1350" dirty="0"/>
          </a:p>
        </p:txBody>
      </p:sp>
      <p:sp>
        <p:nvSpPr>
          <p:cNvPr id="196" name="文字方塊 195">
            <a:extLst>
              <a:ext uri="{FF2B5EF4-FFF2-40B4-BE49-F238E27FC236}">
                <a16:creationId xmlns:a16="http://schemas.microsoft.com/office/drawing/2014/main" id="{29D95A87-8E81-E79E-403B-C860DCAF45F5}"/>
              </a:ext>
            </a:extLst>
          </p:cNvPr>
          <p:cNvSpPr txBox="1"/>
          <p:nvPr/>
        </p:nvSpPr>
        <p:spPr>
          <a:xfrm>
            <a:off x="6783462" y="6188302"/>
            <a:ext cx="788670" cy="300082"/>
          </a:xfrm>
          <a:prstGeom prst="rect">
            <a:avLst/>
          </a:prstGeom>
          <a:noFill/>
        </p:spPr>
        <p:txBody>
          <a:bodyPr wrap="square">
            <a:spAutoFit/>
          </a:bodyPr>
          <a:lstStyle/>
          <a:p>
            <a:r>
              <a:rPr lang="zh-TW" altLang="en-US" sz="1350" dirty="0">
                <a:latin typeface="微軟正黑體" panose="020B0604030504040204" pitchFamily="34" charset="-120"/>
                <a:ea typeface="微軟正黑體" panose="020B0604030504040204" pitchFamily="34" charset="-120"/>
              </a:rPr>
              <a:t>是</a:t>
            </a:r>
            <a:endParaRPr lang="zh-TW" altLang="en-US" sz="1350" dirty="0"/>
          </a:p>
        </p:txBody>
      </p:sp>
      <p:sp>
        <p:nvSpPr>
          <p:cNvPr id="8" name="文字方塊 17">
            <a:extLst>
              <a:ext uri="{FF2B5EF4-FFF2-40B4-BE49-F238E27FC236}">
                <a16:creationId xmlns:a16="http://schemas.microsoft.com/office/drawing/2014/main" id="{BBC38995-B8DF-63A0-4401-9FE50A36E787}"/>
              </a:ext>
            </a:extLst>
          </p:cNvPr>
          <p:cNvSpPr txBox="1"/>
          <p:nvPr/>
        </p:nvSpPr>
        <p:spPr>
          <a:xfrm>
            <a:off x="2478158" y="1363001"/>
            <a:ext cx="4909600" cy="307777"/>
          </a:xfrm>
          <a:prstGeom prst="rect">
            <a:avLst/>
          </a:prstGeom>
          <a:noFill/>
        </p:spPr>
        <p:txBody>
          <a:bodyPr wrap="square" rtlCol="0">
            <a:spAutoFit/>
          </a:bodyPr>
          <a:lstStyle/>
          <a:p>
            <a:pPr algn="ctr"/>
            <a:r>
              <a:rPr lang="zh-TW" altLang="en-US" sz="1400" dirty="0">
                <a:latin typeface="微軟正黑體" panose="020B0604030504040204" pitchFamily="34" charset="-120"/>
                <a:ea typeface="微軟正黑體" panose="020B0604030504040204" pitchFamily="34" charset="-120"/>
              </a:rPr>
              <a:t>開發、樣品室及廠廠、總生管、廠務單位</a:t>
            </a:r>
            <a:r>
              <a:rPr lang="en-US" altLang="zh-TW" sz="1400" dirty="0">
                <a:latin typeface="微軟正黑體" panose="020B0604030504040204" pitchFamily="34" charset="-120"/>
                <a:ea typeface="微軟正黑體" panose="020B0604030504040204" pitchFamily="34" charset="-120"/>
              </a:rPr>
              <a:t>;</a:t>
            </a:r>
            <a:r>
              <a:rPr lang="zh-TW" altLang="en-US" sz="1400" dirty="0">
                <a:latin typeface="微軟正黑體" panose="020B0604030504040204" pitchFamily="34" charset="-120"/>
                <a:ea typeface="微軟正黑體" panose="020B0604030504040204" pitchFamily="34" charset="-120"/>
              </a:rPr>
              <a:t>化工</a:t>
            </a:r>
            <a:r>
              <a:rPr lang="en-US" altLang="zh-TW" sz="1400" dirty="0">
                <a:latin typeface="微軟正黑體" panose="020B0604030504040204" pitchFamily="34" charset="-120"/>
                <a:ea typeface="微軟正黑體" panose="020B0604030504040204" pitchFamily="34" charset="-120"/>
              </a:rPr>
              <a:t>:</a:t>
            </a:r>
            <a:r>
              <a:rPr lang="zh-TW" altLang="en-US" sz="1400" dirty="0">
                <a:latin typeface="微軟正黑體" panose="020B0604030504040204" pitchFamily="34" charset="-120"/>
                <a:ea typeface="微軟正黑體" panose="020B0604030504040204" pitchFamily="34" charset="-120"/>
              </a:rPr>
              <a:t>開發及業務</a:t>
            </a:r>
          </a:p>
        </p:txBody>
      </p:sp>
      <p:sp>
        <p:nvSpPr>
          <p:cNvPr id="2" name="TextBox 53">
            <a:extLst>
              <a:ext uri="{FF2B5EF4-FFF2-40B4-BE49-F238E27FC236}">
                <a16:creationId xmlns:a16="http://schemas.microsoft.com/office/drawing/2014/main" id="{B72E3EFF-4B3C-A9C8-E3E4-F926D0F3D738}"/>
              </a:ext>
            </a:extLst>
          </p:cNvPr>
          <p:cNvSpPr txBox="1"/>
          <p:nvPr/>
        </p:nvSpPr>
        <p:spPr>
          <a:xfrm>
            <a:off x="14380627" y="2064631"/>
            <a:ext cx="3594197" cy="9510296"/>
          </a:xfrm>
          <a:prstGeom prst="rect">
            <a:avLst/>
          </a:prstGeom>
          <a:noFill/>
        </p:spPr>
        <p:txBody>
          <a:bodyPr wrap="square" rtlCol="0">
            <a:spAutoFit/>
          </a:bodyPr>
          <a:lstStyle/>
          <a:p>
            <a:r>
              <a:rPr lang="zh-TW" altLang="en-US" dirty="0">
                <a:latin typeface="微軟正黑體" panose="020B0604030504040204" pitchFamily="34" charset="-120"/>
                <a:ea typeface="微軟正黑體" panose="020B0604030504040204" pitchFamily="34" charset="-120"/>
              </a:rPr>
              <a:t>楦頭</a:t>
            </a:r>
            <a:r>
              <a:rPr lang="en-US" altLang="zh-TW" dirty="0">
                <a:latin typeface="微軟正黑體" panose="020B0604030504040204" pitchFamily="34" charset="-120"/>
                <a:ea typeface="微軟正黑體" panose="020B0604030504040204" pitchFamily="34" charset="-120"/>
              </a:rPr>
              <a:t>/</a:t>
            </a:r>
            <a:r>
              <a:rPr lang="zh-TW" altLang="en-US" dirty="0">
                <a:latin typeface="微軟正黑體" panose="020B0604030504040204" pitchFamily="34" charset="-120"/>
                <a:ea typeface="微軟正黑體" panose="020B0604030504040204" pitchFamily="34" charset="-120"/>
              </a:rPr>
              <a:t>模具以外的製工具</a:t>
            </a:r>
            <a:r>
              <a:rPr lang="en-US" altLang="zh-TW" dirty="0">
                <a:latin typeface="微軟正黑體" panose="020B0604030504040204" pitchFamily="34" charset="-120"/>
                <a:ea typeface="微軟正黑體" panose="020B0604030504040204" pitchFamily="34" charset="-120"/>
              </a:rPr>
              <a:t>:</a:t>
            </a:r>
          </a:p>
          <a:p>
            <a:pPr marL="342900" indent="-342900">
              <a:buFont typeface="+mj-lt"/>
              <a:buAutoNum type="arabicPeriod"/>
            </a:pPr>
            <a:r>
              <a:rPr lang="zh-TW" altLang="en-US" dirty="0">
                <a:latin typeface="微軟正黑體" panose="020B0604030504040204" pitchFamily="34" charset="-120"/>
                <a:ea typeface="微軟正黑體" panose="020B0604030504040204" pitchFamily="34" charset="-120"/>
              </a:rPr>
              <a:t>如果是新開發的製工具，需要建立新料號。</a:t>
            </a:r>
            <a:endParaRPr lang="en-US" altLang="zh-TW" dirty="0">
              <a:latin typeface="微軟正黑體" panose="020B0604030504040204" pitchFamily="34" charset="-120"/>
              <a:ea typeface="微軟正黑體" panose="020B0604030504040204" pitchFamily="34" charset="-120"/>
            </a:endParaRPr>
          </a:p>
          <a:p>
            <a:pPr marL="342900" indent="-342900">
              <a:buFont typeface="+mj-lt"/>
              <a:buAutoNum type="arabicPeriod"/>
            </a:pPr>
            <a:r>
              <a:rPr lang="en-US" altLang="zh-TW" dirty="0">
                <a:latin typeface="微軟正黑體" panose="020B0604030504040204" pitchFamily="34" charset="-120"/>
                <a:ea typeface="微軟正黑體" panose="020B0604030504040204" pitchFamily="34" charset="-120"/>
              </a:rPr>
              <a:t>ZMM002</a:t>
            </a:r>
            <a:r>
              <a:rPr lang="zh-TW" altLang="en-US" dirty="0">
                <a:latin typeface="微軟正黑體" panose="020B0604030504040204" pitchFamily="34" charset="-120"/>
                <a:ea typeface="微軟正黑體" panose="020B0604030504040204" pitchFamily="34" charset="-120"/>
              </a:rPr>
              <a:t>上載</a:t>
            </a:r>
            <a:r>
              <a:rPr lang="en-US" altLang="zh-TW" dirty="0">
                <a:latin typeface="微軟正黑體" panose="020B0604030504040204" pitchFamily="34" charset="-120"/>
                <a:ea typeface="微軟正黑體" panose="020B0604030504040204" pitchFamily="34" charset="-120"/>
              </a:rPr>
              <a:t>EXCEL</a:t>
            </a:r>
            <a:r>
              <a:rPr lang="zh-TW" altLang="en-US" dirty="0">
                <a:latin typeface="微軟正黑體" panose="020B0604030504040204" pitchFamily="34" charset="-120"/>
                <a:ea typeface="微軟正黑體" panose="020B0604030504040204" pitchFamily="34" charset="-120"/>
              </a:rPr>
              <a:t>檔案建立製工具請購單，或是用標準功能建請購單</a:t>
            </a:r>
            <a:endParaRPr lang="en-US" altLang="zh-TW" dirty="0">
              <a:latin typeface="微軟正黑體" panose="020B0604030504040204" pitchFamily="34" charset="-120"/>
              <a:ea typeface="微軟正黑體" panose="020B0604030504040204" pitchFamily="34" charset="-120"/>
            </a:endParaRPr>
          </a:p>
          <a:p>
            <a:pPr marL="342900" indent="-342900">
              <a:buFont typeface="+mj-lt"/>
              <a:buAutoNum type="arabicPeriod"/>
            </a:pPr>
            <a:r>
              <a:rPr lang="zh-TW" altLang="en-US" dirty="0">
                <a:latin typeface="微軟正黑體" panose="020B0604030504040204" pitchFamily="34" charset="-120"/>
                <a:ea typeface="微軟正黑體" panose="020B0604030504040204" pitchFamily="34" charset="-120"/>
              </a:rPr>
              <a:t>手動在</a:t>
            </a:r>
            <a:r>
              <a:rPr lang="en-US" altLang="zh-TW" dirty="0">
                <a:latin typeface="微軟正黑體" panose="020B0604030504040204" pitchFamily="34" charset="-120"/>
                <a:ea typeface="微軟正黑體" panose="020B0604030504040204" pitchFamily="34" charset="-120"/>
              </a:rPr>
              <a:t>SAP</a:t>
            </a:r>
            <a:r>
              <a:rPr lang="zh-TW" altLang="en-US" dirty="0">
                <a:latin typeface="微軟正黑體" panose="020B0604030504040204" pitchFamily="34" charset="-120"/>
                <a:ea typeface="微軟正黑體" panose="020B0604030504040204" pitchFamily="34" charset="-120"/>
              </a:rPr>
              <a:t>上核發請購單核發代碼</a:t>
            </a:r>
            <a:r>
              <a:rPr lang="en-US" altLang="zh-TW" dirty="0">
                <a:latin typeface="微軟正黑體" panose="020B0604030504040204" pitchFamily="34" charset="-120"/>
                <a:ea typeface="微軟正黑體" panose="020B0604030504040204" pitchFamily="34" charset="-120"/>
              </a:rPr>
              <a:t>R1</a:t>
            </a:r>
            <a:r>
              <a:rPr lang="zh-TW" altLang="en-US" dirty="0">
                <a:latin typeface="微軟正黑體" panose="020B0604030504040204" pitchFamily="34" charset="-120"/>
                <a:ea typeface="微軟正黑體" panose="020B0604030504040204" pitchFamily="34" charset="-120"/>
              </a:rPr>
              <a:t>，才能用程式</a:t>
            </a:r>
            <a:r>
              <a:rPr lang="en-US" altLang="zh-TW" dirty="0">
                <a:latin typeface="微軟正黑體" panose="020B0604030504040204" pitchFamily="34" charset="-120"/>
                <a:ea typeface="微軟正黑體" panose="020B0604030504040204" pitchFamily="34" charset="-120"/>
              </a:rPr>
              <a:t>ZMM017</a:t>
            </a:r>
            <a:r>
              <a:rPr lang="zh-TW" altLang="en-US" dirty="0">
                <a:latin typeface="微軟正黑體" panose="020B0604030504040204" pitchFamily="34" charset="-120"/>
                <a:ea typeface="微軟正黑體" panose="020B0604030504040204" pitchFamily="34" charset="-120"/>
              </a:rPr>
              <a:t>將製工具請購單拋至</a:t>
            </a:r>
            <a:r>
              <a:rPr lang="en-US" altLang="zh-TW" dirty="0">
                <a:latin typeface="微軟正黑體" panose="020B0604030504040204" pitchFamily="34" charset="-120"/>
                <a:ea typeface="微軟正黑體" panose="020B0604030504040204" pitchFamily="34" charset="-120"/>
              </a:rPr>
              <a:t>BPM</a:t>
            </a:r>
            <a:r>
              <a:rPr lang="zh-TW" altLang="en-US" dirty="0">
                <a:latin typeface="微軟正黑體" panose="020B0604030504040204" pitchFamily="34" charset="-120"/>
                <a:ea typeface="微軟正黑體" panose="020B0604030504040204" pitchFamily="34" charset="-120"/>
              </a:rPr>
              <a:t>發起簽核流程</a:t>
            </a:r>
            <a:endParaRPr lang="en-US" altLang="zh-TW" dirty="0">
              <a:latin typeface="微軟正黑體" panose="020B0604030504040204" pitchFamily="34" charset="-120"/>
              <a:ea typeface="微軟正黑體" panose="020B0604030504040204" pitchFamily="34" charset="-120"/>
            </a:endParaRPr>
          </a:p>
          <a:p>
            <a:pPr marL="342900" indent="-342900">
              <a:buFont typeface="+mj-lt"/>
              <a:buAutoNum type="arabicPeriod"/>
            </a:pPr>
            <a:r>
              <a:rPr lang="zh-TW" altLang="en-US" dirty="0">
                <a:latin typeface="微軟正黑體" panose="020B0604030504040204" pitchFamily="34" charset="-120"/>
                <a:ea typeface="微軟正黑體" panose="020B0604030504040204" pitchFamily="34" charset="-120"/>
              </a:rPr>
              <a:t>主管在</a:t>
            </a:r>
            <a:r>
              <a:rPr lang="en-US" altLang="zh-TW" dirty="0">
                <a:latin typeface="微軟正黑體" panose="020B0604030504040204" pitchFamily="34" charset="-120"/>
                <a:ea typeface="微軟正黑體" panose="020B0604030504040204" pitchFamily="34" charset="-120"/>
              </a:rPr>
              <a:t>BPM</a:t>
            </a:r>
            <a:r>
              <a:rPr lang="zh-TW" altLang="en-US" dirty="0">
                <a:latin typeface="微軟正黑體" panose="020B0604030504040204" pitchFamily="34" charset="-120"/>
                <a:ea typeface="微軟正黑體" panose="020B0604030504040204" pitchFamily="34" charset="-120"/>
              </a:rPr>
              <a:t>上簽核請購單</a:t>
            </a:r>
            <a:endParaRPr lang="en-US" altLang="zh-TW" dirty="0">
              <a:latin typeface="微軟正黑體" panose="020B0604030504040204" pitchFamily="34" charset="-120"/>
              <a:ea typeface="微軟正黑體" panose="020B0604030504040204" pitchFamily="34" charset="-120"/>
            </a:endParaRPr>
          </a:p>
          <a:p>
            <a:pPr marL="342900" indent="-342900">
              <a:buFont typeface="+mj-lt"/>
              <a:buAutoNum type="arabicPeriod"/>
            </a:pPr>
            <a:r>
              <a:rPr lang="zh-TW" altLang="en-US" dirty="0">
                <a:latin typeface="微軟正黑體" panose="020B0604030504040204" pitchFamily="34" charset="-120"/>
                <a:ea typeface="微軟正黑體" panose="020B0604030504040204" pitchFamily="34" charset="-120"/>
              </a:rPr>
              <a:t>通過簽核的採購單透過程式</a:t>
            </a:r>
            <a:r>
              <a:rPr lang="en-US" altLang="zh-TW" dirty="0">
                <a:latin typeface="微軟正黑體" panose="020B0604030504040204" pitchFamily="34" charset="-120"/>
                <a:ea typeface="微軟正黑體" panose="020B0604030504040204" pitchFamily="34" charset="-120"/>
              </a:rPr>
              <a:t>ZMM018</a:t>
            </a:r>
            <a:r>
              <a:rPr lang="zh-TW" altLang="en-US" dirty="0">
                <a:latin typeface="微軟正黑體" panose="020B0604030504040204" pitchFamily="34" charset="-120"/>
                <a:ea typeface="微軟正黑體" panose="020B0604030504040204" pitchFamily="34" charset="-120"/>
              </a:rPr>
              <a:t>核發</a:t>
            </a:r>
            <a:r>
              <a:rPr lang="en-US" altLang="zh-TW" dirty="0">
                <a:latin typeface="微軟正黑體" panose="020B0604030504040204" pitchFamily="34" charset="-120"/>
                <a:ea typeface="微軟正黑體" panose="020B0604030504040204" pitchFamily="34" charset="-120"/>
              </a:rPr>
              <a:t>SAP</a:t>
            </a:r>
            <a:r>
              <a:rPr lang="zh-TW" altLang="en-US" dirty="0">
                <a:latin typeface="微軟正黑體" panose="020B0604030504040204" pitchFamily="34" charset="-120"/>
                <a:ea typeface="微軟正黑體" panose="020B0604030504040204" pitchFamily="34" charset="-120"/>
              </a:rPr>
              <a:t>請購單</a:t>
            </a:r>
            <a:endParaRPr lang="en-US" altLang="zh-TW" dirty="0">
              <a:latin typeface="微軟正黑體" panose="020B0604030504040204" pitchFamily="34" charset="-120"/>
              <a:ea typeface="微軟正黑體" panose="020B0604030504040204" pitchFamily="34" charset="-120"/>
            </a:endParaRPr>
          </a:p>
          <a:p>
            <a:pPr marL="342900" indent="-342900">
              <a:buFont typeface="+mj-lt"/>
              <a:buAutoNum type="arabicPeriod"/>
            </a:pPr>
            <a:r>
              <a:rPr lang="zh-TW" altLang="en-US" dirty="0">
                <a:latin typeface="微軟正黑體" panose="020B0604030504040204" pitchFamily="34" charset="-120"/>
                <a:ea typeface="微軟正黑體" panose="020B0604030504040204" pitchFamily="34" charset="-120"/>
              </a:rPr>
              <a:t>採購進行請購單轉採購單，允許手動填入單價 </a:t>
            </a:r>
            <a:endParaRPr lang="en-US" altLang="zh-TW" dirty="0">
              <a:latin typeface="微軟正黑體" panose="020B0604030504040204" pitchFamily="34" charset="-120"/>
              <a:ea typeface="微軟正黑體" panose="020B0604030504040204" pitchFamily="34" charset="-120"/>
            </a:endParaRPr>
          </a:p>
          <a:p>
            <a:pPr marL="342900" indent="-342900">
              <a:buFont typeface="+mj-lt"/>
              <a:buAutoNum type="arabicPeriod"/>
            </a:pPr>
            <a:r>
              <a:rPr lang="zh-TW" altLang="en-US" dirty="0">
                <a:latin typeface="微軟正黑體" panose="020B0604030504040204" pitchFamily="34" charset="-120"/>
                <a:ea typeface="微軟正黑體" panose="020B0604030504040204" pitchFamily="34" charset="-120"/>
              </a:rPr>
              <a:t>手動核發採購單核發代碼</a:t>
            </a:r>
            <a:r>
              <a:rPr lang="en-US" altLang="zh-TW" dirty="0">
                <a:latin typeface="微軟正黑體" panose="020B0604030504040204" pitchFamily="34" charset="-120"/>
                <a:ea typeface="微軟正黑體" panose="020B0604030504040204" pitchFamily="34" charset="-120"/>
              </a:rPr>
              <a:t>R1</a:t>
            </a:r>
            <a:r>
              <a:rPr lang="zh-TW" altLang="en-US" dirty="0">
                <a:latin typeface="微軟正黑體" panose="020B0604030504040204" pitchFamily="34" charset="-120"/>
                <a:ea typeface="微軟正黑體" panose="020B0604030504040204" pitchFamily="34" charset="-120"/>
              </a:rPr>
              <a:t>，才能用程式</a:t>
            </a:r>
            <a:r>
              <a:rPr lang="en-US" altLang="zh-TW" dirty="0">
                <a:latin typeface="微軟正黑體" panose="020B0604030504040204" pitchFamily="34" charset="-120"/>
                <a:ea typeface="微軟正黑體" panose="020B0604030504040204" pitchFamily="34" charset="-120"/>
              </a:rPr>
              <a:t>ZMM019</a:t>
            </a:r>
            <a:r>
              <a:rPr lang="zh-TW" altLang="en-US" dirty="0">
                <a:latin typeface="微軟正黑體" panose="020B0604030504040204" pitchFamily="34" charset="-120"/>
                <a:ea typeface="微軟正黑體" panose="020B0604030504040204" pitchFamily="34" charset="-120"/>
              </a:rPr>
              <a:t>將製工具採購單上傳</a:t>
            </a:r>
            <a:r>
              <a:rPr lang="en-US" altLang="zh-TW" dirty="0">
                <a:latin typeface="微軟正黑體" panose="020B0604030504040204" pitchFamily="34" charset="-120"/>
                <a:ea typeface="微軟正黑體" panose="020B0604030504040204" pitchFamily="34" charset="-120"/>
              </a:rPr>
              <a:t>BPM</a:t>
            </a:r>
            <a:r>
              <a:rPr lang="zh-TW" altLang="en-US" dirty="0">
                <a:latin typeface="微軟正黑體" panose="020B0604030504040204" pitchFamily="34" charset="-120"/>
                <a:ea typeface="微軟正黑體" panose="020B0604030504040204" pitchFamily="34" charset="-120"/>
              </a:rPr>
              <a:t>發起簽核流程，將廠商報價資料作為附件一並呈核。</a:t>
            </a:r>
            <a:endParaRPr lang="en-US" altLang="zh-TW" dirty="0">
              <a:latin typeface="微軟正黑體" panose="020B0604030504040204" pitchFamily="34" charset="-120"/>
              <a:ea typeface="微軟正黑體" panose="020B0604030504040204" pitchFamily="34" charset="-120"/>
            </a:endParaRPr>
          </a:p>
          <a:p>
            <a:pPr marL="342900" indent="-342900">
              <a:buFont typeface="+mj-lt"/>
              <a:buAutoNum type="arabicPeriod"/>
            </a:pPr>
            <a:r>
              <a:rPr lang="zh-TW" altLang="en-US" dirty="0">
                <a:latin typeface="微軟正黑體" panose="020B0604030504040204" pitchFamily="34" charset="-120"/>
                <a:ea typeface="微軟正黑體" panose="020B0604030504040204" pitchFamily="34" charset="-120"/>
              </a:rPr>
              <a:t>簽核未通過的請購單透過程式</a:t>
            </a:r>
            <a:r>
              <a:rPr lang="en-US" altLang="zh-TW" dirty="0">
                <a:latin typeface="微軟正黑體" panose="020B0604030504040204" pitchFamily="34" charset="-120"/>
                <a:ea typeface="微軟正黑體" panose="020B0604030504040204" pitchFamily="34" charset="-120"/>
              </a:rPr>
              <a:t>ZMM018</a:t>
            </a:r>
            <a:r>
              <a:rPr lang="zh-TW" altLang="en-US" dirty="0">
                <a:latin typeface="微軟正黑體" panose="020B0604030504040204" pitchFamily="34" charset="-120"/>
                <a:ea typeface="微軟正黑體" panose="020B0604030504040204" pitchFamily="34" charset="-120"/>
              </a:rPr>
              <a:t>將</a:t>
            </a:r>
            <a:r>
              <a:rPr lang="en-US" altLang="zh-TW" dirty="0">
                <a:latin typeface="微軟正黑體" panose="020B0604030504040204" pitchFamily="34" charset="-120"/>
                <a:ea typeface="微軟正黑體" panose="020B0604030504040204" pitchFamily="34" charset="-120"/>
              </a:rPr>
              <a:t>SAP</a:t>
            </a:r>
            <a:r>
              <a:rPr lang="zh-TW" altLang="en-US" dirty="0">
                <a:latin typeface="微軟正黑體" panose="020B0604030504040204" pitchFamily="34" charset="-120"/>
                <a:ea typeface="微軟正黑體" panose="020B0604030504040204" pitchFamily="34" charset="-120"/>
              </a:rPr>
              <a:t>請購單標記為刪除</a:t>
            </a:r>
            <a:endParaRPr lang="en-US" altLang="zh-TW" dirty="0">
              <a:latin typeface="微軟正黑體" panose="020B0604030504040204" pitchFamily="34" charset="-120"/>
              <a:ea typeface="微軟正黑體" panose="020B0604030504040204" pitchFamily="34" charset="-120"/>
            </a:endParaRPr>
          </a:p>
          <a:p>
            <a:pPr marL="342900" indent="-342900">
              <a:buFont typeface="+mj-lt"/>
              <a:buAutoNum type="arabicPeriod"/>
            </a:pPr>
            <a:endParaRPr lang="en-US" altLang="zh-TW" dirty="0"/>
          </a:p>
          <a:p>
            <a:pPr marL="342900" indent="-342900">
              <a:buFont typeface="+mj-lt"/>
              <a:buAutoNum type="arabicPeriod"/>
            </a:pPr>
            <a:endParaRPr lang="en-US" altLang="zh-TW" dirty="0"/>
          </a:p>
          <a:p>
            <a:endParaRPr lang="en-US" altLang="zh-TW" dirty="0"/>
          </a:p>
          <a:p>
            <a:pPr marL="342900" indent="-342900">
              <a:buFont typeface="+mj-lt"/>
              <a:buAutoNum type="arabicPeriod"/>
            </a:pPr>
            <a:endParaRPr lang="en-US" altLang="zh-TW" dirty="0"/>
          </a:p>
          <a:p>
            <a:pPr marL="342900" indent="-342900">
              <a:buFont typeface="+mj-lt"/>
              <a:buAutoNum type="arabicPeriod"/>
            </a:pPr>
            <a:endParaRPr lang="en-US" altLang="zh-TW" dirty="0"/>
          </a:p>
          <a:p>
            <a:pPr marL="342900" indent="-342900">
              <a:buFont typeface="+mj-lt"/>
              <a:buAutoNum type="arabicPeriod"/>
            </a:pPr>
            <a:endParaRPr lang="en-US" altLang="zh-TW" dirty="0"/>
          </a:p>
          <a:p>
            <a:pPr marL="342900" indent="-342900">
              <a:buFont typeface="+mj-lt"/>
              <a:buAutoNum type="arabicPeriod"/>
            </a:pPr>
            <a:endParaRPr lang="zh-TW" altLang="en-US" dirty="0"/>
          </a:p>
          <a:p>
            <a:pPr marL="342900" indent="-342900">
              <a:buFont typeface="+mj-lt"/>
              <a:buAutoNum type="arabicPeriod"/>
            </a:pPr>
            <a:endParaRPr lang="en-US" altLang="zh-TW" dirty="0"/>
          </a:p>
          <a:p>
            <a:pPr marL="342900" indent="-342900">
              <a:buFont typeface="+mj-lt"/>
              <a:buAutoNum type="arabicPeriod"/>
            </a:pPr>
            <a:endParaRPr lang="en-US" altLang="zh-TW" dirty="0"/>
          </a:p>
          <a:p>
            <a:endParaRPr lang="en-US" altLang="zh-TW" dirty="0"/>
          </a:p>
        </p:txBody>
      </p:sp>
      <p:grpSp>
        <p:nvGrpSpPr>
          <p:cNvPr id="5" name="Group 220">
            <a:extLst>
              <a:ext uri="{FF2B5EF4-FFF2-40B4-BE49-F238E27FC236}">
                <a16:creationId xmlns:a16="http://schemas.microsoft.com/office/drawing/2014/main" id="{33DE9BA6-990E-DE54-C6C1-2FDFC3EF39E7}"/>
              </a:ext>
            </a:extLst>
          </p:cNvPr>
          <p:cNvGrpSpPr/>
          <p:nvPr/>
        </p:nvGrpSpPr>
        <p:grpSpPr>
          <a:xfrm>
            <a:off x="9171545" y="3764816"/>
            <a:ext cx="533400" cy="415761"/>
            <a:chOff x="5906184" y="1486857"/>
            <a:chExt cx="355600" cy="272361"/>
          </a:xfrm>
        </p:grpSpPr>
        <p:sp>
          <p:nvSpPr>
            <p:cNvPr id="9" name="Oval 221">
              <a:extLst>
                <a:ext uri="{FF2B5EF4-FFF2-40B4-BE49-F238E27FC236}">
                  <a16:creationId xmlns:a16="http://schemas.microsoft.com/office/drawing/2014/main" id="{F948E0C2-1964-7035-7990-D49AB0C97E5A}"/>
                </a:ext>
              </a:extLst>
            </p:cNvPr>
            <p:cNvSpPr/>
            <p:nvPr/>
          </p:nvSpPr>
          <p:spPr>
            <a:xfrm>
              <a:off x="5906472" y="1486857"/>
              <a:ext cx="274320" cy="272361"/>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sz="1500" dirty="0"/>
            </a:p>
          </p:txBody>
        </p:sp>
        <p:sp>
          <p:nvSpPr>
            <p:cNvPr id="10" name="TextBox 222">
              <a:extLst>
                <a:ext uri="{FF2B5EF4-FFF2-40B4-BE49-F238E27FC236}">
                  <a16:creationId xmlns:a16="http://schemas.microsoft.com/office/drawing/2014/main" id="{C4D33436-02F5-686F-699E-8597EF0E4654}"/>
                </a:ext>
              </a:extLst>
            </p:cNvPr>
            <p:cNvSpPr txBox="1"/>
            <p:nvPr/>
          </p:nvSpPr>
          <p:spPr>
            <a:xfrm>
              <a:off x="5906184" y="1507079"/>
              <a:ext cx="355600" cy="211702"/>
            </a:xfrm>
            <a:prstGeom prst="rect">
              <a:avLst/>
            </a:prstGeom>
            <a:noFill/>
          </p:spPr>
          <p:txBody>
            <a:bodyPr wrap="square" rtlCol="0">
              <a:spAutoFit/>
            </a:bodyPr>
            <a:lstStyle/>
            <a:p>
              <a:r>
                <a:rPr lang="en-US" altLang="zh-TW" sz="1500" dirty="0">
                  <a:latin typeface="微軟正黑體" panose="020B0604030504040204" pitchFamily="34" charset="-120"/>
                  <a:ea typeface="微軟正黑體" panose="020B0604030504040204" pitchFamily="34" charset="-120"/>
                </a:rPr>
                <a:t>4</a:t>
              </a:r>
              <a:endParaRPr lang="zh-TW" altLang="en-US" sz="1500" dirty="0">
                <a:latin typeface="微軟正黑體" panose="020B0604030504040204" pitchFamily="34" charset="-120"/>
                <a:ea typeface="微軟正黑體" panose="020B0604030504040204" pitchFamily="34" charset="-120"/>
              </a:endParaRPr>
            </a:p>
          </p:txBody>
        </p:sp>
      </p:grpSp>
      <p:cxnSp>
        <p:nvCxnSpPr>
          <p:cNvPr id="26" name="肘形接點 68">
            <a:extLst>
              <a:ext uri="{FF2B5EF4-FFF2-40B4-BE49-F238E27FC236}">
                <a16:creationId xmlns:a16="http://schemas.microsoft.com/office/drawing/2014/main" id="{B2824798-4B78-A1CF-38E5-866C1466A958}"/>
              </a:ext>
            </a:extLst>
          </p:cNvPr>
          <p:cNvCxnSpPr>
            <a:cxnSpLocks/>
            <a:stCxn id="81" idx="3"/>
            <a:endCxn id="231" idx="1"/>
          </p:cNvCxnSpPr>
          <p:nvPr/>
        </p:nvCxnSpPr>
        <p:spPr>
          <a:xfrm flipV="1">
            <a:off x="9438415" y="2704994"/>
            <a:ext cx="524449" cy="3880287"/>
          </a:xfrm>
          <a:prstGeom prst="bentConnector3">
            <a:avLst>
              <a:gd name="adj1" fmla="val 50000"/>
            </a:avLst>
          </a:prstGeom>
          <a:ln>
            <a:tailEnd type="triangle"/>
          </a:ln>
        </p:spPr>
        <p:style>
          <a:lnRef idx="1">
            <a:schemeClr val="dk1"/>
          </a:lnRef>
          <a:fillRef idx="0">
            <a:schemeClr val="dk1"/>
          </a:fillRef>
          <a:effectRef idx="0">
            <a:schemeClr val="dk1"/>
          </a:effectRef>
          <a:fontRef idx="minor">
            <a:schemeClr val="tx1"/>
          </a:fontRef>
        </p:style>
      </p:cxnSp>
      <p:cxnSp>
        <p:nvCxnSpPr>
          <p:cNvPr id="224" name="肘形接點 68">
            <a:extLst>
              <a:ext uri="{FF2B5EF4-FFF2-40B4-BE49-F238E27FC236}">
                <a16:creationId xmlns:a16="http://schemas.microsoft.com/office/drawing/2014/main" id="{0D8E5BB0-4C1F-C1B0-CED9-29476DA9F88C}"/>
              </a:ext>
            </a:extLst>
          </p:cNvPr>
          <p:cNvCxnSpPr>
            <a:cxnSpLocks/>
            <a:stCxn id="80" idx="2"/>
            <a:endCxn id="25" idx="1"/>
          </p:cNvCxnSpPr>
          <p:nvPr/>
        </p:nvCxnSpPr>
        <p:spPr>
          <a:xfrm rot="16200000" flipH="1">
            <a:off x="8975394" y="6052900"/>
            <a:ext cx="228042" cy="6105563"/>
          </a:xfrm>
          <a:prstGeom prst="bentConnector2">
            <a:avLst/>
          </a:prstGeom>
          <a:ln>
            <a:tailEnd type="triangle"/>
          </a:ln>
        </p:spPr>
        <p:style>
          <a:lnRef idx="1">
            <a:schemeClr val="dk1"/>
          </a:lnRef>
          <a:fillRef idx="0">
            <a:schemeClr val="dk1"/>
          </a:fillRef>
          <a:effectRef idx="0">
            <a:schemeClr val="dk1"/>
          </a:effectRef>
          <a:fontRef idx="minor">
            <a:schemeClr val="tx1"/>
          </a:fontRef>
        </p:style>
      </p:cxnSp>
      <p:sp>
        <p:nvSpPr>
          <p:cNvPr id="78" name="矩形 77"/>
          <p:cNvSpPr/>
          <p:nvPr/>
        </p:nvSpPr>
        <p:spPr>
          <a:xfrm>
            <a:off x="15456169" y="424952"/>
            <a:ext cx="344966" cy="323165"/>
          </a:xfrm>
          <a:prstGeom prst="rect">
            <a:avLst/>
          </a:prstGeom>
        </p:spPr>
        <p:txBody>
          <a:bodyPr wrap="none">
            <a:spAutoFit/>
          </a:bodyPr>
          <a:lstStyle/>
          <a:p>
            <a:r>
              <a:rPr lang="en-US" altLang="zh-TW" sz="1500" dirty="0">
                <a:latin typeface="微軟正黑體" panose="020B0604030504040204" pitchFamily="34" charset="-120"/>
                <a:ea typeface="微軟正黑體" panose="020B0604030504040204" pitchFamily="34" charset="-120"/>
              </a:rPr>
              <a:t>1 </a:t>
            </a:r>
            <a:endParaRPr lang="zh-TW" altLang="en-US" sz="1500" dirty="0"/>
          </a:p>
        </p:txBody>
      </p:sp>
      <p:graphicFrame>
        <p:nvGraphicFramePr>
          <p:cNvPr id="80" name="表格 30">
            <a:extLst>
              <a:ext uri="{FF2B5EF4-FFF2-40B4-BE49-F238E27FC236}">
                <a16:creationId xmlns:a16="http://schemas.microsoft.com/office/drawing/2014/main" id="{94474DA2-C417-6AE7-95EE-50C9649AB985}"/>
              </a:ext>
            </a:extLst>
          </p:cNvPr>
          <p:cNvGraphicFramePr>
            <a:graphicFrameLocks noGrp="1"/>
          </p:cNvGraphicFramePr>
          <p:nvPr/>
        </p:nvGraphicFramePr>
        <p:xfrm>
          <a:off x="5137718" y="7753261"/>
          <a:ext cx="1797832" cy="1238400"/>
        </p:xfrm>
        <a:graphic>
          <a:graphicData uri="http://schemas.openxmlformats.org/drawingml/2006/table">
            <a:tbl>
              <a:tblPr>
                <a:tableStyleId>{5940675A-B579-460E-94D1-54222C63F5DA}</a:tableStyleId>
              </a:tblPr>
              <a:tblGrid>
                <a:gridCol w="898916">
                  <a:extLst>
                    <a:ext uri="{9D8B030D-6E8A-4147-A177-3AD203B41FA5}">
                      <a16:colId xmlns:a16="http://schemas.microsoft.com/office/drawing/2014/main" val="3433979995"/>
                    </a:ext>
                  </a:extLst>
                </a:gridCol>
                <a:gridCol w="898916">
                  <a:extLst>
                    <a:ext uri="{9D8B030D-6E8A-4147-A177-3AD203B41FA5}">
                      <a16:colId xmlns:a16="http://schemas.microsoft.com/office/drawing/2014/main" val="3727974752"/>
                    </a:ext>
                  </a:extLst>
                </a:gridCol>
              </a:tblGrid>
              <a:tr h="336600">
                <a:tc gridSpan="2">
                  <a:txBody>
                    <a:bodyPr/>
                    <a:lstStyle/>
                    <a:p>
                      <a:pPr algn="ctr"/>
                      <a:r>
                        <a:rPr lang="en-GB" altLang="zh-TW" sz="1500" b="1" dirty="0">
                          <a:solidFill>
                            <a:schemeClr val="tx1"/>
                          </a:solidFill>
                          <a:latin typeface="微軟正黑體" panose="020B0604030504040204" pitchFamily="34" charset="-120"/>
                          <a:ea typeface="微軟正黑體" panose="020B0604030504040204" pitchFamily="34" charset="-120"/>
                        </a:rPr>
                        <a:t>ZMM018</a:t>
                      </a:r>
                    </a:p>
                  </a:txBody>
                  <a:tcPr marL="54000" marR="54000"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dirty="0"/>
                    </a:p>
                  </a:txBody>
                  <a:tcPr/>
                </a:tc>
                <a:extLst>
                  <a:ext uri="{0D108BD9-81ED-4DB2-BD59-A6C34878D82A}">
                    <a16:rowId xmlns:a16="http://schemas.microsoft.com/office/drawing/2014/main" val="3125084632"/>
                  </a:ext>
                </a:extLst>
              </a:tr>
              <a:tr h="565200">
                <a:tc gridSpan="2">
                  <a:txBody>
                    <a:bodyPr/>
                    <a:lstStyle/>
                    <a:p>
                      <a:pPr algn="ctr" eaLnBrk="0" hangingPunct="0"/>
                      <a:r>
                        <a:rPr kumimoji="0" lang="zh-TW" altLang="en-US" sz="1500" dirty="0">
                          <a:latin typeface="微軟正黑體" panose="020B0604030504040204" pitchFamily="34" charset="-120"/>
                          <a:ea typeface="微軟正黑體" panose="020B0604030504040204" pitchFamily="34" charset="-120"/>
                        </a:rPr>
                        <a:t>更新</a:t>
                      </a:r>
                      <a:r>
                        <a:rPr kumimoji="0" lang="en-US" altLang="zh-TW" sz="1500" dirty="0">
                          <a:latin typeface="微軟正黑體" panose="020B0604030504040204" pitchFamily="34" charset="-120"/>
                          <a:ea typeface="微軟正黑體" panose="020B0604030504040204" pitchFamily="34" charset="-120"/>
                        </a:rPr>
                        <a:t>SAP </a:t>
                      </a:r>
                      <a:r>
                        <a:rPr kumimoji="0" lang="zh-TW" altLang="en-US" sz="1500" dirty="0">
                          <a:latin typeface="微軟正黑體" panose="020B0604030504040204" pitchFamily="34" charset="-120"/>
                          <a:ea typeface="微軟正黑體" panose="020B0604030504040204" pitchFamily="34" charset="-120"/>
                        </a:rPr>
                        <a:t>請購單，刪除標記</a:t>
                      </a:r>
                    </a:p>
                  </a:txBody>
                  <a:tcPr marL="54000" marR="54000"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dirty="0"/>
                    </a:p>
                  </a:txBody>
                  <a:tcPr/>
                </a:tc>
                <a:extLst>
                  <a:ext uri="{0D108BD9-81ED-4DB2-BD59-A6C34878D82A}">
                    <a16:rowId xmlns:a16="http://schemas.microsoft.com/office/drawing/2014/main" val="1006350340"/>
                  </a:ext>
                </a:extLst>
              </a:tr>
              <a:tr h="336600">
                <a:tc>
                  <a:txBody>
                    <a:bodyPr/>
                    <a:lstStyle/>
                    <a:p>
                      <a:pPr algn="ctr"/>
                      <a:r>
                        <a:rPr lang="en-US" altLang="zh-TW" sz="1500" dirty="0">
                          <a:latin typeface="微軟正黑體" panose="020B0604030504040204" pitchFamily="34" charset="-120"/>
                          <a:ea typeface="微軟正黑體" panose="020B0604030504040204" pitchFamily="34" charset="-120"/>
                        </a:rPr>
                        <a:t>SAP</a:t>
                      </a:r>
                      <a:endParaRPr lang="en-GB" sz="1500" dirty="0">
                        <a:latin typeface="微軟正黑體" panose="020B0604030504040204" pitchFamily="34" charset="-120"/>
                        <a:ea typeface="微軟正黑體" panose="020B0604030504040204" pitchFamily="34" charset="-120"/>
                      </a:endParaRPr>
                    </a:p>
                  </a:txBody>
                  <a:tcPr marL="54000" marR="54000"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lang="zh-TW" altLang="en-US" sz="1500" dirty="0">
                          <a:latin typeface="微軟正黑體" panose="020B0604030504040204" pitchFamily="34" charset="-120"/>
                          <a:ea typeface="微軟正黑體" panose="020B0604030504040204" pitchFamily="34" charset="-120"/>
                        </a:rPr>
                        <a:t>自動</a:t>
                      </a:r>
                      <a:endParaRPr lang="en-GB" altLang="zh-TW" sz="1500" dirty="0">
                        <a:latin typeface="微軟正黑體" panose="020B0604030504040204" pitchFamily="34" charset="-120"/>
                        <a:ea typeface="微軟正黑體" panose="020B0604030504040204" pitchFamily="34" charset="-120"/>
                      </a:endParaRPr>
                    </a:p>
                  </a:txBody>
                  <a:tcPr marL="54000" marR="54000"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053335046"/>
                  </a:ext>
                </a:extLst>
              </a:tr>
            </a:tbl>
          </a:graphicData>
        </a:graphic>
      </p:graphicFrame>
      <p:graphicFrame>
        <p:nvGraphicFramePr>
          <p:cNvPr id="81" name="表格 30">
            <a:extLst>
              <a:ext uri="{FF2B5EF4-FFF2-40B4-BE49-F238E27FC236}">
                <a16:creationId xmlns:a16="http://schemas.microsoft.com/office/drawing/2014/main" id="{94474DA2-C417-6AE7-95EE-50C9649AB985}"/>
              </a:ext>
            </a:extLst>
          </p:cNvPr>
          <p:cNvGraphicFramePr>
            <a:graphicFrameLocks noGrp="1"/>
          </p:cNvGraphicFramePr>
          <p:nvPr/>
        </p:nvGraphicFramePr>
        <p:xfrm>
          <a:off x="7640583" y="6080381"/>
          <a:ext cx="1797832" cy="1009800"/>
        </p:xfrm>
        <a:graphic>
          <a:graphicData uri="http://schemas.openxmlformats.org/drawingml/2006/table">
            <a:tbl>
              <a:tblPr>
                <a:tableStyleId>{5940675A-B579-460E-94D1-54222C63F5DA}</a:tableStyleId>
              </a:tblPr>
              <a:tblGrid>
                <a:gridCol w="898916">
                  <a:extLst>
                    <a:ext uri="{9D8B030D-6E8A-4147-A177-3AD203B41FA5}">
                      <a16:colId xmlns:a16="http://schemas.microsoft.com/office/drawing/2014/main" val="3433979995"/>
                    </a:ext>
                  </a:extLst>
                </a:gridCol>
                <a:gridCol w="898916">
                  <a:extLst>
                    <a:ext uri="{9D8B030D-6E8A-4147-A177-3AD203B41FA5}">
                      <a16:colId xmlns:a16="http://schemas.microsoft.com/office/drawing/2014/main" val="3727974752"/>
                    </a:ext>
                  </a:extLst>
                </a:gridCol>
              </a:tblGrid>
              <a:tr h="336600">
                <a:tc gridSpan="2">
                  <a:txBody>
                    <a:bodyPr/>
                    <a:lstStyle/>
                    <a:p>
                      <a:pPr algn="ctr"/>
                      <a:r>
                        <a:rPr lang="en-GB" altLang="zh-TW" sz="1500" b="1" dirty="0">
                          <a:solidFill>
                            <a:schemeClr val="tx1"/>
                          </a:solidFill>
                          <a:latin typeface="微軟正黑體" panose="020B0604030504040204" pitchFamily="34" charset="-120"/>
                          <a:ea typeface="微軟正黑體" panose="020B0604030504040204" pitchFamily="34" charset="-120"/>
                        </a:rPr>
                        <a:t>ZMM018</a:t>
                      </a:r>
                    </a:p>
                  </a:txBody>
                  <a:tcPr marL="54000" marR="54000"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dirty="0"/>
                    </a:p>
                  </a:txBody>
                  <a:tcPr/>
                </a:tc>
                <a:extLst>
                  <a:ext uri="{0D108BD9-81ED-4DB2-BD59-A6C34878D82A}">
                    <a16:rowId xmlns:a16="http://schemas.microsoft.com/office/drawing/2014/main" val="3125084632"/>
                  </a:ext>
                </a:extLst>
              </a:tr>
              <a:tr h="336600">
                <a:tc gridSpan="2">
                  <a:txBody>
                    <a:bodyPr/>
                    <a:lstStyle/>
                    <a:p>
                      <a:pPr algn="ctr"/>
                      <a:r>
                        <a:rPr lang="zh-TW" altLang="en-US" sz="1500" dirty="0">
                          <a:latin typeface="微軟正黑體" panose="020B0604030504040204" pitchFamily="34" charset="-120"/>
                          <a:ea typeface="微軟正黑體" panose="020B0604030504040204" pitchFamily="34" charset="-120"/>
                        </a:rPr>
                        <a:t>核發請購單</a:t>
                      </a:r>
                      <a:endParaRPr lang="en-US" altLang="zh-TW" sz="1500" dirty="0">
                        <a:latin typeface="微軟正黑體" panose="020B0604030504040204" pitchFamily="34" charset="-120"/>
                        <a:ea typeface="微軟正黑體" panose="020B0604030504040204" pitchFamily="34" charset="-120"/>
                      </a:endParaRPr>
                    </a:p>
                  </a:txBody>
                  <a:tcPr marL="54000" marR="54000"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dirty="0"/>
                    </a:p>
                  </a:txBody>
                  <a:tcPr/>
                </a:tc>
                <a:extLst>
                  <a:ext uri="{0D108BD9-81ED-4DB2-BD59-A6C34878D82A}">
                    <a16:rowId xmlns:a16="http://schemas.microsoft.com/office/drawing/2014/main" val="1006350340"/>
                  </a:ext>
                </a:extLst>
              </a:tr>
              <a:tr h="336600">
                <a:tc>
                  <a:txBody>
                    <a:bodyPr/>
                    <a:lstStyle/>
                    <a:p>
                      <a:pPr algn="ctr"/>
                      <a:r>
                        <a:rPr lang="en-US" altLang="zh-TW" sz="1500" dirty="0">
                          <a:latin typeface="微軟正黑體" panose="020B0604030504040204" pitchFamily="34" charset="-120"/>
                          <a:ea typeface="微軟正黑體" panose="020B0604030504040204" pitchFamily="34" charset="-120"/>
                        </a:rPr>
                        <a:t>SAP</a:t>
                      </a:r>
                      <a:endParaRPr lang="en-GB" sz="1500" dirty="0">
                        <a:latin typeface="微軟正黑體" panose="020B0604030504040204" pitchFamily="34" charset="-120"/>
                        <a:ea typeface="微軟正黑體" panose="020B0604030504040204" pitchFamily="34" charset="-120"/>
                      </a:endParaRPr>
                    </a:p>
                  </a:txBody>
                  <a:tcPr marL="54000" marR="54000"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lang="zh-TW" altLang="en-US" sz="1500" dirty="0">
                          <a:latin typeface="微軟正黑體" panose="020B0604030504040204" pitchFamily="34" charset="-120"/>
                          <a:ea typeface="微軟正黑體" panose="020B0604030504040204" pitchFamily="34" charset="-120"/>
                        </a:rPr>
                        <a:t>自動</a:t>
                      </a:r>
                      <a:endParaRPr lang="en-GB" altLang="zh-TW" sz="1500" dirty="0">
                        <a:latin typeface="微軟正黑體" panose="020B0604030504040204" pitchFamily="34" charset="-120"/>
                        <a:ea typeface="微軟正黑體" panose="020B0604030504040204" pitchFamily="34" charset="-120"/>
                      </a:endParaRPr>
                    </a:p>
                  </a:txBody>
                  <a:tcPr marL="54000" marR="54000"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053335046"/>
                  </a:ext>
                </a:extLst>
              </a:tr>
            </a:tbl>
          </a:graphicData>
        </a:graphic>
      </p:graphicFrame>
      <p:grpSp>
        <p:nvGrpSpPr>
          <p:cNvPr id="243" name="Group 220">
            <a:extLst>
              <a:ext uri="{FF2B5EF4-FFF2-40B4-BE49-F238E27FC236}">
                <a16:creationId xmlns:a16="http://schemas.microsoft.com/office/drawing/2014/main" id="{37FAA661-93D8-A7F3-93A2-E50B7C685CF8}"/>
              </a:ext>
            </a:extLst>
          </p:cNvPr>
          <p:cNvGrpSpPr/>
          <p:nvPr/>
        </p:nvGrpSpPr>
        <p:grpSpPr>
          <a:xfrm>
            <a:off x="6725783" y="7569572"/>
            <a:ext cx="533400" cy="415761"/>
            <a:chOff x="5906184" y="1486857"/>
            <a:chExt cx="355600" cy="272361"/>
          </a:xfrm>
        </p:grpSpPr>
        <p:sp>
          <p:nvSpPr>
            <p:cNvPr id="244" name="Oval 221">
              <a:extLst>
                <a:ext uri="{FF2B5EF4-FFF2-40B4-BE49-F238E27FC236}">
                  <a16:creationId xmlns:a16="http://schemas.microsoft.com/office/drawing/2014/main" id="{521FC91A-AD8C-DDE3-E130-C3CC2C0FE9DD}"/>
                </a:ext>
              </a:extLst>
            </p:cNvPr>
            <p:cNvSpPr/>
            <p:nvPr/>
          </p:nvSpPr>
          <p:spPr>
            <a:xfrm>
              <a:off x="5906472" y="1486857"/>
              <a:ext cx="274320" cy="272361"/>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sz="1500" dirty="0"/>
            </a:p>
          </p:txBody>
        </p:sp>
        <p:sp>
          <p:nvSpPr>
            <p:cNvPr id="245" name="TextBox 222">
              <a:extLst>
                <a:ext uri="{FF2B5EF4-FFF2-40B4-BE49-F238E27FC236}">
                  <a16:creationId xmlns:a16="http://schemas.microsoft.com/office/drawing/2014/main" id="{DD721C15-43F9-6A19-6D70-6D97ECBBE7AC}"/>
                </a:ext>
              </a:extLst>
            </p:cNvPr>
            <p:cNvSpPr txBox="1"/>
            <p:nvPr/>
          </p:nvSpPr>
          <p:spPr>
            <a:xfrm>
              <a:off x="5906184" y="1507079"/>
              <a:ext cx="355600" cy="211702"/>
            </a:xfrm>
            <a:prstGeom prst="rect">
              <a:avLst/>
            </a:prstGeom>
            <a:noFill/>
          </p:spPr>
          <p:txBody>
            <a:bodyPr wrap="square" rtlCol="0">
              <a:spAutoFit/>
            </a:bodyPr>
            <a:lstStyle/>
            <a:p>
              <a:r>
                <a:rPr lang="en-US" altLang="zh-TW" sz="1500" dirty="0">
                  <a:latin typeface="微軟正黑體" panose="020B0604030504040204" pitchFamily="34" charset="-120"/>
                  <a:ea typeface="微軟正黑體" panose="020B0604030504040204" pitchFamily="34" charset="-120"/>
                </a:rPr>
                <a:t>8</a:t>
              </a:r>
              <a:endParaRPr lang="zh-TW" altLang="en-US" sz="1500" dirty="0">
                <a:latin typeface="微軟正黑體" panose="020B0604030504040204" pitchFamily="34" charset="-120"/>
                <a:ea typeface="微軟正黑體" panose="020B0604030504040204" pitchFamily="34" charset="-120"/>
              </a:endParaRPr>
            </a:p>
          </p:txBody>
        </p:sp>
      </p:grpSp>
      <p:grpSp>
        <p:nvGrpSpPr>
          <p:cNvPr id="233" name="Group 220">
            <a:extLst>
              <a:ext uri="{FF2B5EF4-FFF2-40B4-BE49-F238E27FC236}">
                <a16:creationId xmlns:a16="http://schemas.microsoft.com/office/drawing/2014/main" id="{76F27002-B211-1613-08D4-ACC5D9893B23}"/>
              </a:ext>
            </a:extLst>
          </p:cNvPr>
          <p:cNvGrpSpPr/>
          <p:nvPr/>
        </p:nvGrpSpPr>
        <p:grpSpPr>
          <a:xfrm>
            <a:off x="9161850" y="5843201"/>
            <a:ext cx="543519" cy="415761"/>
            <a:chOff x="5906472" y="1486857"/>
            <a:chExt cx="362346" cy="272361"/>
          </a:xfrm>
        </p:grpSpPr>
        <p:sp>
          <p:nvSpPr>
            <p:cNvPr id="234" name="Oval 221">
              <a:extLst>
                <a:ext uri="{FF2B5EF4-FFF2-40B4-BE49-F238E27FC236}">
                  <a16:creationId xmlns:a16="http://schemas.microsoft.com/office/drawing/2014/main" id="{70FA0A9A-F2A8-14A1-EE93-9490F659C08A}"/>
                </a:ext>
              </a:extLst>
            </p:cNvPr>
            <p:cNvSpPr/>
            <p:nvPr/>
          </p:nvSpPr>
          <p:spPr>
            <a:xfrm>
              <a:off x="5906472" y="1486857"/>
              <a:ext cx="274320" cy="272361"/>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sz="1500" dirty="0"/>
            </a:p>
          </p:txBody>
        </p:sp>
        <p:sp>
          <p:nvSpPr>
            <p:cNvPr id="242" name="TextBox 222">
              <a:extLst>
                <a:ext uri="{FF2B5EF4-FFF2-40B4-BE49-F238E27FC236}">
                  <a16:creationId xmlns:a16="http://schemas.microsoft.com/office/drawing/2014/main" id="{0D76D332-E98E-3472-ED97-8708B53AA741}"/>
                </a:ext>
              </a:extLst>
            </p:cNvPr>
            <p:cNvSpPr txBox="1"/>
            <p:nvPr/>
          </p:nvSpPr>
          <p:spPr>
            <a:xfrm>
              <a:off x="5913218" y="1507079"/>
              <a:ext cx="355600" cy="211702"/>
            </a:xfrm>
            <a:prstGeom prst="rect">
              <a:avLst/>
            </a:prstGeom>
            <a:noFill/>
          </p:spPr>
          <p:txBody>
            <a:bodyPr wrap="square" rtlCol="0">
              <a:spAutoFit/>
            </a:bodyPr>
            <a:lstStyle/>
            <a:p>
              <a:r>
                <a:rPr lang="en-US" altLang="zh-TW" sz="1500" dirty="0">
                  <a:latin typeface="微軟正黑體" panose="020B0604030504040204" pitchFamily="34" charset="-120"/>
                  <a:ea typeface="微軟正黑體" panose="020B0604030504040204" pitchFamily="34" charset="-120"/>
                </a:rPr>
                <a:t>5</a:t>
              </a:r>
              <a:endParaRPr lang="zh-TW" altLang="en-US" sz="1500" dirty="0">
                <a:latin typeface="微軟正黑體" panose="020B0604030504040204" pitchFamily="34" charset="-120"/>
                <a:ea typeface="微軟正黑體" panose="020B0604030504040204" pitchFamily="34" charset="-120"/>
              </a:endParaRPr>
            </a:p>
          </p:txBody>
        </p:sp>
      </p:grpSp>
      <p:grpSp>
        <p:nvGrpSpPr>
          <p:cNvPr id="20" name="Group 220">
            <a:extLst>
              <a:ext uri="{FF2B5EF4-FFF2-40B4-BE49-F238E27FC236}">
                <a16:creationId xmlns:a16="http://schemas.microsoft.com/office/drawing/2014/main" id="{0B79EBBA-F242-48C7-ECC3-55BEDF3FDDA8}"/>
              </a:ext>
            </a:extLst>
          </p:cNvPr>
          <p:cNvGrpSpPr/>
          <p:nvPr/>
        </p:nvGrpSpPr>
        <p:grpSpPr>
          <a:xfrm>
            <a:off x="11514228" y="1914091"/>
            <a:ext cx="533400" cy="415761"/>
            <a:chOff x="5906184" y="1486857"/>
            <a:chExt cx="355600" cy="272361"/>
          </a:xfrm>
        </p:grpSpPr>
        <p:sp>
          <p:nvSpPr>
            <p:cNvPr id="21" name="Oval 221">
              <a:extLst>
                <a:ext uri="{FF2B5EF4-FFF2-40B4-BE49-F238E27FC236}">
                  <a16:creationId xmlns:a16="http://schemas.microsoft.com/office/drawing/2014/main" id="{43FEF97A-51DF-308E-5C1C-DC15C2D5D5F0}"/>
                </a:ext>
              </a:extLst>
            </p:cNvPr>
            <p:cNvSpPr/>
            <p:nvPr/>
          </p:nvSpPr>
          <p:spPr>
            <a:xfrm>
              <a:off x="5906472" y="1486857"/>
              <a:ext cx="274320" cy="272361"/>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sz="1500" dirty="0">
                <a:latin typeface="微軟正黑體" panose="020B0604030504040204" pitchFamily="34" charset="-120"/>
                <a:ea typeface="微軟正黑體" panose="020B0604030504040204" pitchFamily="34" charset="-120"/>
              </a:endParaRPr>
            </a:p>
          </p:txBody>
        </p:sp>
        <p:sp>
          <p:nvSpPr>
            <p:cNvPr id="22" name="TextBox 222">
              <a:extLst>
                <a:ext uri="{FF2B5EF4-FFF2-40B4-BE49-F238E27FC236}">
                  <a16:creationId xmlns:a16="http://schemas.microsoft.com/office/drawing/2014/main" id="{7751ACA8-5935-4AA1-4521-923760069DB5}"/>
                </a:ext>
              </a:extLst>
            </p:cNvPr>
            <p:cNvSpPr txBox="1"/>
            <p:nvPr/>
          </p:nvSpPr>
          <p:spPr>
            <a:xfrm>
              <a:off x="5906184" y="1507079"/>
              <a:ext cx="355600" cy="211702"/>
            </a:xfrm>
            <a:prstGeom prst="rect">
              <a:avLst/>
            </a:prstGeom>
            <a:noFill/>
          </p:spPr>
          <p:txBody>
            <a:bodyPr wrap="square" rtlCol="0">
              <a:spAutoFit/>
            </a:bodyPr>
            <a:lstStyle/>
            <a:p>
              <a:r>
                <a:rPr lang="en-US" altLang="zh-TW" sz="1500" dirty="0">
                  <a:latin typeface="微軟正黑體" panose="020B0604030504040204" pitchFamily="34" charset="-120"/>
                  <a:ea typeface="微軟正黑體" panose="020B0604030504040204" pitchFamily="34" charset="-120"/>
                </a:rPr>
                <a:t>6</a:t>
              </a:r>
              <a:endParaRPr lang="zh-TW" altLang="en-US" sz="1500" dirty="0">
                <a:latin typeface="微軟正黑體" panose="020B0604030504040204" pitchFamily="34" charset="-120"/>
                <a:ea typeface="微軟正黑體" panose="020B0604030504040204" pitchFamily="34" charset="-120"/>
              </a:endParaRPr>
            </a:p>
          </p:txBody>
        </p:sp>
      </p:grpSp>
      <p:sp>
        <p:nvSpPr>
          <p:cNvPr id="55" name="流程圖: 結束點 8">
            <a:extLst>
              <a:ext uri="{FF2B5EF4-FFF2-40B4-BE49-F238E27FC236}">
                <a16:creationId xmlns:a16="http://schemas.microsoft.com/office/drawing/2014/main" id="{A0DBA237-CDB5-528B-0345-5BE2CBAC9775}"/>
              </a:ext>
            </a:extLst>
          </p:cNvPr>
          <p:cNvSpPr/>
          <p:nvPr/>
        </p:nvSpPr>
        <p:spPr bwMode="auto">
          <a:xfrm>
            <a:off x="211573" y="2104429"/>
            <a:ext cx="1797831" cy="782444"/>
          </a:xfrm>
          <a:prstGeom prst="flowChartTerminator">
            <a:avLst/>
          </a:prstGeom>
          <a:solidFill>
            <a:schemeClr val="bg1"/>
          </a:solidFill>
          <a:ln w="3175">
            <a:solidFill>
              <a:schemeClr val="tx1"/>
            </a:solidFill>
            <a:miter lim="800000"/>
            <a:headEnd/>
            <a:tailEnd/>
          </a:ln>
          <a:effectLst>
            <a:outerShdw dist="85194" dir="1593903" algn="ctr" rotWithShape="0">
              <a:schemeClr val="bg2">
                <a:alpha val="50000"/>
              </a:schemeClr>
            </a:outerShdw>
          </a:effectLst>
        </p:spPr>
        <p:txBody>
          <a:bodyPr rot="0" spcFirstLastPara="0" vertOverflow="overflow" horzOverflow="overflow" vert="horz" wrap="none" lIns="152823" tIns="76412" rIns="152823" bIns="76412" numCol="1" spcCol="0" rtlCol="0" fromWordArt="0" anchor="ctr" anchorCtr="0" forceAA="0" compatLnSpc="1">
            <a:prstTxWarp prst="textNoShape">
              <a:avLst/>
            </a:prstTxWarp>
            <a:noAutofit/>
          </a:bodyPr>
          <a:lstStyle/>
          <a:p>
            <a:pPr algn="ctr" eaLnBrk="0" hangingPunct="0"/>
            <a:r>
              <a:rPr lang="zh-TW" altLang="en-US" sz="1500" dirty="0">
                <a:latin typeface="微軟正黑體" panose="020B0604030504040204" pitchFamily="34" charset="-120"/>
                <a:ea typeface="微軟正黑體" panose="020B0604030504040204" pitchFamily="34" charset="-120"/>
              </a:rPr>
              <a:t>開始</a:t>
            </a:r>
          </a:p>
        </p:txBody>
      </p:sp>
      <p:sp>
        <p:nvSpPr>
          <p:cNvPr id="56" name="流程圖: 決策 50">
            <a:extLst>
              <a:ext uri="{FF2B5EF4-FFF2-40B4-BE49-F238E27FC236}">
                <a16:creationId xmlns:a16="http://schemas.microsoft.com/office/drawing/2014/main" id="{DF0A16A6-B7B2-9F64-2B8C-2130D087B551}"/>
              </a:ext>
            </a:extLst>
          </p:cNvPr>
          <p:cNvSpPr/>
          <p:nvPr/>
        </p:nvSpPr>
        <p:spPr bwMode="auto">
          <a:xfrm>
            <a:off x="2658694" y="2152765"/>
            <a:ext cx="1578422" cy="712200"/>
          </a:xfrm>
          <a:prstGeom prst="flowChartDecision">
            <a:avLst/>
          </a:prstGeom>
          <a:solidFill>
            <a:schemeClr val="bg1"/>
          </a:solidFill>
          <a:ln w="3175">
            <a:solidFill>
              <a:schemeClr val="tx1"/>
            </a:solidFill>
            <a:miter lim="800000"/>
            <a:headEnd/>
            <a:tailEnd/>
          </a:ln>
          <a:effectLst>
            <a:outerShdw dist="85194" dir="1593903" algn="ctr" rotWithShape="0">
              <a:schemeClr val="bg2">
                <a:alpha val="50000"/>
              </a:schemeClr>
            </a:outerShdw>
          </a:effectLst>
        </p:spPr>
        <p:txBody>
          <a:bodyPr rot="0" spcFirstLastPara="0" vertOverflow="overflow" horzOverflow="overflow" vert="horz" wrap="none" lIns="152823" tIns="76412" rIns="152823" bIns="76412" numCol="1" spcCol="0" rtlCol="0" fromWordArt="0" anchor="ctr" anchorCtr="0" forceAA="0" compatLnSpc="1">
            <a:prstTxWarp prst="textNoShape">
              <a:avLst/>
            </a:prstTxWarp>
            <a:noAutofit/>
          </a:bodyPr>
          <a:lstStyle/>
          <a:p>
            <a:pPr algn="ctr" eaLnBrk="0" hangingPunct="0"/>
            <a:r>
              <a:rPr lang="zh-TW" altLang="en-US" sz="1500" dirty="0">
                <a:latin typeface="微軟正黑體" panose="020B0604030504040204" pitchFamily="34" charset="-120"/>
                <a:ea typeface="微軟正黑體" panose="020B0604030504040204" pitchFamily="34" charset="-120"/>
              </a:rPr>
              <a:t>新製工具</a:t>
            </a:r>
          </a:p>
        </p:txBody>
      </p:sp>
      <p:sp>
        <p:nvSpPr>
          <p:cNvPr id="58" name="文字方塊 57">
            <a:extLst>
              <a:ext uri="{FF2B5EF4-FFF2-40B4-BE49-F238E27FC236}">
                <a16:creationId xmlns:a16="http://schemas.microsoft.com/office/drawing/2014/main" id="{6EEF240C-77D0-D23F-D48A-305334081FE5}"/>
              </a:ext>
            </a:extLst>
          </p:cNvPr>
          <p:cNvSpPr txBox="1"/>
          <p:nvPr/>
        </p:nvSpPr>
        <p:spPr>
          <a:xfrm>
            <a:off x="4073428" y="2125722"/>
            <a:ext cx="788670" cy="300082"/>
          </a:xfrm>
          <a:prstGeom prst="rect">
            <a:avLst/>
          </a:prstGeom>
          <a:noFill/>
        </p:spPr>
        <p:txBody>
          <a:bodyPr wrap="square">
            <a:spAutoFit/>
          </a:bodyPr>
          <a:lstStyle/>
          <a:p>
            <a:r>
              <a:rPr lang="zh-TW" altLang="en-US" sz="1350" dirty="0">
                <a:latin typeface="微軟正黑體" panose="020B0604030504040204" pitchFamily="34" charset="-120"/>
                <a:ea typeface="微軟正黑體" panose="020B0604030504040204" pitchFamily="34" charset="-120"/>
              </a:rPr>
              <a:t>否</a:t>
            </a:r>
            <a:endParaRPr lang="zh-TW" altLang="en-US" sz="1350" dirty="0"/>
          </a:p>
        </p:txBody>
      </p:sp>
      <p:sp>
        <p:nvSpPr>
          <p:cNvPr id="59" name="文字方塊 58">
            <a:extLst>
              <a:ext uri="{FF2B5EF4-FFF2-40B4-BE49-F238E27FC236}">
                <a16:creationId xmlns:a16="http://schemas.microsoft.com/office/drawing/2014/main" id="{4356C966-2848-A63B-1047-263376AA3E7C}"/>
              </a:ext>
            </a:extLst>
          </p:cNvPr>
          <p:cNvSpPr txBox="1"/>
          <p:nvPr/>
        </p:nvSpPr>
        <p:spPr>
          <a:xfrm>
            <a:off x="3081232" y="3434025"/>
            <a:ext cx="788670" cy="300082"/>
          </a:xfrm>
          <a:prstGeom prst="rect">
            <a:avLst/>
          </a:prstGeom>
          <a:noFill/>
        </p:spPr>
        <p:txBody>
          <a:bodyPr wrap="square">
            <a:spAutoFit/>
          </a:bodyPr>
          <a:lstStyle/>
          <a:p>
            <a:r>
              <a:rPr lang="zh-TW" altLang="en-US" sz="1350" dirty="0">
                <a:latin typeface="微軟正黑體" panose="020B0604030504040204" pitchFamily="34" charset="-120"/>
                <a:ea typeface="微軟正黑體" panose="020B0604030504040204" pitchFamily="34" charset="-120"/>
              </a:rPr>
              <a:t>是</a:t>
            </a:r>
            <a:endParaRPr lang="zh-TW" altLang="en-US" sz="1350" dirty="0"/>
          </a:p>
        </p:txBody>
      </p:sp>
      <p:cxnSp>
        <p:nvCxnSpPr>
          <p:cNvPr id="60" name="肘形接點 68">
            <a:extLst>
              <a:ext uri="{FF2B5EF4-FFF2-40B4-BE49-F238E27FC236}">
                <a16:creationId xmlns:a16="http://schemas.microsoft.com/office/drawing/2014/main" id="{69589159-4809-2E90-640D-3429993E649B}"/>
              </a:ext>
            </a:extLst>
          </p:cNvPr>
          <p:cNvCxnSpPr>
            <a:cxnSpLocks/>
            <a:stCxn id="61" idx="3"/>
            <a:endCxn id="73" idx="1"/>
          </p:cNvCxnSpPr>
          <p:nvPr/>
        </p:nvCxnSpPr>
        <p:spPr>
          <a:xfrm flipV="1">
            <a:off x="4362260" y="2524119"/>
            <a:ext cx="590740" cy="2102025"/>
          </a:xfrm>
          <a:prstGeom prst="bentConnector3">
            <a:avLst>
              <a:gd name="adj1" fmla="val 50000"/>
            </a:avLst>
          </a:prstGeom>
          <a:ln>
            <a:tailEnd type="triangle"/>
          </a:ln>
        </p:spPr>
        <p:style>
          <a:lnRef idx="1">
            <a:schemeClr val="dk1"/>
          </a:lnRef>
          <a:fillRef idx="0">
            <a:schemeClr val="dk1"/>
          </a:fillRef>
          <a:effectRef idx="0">
            <a:schemeClr val="dk1"/>
          </a:effectRef>
          <a:fontRef idx="minor">
            <a:schemeClr val="tx1"/>
          </a:fontRef>
        </p:style>
      </p:cxnSp>
      <p:sp>
        <p:nvSpPr>
          <p:cNvPr id="61" name="流程圖: 預設處理作業 21">
            <a:extLst>
              <a:ext uri="{FF2B5EF4-FFF2-40B4-BE49-F238E27FC236}">
                <a16:creationId xmlns:a16="http://schemas.microsoft.com/office/drawing/2014/main" id="{6AB8729A-A396-2BA6-E6B9-1B2A79082818}"/>
              </a:ext>
            </a:extLst>
          </p:cNvPr>
          <p:cNvSpPr/>
          <p:nvPr/>
        </p:nvSpPr>
        <p:spPr bwMode="auto">
          <a:xfrm>
            <a:off x="2549148" y="4006944"/>
            <a:ext cx="1813112" cy="1238400"/>
          </a:xfrm>
          <a:prstGeom prst="flowChartPredefinedProcess">
            <a:avLst/>
          </a:prstGeom>
          <a:solidFill>
            <a:schemeClr val="bg1"/>
          </a:solidFill>
          <a:ln w="3175">
            <a:solidFill>
              <a:schemeClr val="tx1"/>
            </a:solidFill>
            <a:miter lim="800000"/>
            <a:headEnd/>
            <a:tailEnd/>
          </a:ln>
          <a:effectLst>
            <a:outerShdw dist="85194" dir="1593903" algn="ctr" rotWithShape="0">
              <a:schemeClr val="bg2">
                <a:alpha val="50000"/>
              </a:schemeClr>
            </a:outerShdw>
          </a:effectLst>
        </p:spPr>
        <p:txBody>
          <a:bodyPr wrap="none" lIns="152823" tIns="76412" rIns="152823" bIns="76412" rtlCol="0" anchor="ctr"/>
          <a:lstStyle/>
          <a:p>
            <a:pPr algn="ctr" eaLnBrk="0" hangingPunct="0"/>
            <a:r>
              <a:rPr lang="en-US" altLang="zh-TW" sz="1500" dirty="0">
                <a:latin typeface="微軟正黑體" panose="020B0604030504040204" pitchFamily="34" charset="-120"/>
                <a:ea typeface="微軟正黑體" panose="020B0604030504040204" pitchFamily="34" charset="-120"/>
              </a:rPr>
              <a:t>MM-MA-0010-04</a:t>
            </a:r>
          </a:p>
          <a:p>
            <a:pPr algn="ctr" eaLnBrk="0" hangingPunct="0"/>
            <a:r>
              <a:rPr lang="zh-TW" altLang="en-US" sz="1500" dirty="0">
                <a:latin typeface="微軟正黑體" panose="020B0604030504040204" pitchFamily="34" charset="-120"/>
                <a:ea typeface="微軟正黑體" panose="020B0604030504040204" pitchFamily="34" charset="-120"/>
              </a:rPr>
              <a:t>物料主檔</a:t>
            </a:r>
            <a:r>
              <a:rPr lang="en-US" altLang="zh-TW" sz="1500" dirty="0">
                <a:latin typeface="微軟正黑體" panose="020B0604030504040204" pitchFamily="34" charset="-120"/>
                <a:ea typeface="微軟正黑體" panose="020B0604030504040204" pitchFamily="34" charset="-120"/>
              </a:rPr>
              <a:t>-</a:t>
            </a:r>
            <a:r>
              <a:rPr lang="zh-TW" altLang="en-US" sz="1500" dirty="0">
                <a:latin typeface="微軟正黑體" panose="020B0604030504040204" pitchFamily="34" charset="-120"/>
                <a:ea typeface="微軟正黑體" panose="020B0604030504040204" pitchFamily="34" charset="-120"/>
              </a:rPr>
              <a:t>建檔流程</a:t>
            </a:r>
            <a:endParaRPr lang="en-US" altLang="zh-TW" sz="1500" dirty="0">
              <a:latin typeface="微軟正黑體" panose="020B0604030504040204" pitchFamily="34" charset="-120"/>
              <a:ea typeface="微軟正黑體" panose="020B0604030504040204" pitchFamily="34" charset="-120"/>
            </a:endParaRPr>
          </a:p>
          <a:p>
            <a:pPr algn="ctr" eaLnBrk="0" hangingPunct="0"/>
            <a:r>
              <a:rPr lang="en-US" altLang="zh-TW" sz="1500" dirty="0">
                <a:latin typeface="微軟正黑體" panose="020B0604030504040204" pitchFamily="34" charset="-120"/>
                <a:ea typeface="微軟正黑體" panose="020B0604030504040204" pitchFamily="34" charset="-120"/>
              </a:rPr>
              <a:t>(</a:t>
            </a:r>
            <a:r>
              <a:rPr lang="zh-TW" altLang="en-US" sz="1500" dirty="0">
                <a:latin typeface="微軟正黑體" panose="020B0604030504040204" pitchFamily="34" charset="-120"/>
                <a:ea typeface="微軟正黑體" panose="020B0604030504040204" pitchFamily="34" charset="-120"/>
              </a:rPr>
              <a:t>製工具</a:t>
            </a:r>
            <a:r>
              <a:rPr lang="en-US" altLang="zh-TW" sz="1500" dirty="0">
                <a:latin typeface="微軟正黑體" panose="020B0604030504040204" pitchFamily="34" charset="-120"/>
                <a:ea typeface="微軟正黑體" panose="020B0604030504040204" pitchFamily="34" charset="-120"/>
              </a:rPr>
              <a:t>)</a:t>
            </a:r>
          </a:p>
        </p:txBody>
      </p:sp>
      <p:grpSp>
        <p:nvGrpSpPr>
          <p:cNvPr id="62" name="Group 220">
            <a:extLst>
              <a:ext uri="{FF2B5EF4-FFF2-40B4-BE49-F238E27FC236}">
                <a16:creationId xmlns:a16="http://schemas.microsoft.com/office/drawing/2014/main" id="{A9B401BC-DE49-5FC0-6565-D216316A23DA}"/>
              </a:ext>
            </a:extLst>
          </p:cNvPr>
          <p:cNvGrpSpPr/>
          <p:nvPr/>
        </p:nvGrpSpPr>
        <p:grpSpPr>
          <a:xfrm>
            <a:off x="4150489" y="3792400"/>
            <a:ext cx="547418" cy="408542"/>
            <a:chOff x="5906472" y="1486857"/>
            <a:chExt cx="364945" cy="272361"/>
          </a:xfrm>
        </p:grpSpPr>
        <p:sp>
          <p:nvSpPr>
            <p:cNvPr id="63" name="Oval 221">
              <a:extLst>
                <a:ext uri="{FF2B5EF4-FFF2-40B4-BE49-F238E27FC236}">
                  <a16:creationId xmlns:a16="http://schemas.microsoft.com/office/drawing/2014/main" id="{DEBB780E-65E5-AB48-7071-2CDA63191644}"/>
                </a:ext>
              </a:extLst>
            </p:cNvPr>
            <p:cNvSpPr/>
            <p:nvPr/>
          </p:nvSpPr>
          <p:spPr>
            <a:xfrm>
              <a:off x="5906472" y="1486857"/>
              <a:ext cx="274320" cy="272361"/>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sz="2700" dirty="0"/>
            </a:p>
          </p:txBody>
        </p:sp>
        <p:sp>
          <p:nvSpPr>
            <p:cNvPr id="64" name="TextBox 222">
              <a:extLst>
                <a:ext uri="{FF2B5EF4-FFF2-40B4-BE49-F238E27FC236}">
                  <a16:creationId xmlns:a16="http://schemas.microsoft.com/office/drawing/2014/main" id="{38213EC1-2A6F-CC6F-9F41-D87C1E84A2C8}"/>
                </a:ext>
              </a:extLst>
            </p:cNvPr>
            <p:cNvSpPr txBox="1"/>
            <p:nvPr/>
          </p:nvSpPr>
          <p:spPr>
            <a:xfrm>
              <a:off x="5915817" y="1499128"/>
              <a:ext cx="355600" cy="215443"/>
            </a:xfrm>
            <a:prstGeom prst="rect">
              <a:avLst/>
            </a:prstGeom>
            <a:noFill/>
          </p:spPr>
          <p:txBody>
            <a:bodyPr wrap="square" rtlCol="0">
              <a:spAutoFit/>
            </a:bodyPr>
            <a:lstStyle/>
            <a:p>
              <a:r>
                <a:rPr lang="en-US" altLang="zh-TW" sz="1500" dirty="0">
                  <a:latin typeface="微軟正黑體" panose="020B0604030504040204" pitchFamily="34" charset="-120"/>
                  <a:ea typeface="微軟正黑體" panose="020B0604030504040204" pitchFamily="34" charset="-120"/>
                </a:rPr>
                <a:t>1</a:t>
              </a:r>
              <a:endParaRPr lang="zh-TW" altLang="en-US" sz="1500" dirty="0">
                <a:latin typeface="微軟正黑體" panose="020B0604030504040204" pitchFamily="34" charset="-120"/>
                <a:ea typeface="微軟正黑體" panose="020B0604030504040204" pitchFamily="34" charset="-120"/>
              </a:endParaRPr>
            </a:p>
          </p:txBody>
        </p:sp>
      </p:grpSp>
      <p:cxnSp>
        <p:nvCxnSpPr>
          <p:cNvPr id="66" name="直線單箭頭接點 65">
            <a:extLst>
              <a:ext uri="{FF2B5EF4-FFF2-40B4-BE49-F238E27FC236}">
                <a16:creationId xmlns:a16="http://schemas.microsoft.com/office/drawing/2014/main" id="{30F40FCB-3B68-A111-C1B6-F7B667FDB45E}"/>
              </a:ext>
            </a:extLst>
          </p:cNvPr>
          <p:cNvCxnSpPr>
            <a:cxnSpLocks/>
            <a:stCxn id="55" idx="3"/>
            <a:endCxn id="56" idx="1"/>
          </p:cNvCxnSpPr>
          <p:nvPr/>
        </p:nvCxnSpPr>
        <p:spPr>
          <a:xfrm>
            <a:off x="2009404" y="2495651"/>
            <a:ext cx="649290" cy="13214"/>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67" name="直線單箭頭接點 66">
            <a:extLst>
              <a:ext uri="{FF2B5EF4-FFF2-40B4-BE49-F238E27FC236}">
                <a16:creationId xmlns:a16="http://schemas.microsoft.com/office/drawing/2014/main" id="{75A891B9-47AC-C698-135F-2D0E20B3C312}"/>
              </a:ext>
            </a:extLst>
          </p:cNvPr>
          <p:cNvCxnSpPr>
            <a:cxnSpLocks/>
            <a:stCxn id="56" idx="2"/>
            <a:endCxn id="61" idx="0"/>
          </p:cNvCxnSpPr>
          <p:nvPr/>
        </p:nvCxnSpPr>
        <p:spPr>
          <a:xfrm rot="16200000" flipH="1">
            <a:off x="2880815" y="3432054"/>
            <a:ext cx="1141979" cy="7799"/>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68" name="直線單箭頭接點 67">
            <a:extLst>
              <a:ext uri="{FF2B5EF4-FFF2-40B4-BE49-F238E27FC236}">
                <a16:creationId xmlns:a16="http://schemas.microsoft.com/office/drawing/2014/main" id="{3AB54E48-A607-BBC9-B18A-6CC63CA641D2}"/>
              </a:ext>
            </a:extLst>
          </p:cNvPr>
          <p:cNvCxnSpPr>
            <a:cxnSpLocks/>
            <a:stCxn id="56" idx="3"/>
            <a:endCxn id="73" idx="1"/>
          </p:cNvCxnSpPr>
          <p:nvPr/>
        </p:nvCxnSpPr>
        <p:spPr>
          <a:xfrm>
            <a:off x="4237116" y="2508865"/>
            <a:ext cx="715884" cy="15254"/>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grpSp>
        <p:nvGrpSpPr>
          <p:cNvPr id="71" name="群組 70"/>
          <p:cNvGrpSpPr/>
          <p:nvPr/>
        </p:nvGrpSpPr>
        <p:grpSpPr>
          <a:xfrm>
            <a:off x="4953000" y="1916896"/>
            <a:ext cx="1817458" cy="1217256"/>
            <a:chOff x="15073354" y="8308668"/>
            <a:chExt cx="1817458" cy="1217256"/>
          </a:xfrm>
        </p:grpSpPr>
        <p:sp>
          <p:nvSpPr>
            <p:cNvPr id="72" name="流程圖: 程序 71"/>
            <p:cNvSpPr/>
            <p:nvPr/>
          </p:nvSpPr>
          <p:spPr>
            <a:xfrm>
              <a:off x="15073354" y="8308668"/>
              <a:ext cx="1810800" cy="360000"/>
            </a:xfrm>
            <a:prstGeom prst="flowChartProcess">
              <a:avLst/>
            </a:prstGeom>
            <a:solidFill>
              <a:schemeClr val="bg1"/>
            </a:solidFill>
            <a:ln w="3175">
              <a:solidFill>
                <a:srgbClr val="000000"/>
              </a:solidFill>
              <a:miter/>
            </a:ln>
            <a:effectLst>
              <a:outerShdw dist="84845" dir="1587379" algn="ctr" rotWithShape="0">
                <a:schemeClr val="bg2">
                  <a:alpha val="50000"/>
                </a:schemeClr>
              </a:outerShdw>
            </a:effectLst>
          </p:spPr>
          <p:style>
            <a:lnRef idx="0">
              <a:scrgbClr r="0" g="0" b="0"/>
            </a:lnRef>
            <a:fillRef idx="0">
              <a:scrgbClr r="0" g="0" b="0"/>
            </a:fillRef>
            <a:effectRef idx="0">
              <a:scrgbClr r="0" g="0" b="0"/>
            </a:effectRef>
            <a:fontRef idx="minor"/>
          </p:style>
          <p:txBody>
            <a:bodyPr wrap="none" lIns="153000" tIns="76320" rIns="153000" bIns="76320" anchor="ctr">
              <a:noAutofit/>
            </a:bodyPr>
            <a:lstStyle/>
            <a:p>
              <a:pPr algn="ctr"/>
              <a:r>
                <a:rPr lang="en-US" altLang="zh-TW" sz="1600" b="1" dirty="0">
                  <a:latin typeface="微軟正黑體" panose="020B0604030504040204" pitchFamily="34" charset="-120"/>
                  <a:ea typeface="微軟正黑體" panose="020B0604030504040204" pitchFamily="34" charset="-120"/>
                </a:rPr>
                <a:t>ZMM002</a:t>
              </a:r>
              <a:r>
                <a:rPr lang="en-GB" sz="1600" b="1" dirty="0">
                  <a:latin typeface="微軟正黑體" panose="020B0604030504040204" pitchFamily="34" charset="-120"/>
                  <a:ea typeface="微軟正黑體" panose="020B0604030504040204" pitchFamily="34" charset="-120"/>
                </a:rPr>
                <a:t>/ME51N</a:t>
              </a:r>
            </a:p>
          </p:txBody>
        </p:sp>
        <p:sp>
          <p:nvSpPr>
            <p:cNvPr id="73" name="流程圖: 程序 72"/>
            <p:cNvSpPr/>
            <p:nvPr/>
          </p:nvSpPr>
          <p:spPr>
            <a:xfrm>
              <a:off x="15073354" y="8665858"/>
              <a:ext cx="1810800" cy="500066"/>
            </a:xfrm>
            <a:prstGeom prst="flowChartProcess">
              <a:avLst/>
            </a:prstGeom>
            <a:solidFill>
              <a:schemeClr val="bg1"/>
            </a:solidFill>
            <a:ln w="3175">
              <a:solidFill>
                <a:srgbClr val="000000"/>
              </a:solidFill>
              <a:miter/>
            </a:ln>
            <a:effectLst>
              <a:outerShdw dist="84845" dir="1587379" algn="ctr" rotWithShape="0">
                <a:schemeClr val="bg2">
                  <a:alpha val="50000"/>
                </a:schemeClr>
              </a:outerShdw>
            </a:effectLst>
          </p:spPr>
          <p:style>
            <a:lnRef idx="0">
              <a:scrgbClr r="0" g="0" b="0"/>
            </a:lnRef>
            <a:fillRef idx="0">
              <a:scrgbClr r="0" g="0" b="0"/>
            </a:fillRef>
            <a:effectRef idx="0">
              <a:scrgbClr r="0" g="0" b="0"/>
            </a:effectRef>
            <a:fontRef idx="minor"/>
          </p:style>
          <p:txBody>
            <a:bodyPr wrap="none" lIns="153000" tIns="76320" rIns="153000" bIns="76320" anchor="ctr">
              <a:noAutofit/>
            </a:bodyPr>
            <a:lstStyle/>
            <a:p>
              <a:pPr algn="ctr" eaLnBrk="0" hangingPunct="0"/>
              <a:r>
                <a:rPr lang="zh-TW" altLang="en-US" sz="1600" dirty="0">
                  <a:latin typeface="微軟正黑體" panose="020B0604030504040204" pitchFamily="34" charset="-120"/>
                  <a:ea typeface="微軟正黑體" panose="020B0604030504040204" pitchFamily="34" charset="-120"/>
                </a:rPr>
                <a:t>建立製工具請購單</a:t>
              </a:r>
            </a:p>
          </p:txBody>
        </p:sp>
        <p:sp>
          <p:nvSpPr>
            <p:cNvPr id="74" name="流程圖: 程序 73"/>
            <p:cNvSpPr/>
            <p:nvPr/>
          </p:nvSpPr>
          <p:spPr>
            <a:xfrm>
              <a:off x="15073354" y="9165924"/>
              <a:ext cx="936000" cy="360000"/>
            </a:xfrm>
            <a:prstGeom prst="flowChartProcess">
              <a:avLst/>
            </a:prstGeom>
            <a:solidFill>
              <a:schemeClr val="bg1"/>
            </a:solidFill>
            <a:ln w="3175">
              <a:solidFill>
                <a:srgbClr val="000000"/>
              </a:solidFill>
              <a:miter/>
            </a:ln>
            <a:effectLst>
              <a:outerShdw dist="84845" dir="1587379" algn="ctr" rotWithShape="0">
                <a:schemeClr val="bg2">
                  <a:alpha val="50000"/>
                </a:schemeClr>
              </a:outerShdw>
            </a:effectLst>
          </p:spPr>
          <p:style>
            <a:lnRef idx="0">
              <a:scrgbClr r="0" g="0" b="0"/>
            </a:lnRef>
            <a:fillRef idx="0">
              <a:scrgbClr r="0" g="0" b="0"/>
            </a:fillRef>
            <a:effectRef idx="0">
              <a:scrgbClr r="0" g="0" b="0"/>
            </a:effectRef>
            <a:fontRef idx="minor"/>
          </p:style>
          <p:txBody>
            <a:bodyPr wrap="none" lIns="153000" tIns="76320" rIns="153000" bIns="76320" anchor="ctr">
              <a:noAutofit/>
            </a:bodyPr>
            <a:lstStyle/>
            <a:p>
              <a:pPr algn="ctr" defTabSz="457200"/>
              <a:r>
                <a:rPr lang="en-US" altLang="zh-TW" sz="1500" spc="-1" dirty="0">
                  <a:solidFill>
                    <a:schemeClr val="dk1"/>
                  </a:solidFill>
                  <a:latin typeface="微軟正黑體"/>
                  <a:ea typeface="微軟正黑體"/>
                </a:rPr>
                <a:t>SAP</a:t>
              </a:r>
              <a:endParaRPr lang="zh-TW" altLang="en-US" sz="1500" spc="-1" dirty="0">
                <a:solidFill>
                  <a:schemeClr val="dk1"/>
                </a:solidFill>
                <a:latin typeface="微軟正黑體"/>
                <a:ea typeface="微軟正黑體"/>
              </a:endParaRPr>
            </a:p>
          </p:txBody>
        </p:sp>
        <p:sp>
          <p:nvSpPr>
            <p:cNvPr id="75" name="流程圖: 程序 74"/>
            <p:cNvSpPr/>
            <p:nvPr/>
          </p:nvSpPr>
          <p:spPr>
            <a:xfrm>
              <a:off x="16008812" y="9165924"/>
              <a:ext cx="882000" cy="360000"/>
            </a:xfrm>
            <a:prstGeom prst="flowChartProcess">
              <a:avLst/>
            </a:prstGeom>
            <a:solidFill>
              <a:schemeClr val="bg1"/>
            </a:solidFill>
            <a:ln w="3175">
              <a:solidFill>
                <a:srgbClr val="000000"/>
              </a:solidFill>
              <a:miter/>
            </a:ln>
            <a:effectLst>
              <a:outerShdw dist="84845" dir="1587379" algn="ctr" rotWithShape="0">
                <a:schemeClr val="bg2">
                  <a:alpha val="50000"/>
                </a:schemeClr>
              </a:outerShdw>
            </a:effectLst>
          </p:spPr>
          <p:style>
            <a:lnRef idx="0">
              <a:scrgbClr r="0" g="0" b="0"/>
            </a:lnRef>
            <a:fillRef idx="0">
              <a:scrgbClr r="0" g="0" b="0"/>
            </a:fillRef>
            <a:effectRef idx="0">
              <a:scrgbClr r="0" g="0" b="0"/>
            </a:effectRef>
            <a:fontRef idx="minor"/>
          </p:style>
          <p:txBody>
            <a:bodyPr wrap="none" lIns="153000" tIns="76320" rIns="153000" bIns="76320" anchor="ctr">
              <a:noAutofit/>
            </a:bodyPr>
            <a:lstStyle/>
            <a:p>
              <a:pPr algn="ctr" defTabSz="457200"/>
              <a:r>
                <a:rPr lang="zh-TW" altLang="en-US" sz="1500" spc="-1" dirty="0">
                  <a:solidFill>
                    <a:schemeClr val="dk1"/>
                  </a:solidFill>
                  <a:latin typeface="微軟正黑體"/>
                  <a:ea typeface="微軟正黑體"/>
                </a:rPr>
                <a:t>手動</a:t>
              </a:r>
            </a:p>
          </p:txBody>
        </p:sp>
      </p:grpSp>
      <p:grpSp>
        <p:nvGrpSpPr>
          <p:cNvPr id="76" name="Group 220">
            <a:extLst>
              <a:ext uri="{FF2B5EF4-FFF2-40B4-BE49-F238E27FC236}">
                <a16:creationId xmlns:a16="http://schemas.microsoft.com/office/drawing/2014/main" id="{A9B401BC-DE49-5FC0-6565-D216316A23DA}"/>
              </a:ext>
            </a:extLst>
          </p:cNvPr>
          <p:cNvGrpSpPr/>
          <p:nvPr/>
        </p:nvGrpSpPr>
        <p:grpSpPr>
          <a:xfrm>
            <a:off x="6524636" y="1702582"/>
            <a:ext cx="533400" cy="408605"/>
            <a:chOff x="5906184" y="1486857"/>
            <a:chExt cx="355600" cy="272361"/>
          </a:xfrm>
        </p:grpSpPr>
        <p:sp>
          <p:nvSpPr>
            <p:cNvPr id="77" name="Oval 221">
              <a:extLst>
                <a:ext uri="{FF2B5EF4-FFF2-40B4-BE49-F238E27FC236}">
                  <a16:creationId xmlns:a16="http://schemas.microsoft.com/office/drawing/2014/main" id="{DEBB780E-65E5-AB48-7071-2CDA63191644}"/>
                </a:ext>
              </a:extLst>
            </p:cNvPr>
            <p:cNvSpPr/>
            <p:nvPr/>
          </p:nvSpPr>
          <p:spPr>
            <a:xfrm>
              <a:off x="5906472" y="1486857"/>
              <a:ext cx="274320" cy="272361"/>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ctr"/>
              <a:endParaRPr lang="zh-TW" altLang="en-US" dirty="0"/>
            </a:p>
          </p:txBody>
        </p:sp>
        <p:sp>
          <p:nvSpPr>
            <p:cNvPr id="82" name="TextBox 222">
              <a:extLst>
                <a:ext uri="{FF2B5EF4-FFF2-40B4-BE49-F238E27FC236}">
                  <a16:creationId xmlns:a16="http://schemas.microsoft.com/office/drawing/2014/main" id="{38213EC1-2A6F-CC6F-9F41-D87C1E84A2C8}"/>
                </a:ext>
              </a:extLst>
            </p:cNvPr>
            <p:cNvSpPr txBox="1"/>
            <p:nvPr/>
          </p:nvSpPr>
          <p:spPr>
            <a:xfrm>
              <a:off x="5906184" y="1507079"/>
              <a:ext cx="355600" cy="215410"/>
            </a:xfrm>
            <a:prstGeom prst="rect">
              <a:avLst/>
            </a:prstGeom>
            <a:noFill/>
          </p:spPr>
          <p:txBody>
            <a:bodyPr wrap="squar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US" altLang="zh-TW" sz="1500" dirty="0">
                  <a:latin typeface="微軟正黑體" panose="020B0604030504040204" pitchFamily="34" charset="-120"/>
                  <a:ea typeface="微軟正黑體" panose="020B0604030504040204" pitchFamily="34" charset="-120"/>
                </a:rPr>
                <a:t>2</a:t>
              </a:r>
              <a:endParaRPr lang="zh-TW" altLang="en-US" sz="1500" dirty="0">
                <a:latin typeface="微軟正黑體" panose="020B0604030504040204" pitchFamily="34" charset="-120"/>
                <a:ea typeface="微軟正黑體" panose="020B0604030504040204" pitchFamily="34" charset="-120"/>
              </a:endParaRPr>
            </a:p>
          </p:txBody>
        </p:sp>
      </p:grpSp>
      <p:grpSp>
        <p:nvGrpSpPr>
          <p:cNvPr id="87" name="群組 86"/>
          <p:cNvGrpSpPr/>
          <p:nvPr/>
        </p:nvGrpSpPr>
        <p:grpSpPr>
          <a:xfrm>
            <a:off x="4965700" y="3783796"/>
            <a:ext cx="1817458" cy="1217256"/>
            <a:chOff x="15073354" y="8308668"/>
            <a:chExt cx="1817458" cy="1217256"/>
          </a:xfrm>
        </p:grpSpPr>
        <p:sp>
          <p:nvSpPr>
            <p:cNvPr id="88" name="流程圖: 程序 87"/>
            <p:cNvSpPr/>
            <p:nvPr/>
          </p:nvSpPr>
          <p:spPr>
            <a:xfrm>
              <a:off x="15073354" y="8308668"/>
              <a:ext cx="1810800" cy="360000"/>
            </a:xfrm>
            <a:prstGeom prst="flowChartProcess">
              <a:avLst/>
            </a:prstGeom>
            <a:solidFill>
              <a:schemeClr val="bg1"/>
            </a:solidFill>
            <a:ln w="3175">
              <a:solidFill>
                <a:srgbClr val="000000"/>
              </a:solidFill>
              <a:miter/>
            </a:ln>
            <a:effectLst>
              <a:outerShdw dist="84845" dir="1587379" algn="ctr" rotWithShape="0">
                <a:schemeClr val="bg2">
                  <a:alpha val="50000"/>
                </a:schemeClr>
              </a:outerShdw>
            </a:effectLst>
          </p:spPr>
          <p:style>
            <a:lnRef idx="0">
              <a:scrgbClr r="0" g="0" b="0"/>
            </a:lnRef>
            <a:fillRef idx="0">
              <a:scrgbClr r="0" g="0" b="0"/>
            </a:fillRef>
            <a:effectRef idx="0">
              <a:scrgbClr r="0" g="0" b="0"/>
            </a:effectRef>
            <a:fontRef idx="minor"/>
          </p:style>
          <p:txBody>
            <a:bodyPr wrap="none" lIns="153000" tIns="76320" rIns="153000" bIns="76320" anchor="ctr">
              <a:noAutofit/>
            </a:bodyPr>
            <a:lstStyle/>
            <a:p>
              <a:pPr algn="ctr"/>
              <a:r>
                <a:rPr lang="en-US" sz="1600" b="1" dirty="0">
                  <a:latin typeface="微軟正黑體" panose="020B0604030504040204" pitchFamily="34" charset="-120"/>
                  <a:ea typeface="微軟正黑體" panose="020B0604030504040204" pitchFamily="34" charset="-120"/>
                </a:rPr>
                <a:t>ME54N/ME55</a:t>
              </a:r>
              <a:endParaRPr lang="en-GB" sz="1600" b="1" dirty="0">
                <a:latin typeface="微軟正黑體" panose="020B0604030504040204" pitchFamily="34" charset="-120"/>
                <a:ea typeface="微軟正黑體" panose="020B0604030504040204" pitchFamily="34" charset="-120"/>
              </a:endParaRPr>
            </a:p>
          </p:txBody>
        </p:sp>
        <p:sp>
          <p:nvSpPr>
            <p:cNvPr id="89" name="流程圖: 程序 88"/>
            <p:cNvSpPr/>
            <p:nvPr/>
          </p:nvSpPr>
          <p:spPr>
            <a:xfrm>
              <a:off x="15073354" y="8665858"/>
              <a:ext cx="1810800" cy="500066"/>
            </a:xfrm>
            <a:prstGeom prst="flowChartProcess">
              <a:avLst/>
            </a:prstGeom>
            <a:solidFill>
              <a:schemeClr val="bg1"/>
            </a:solidFill>
            <a:ln w="3175">
              <a:solidFill>
                <a:srgbClr val="000000"/>
              </a:solidFill>
              <a:miter/>
            </a:ln>
            <a:effectLst>
              <a:outerShdw dist="84845" dir="1587379" algn="ctr" rotWithShape="0">
                <a:schemeClr val="bg2">
                  <a:alpha val="50000"/>
                </a:schemeClr>
              </a:outerShdw>
            </a:effectLst>
          </p:spPr>
          <p:style>
            <a:lnRef idx="0">
              <a:scrgbClr r="0" g="0" b="0"/>
            </a:lnRef>
            <a:fillRef idx="0">
              <a:scrgbClr r="0" g="0" b="0"/>
            </a:fillRef>
            <a:effectRef idx="0">
              <a:scrgbClr r="0" g="0" b="0"/>
            </a:effectRef>
            <a:fontRef idx="minor"/>
          </p:style>
          <p:txBody>
            <a:bodyPr wrap="none" lIns="153000" tIns="76320" rIns="153000" bIns="76320" anchor="ctr">
              <a:noAutofit/>
            </a:bodyPr>
            <a:lstStyle/>
            <a:p>
              <a:pPr algn="ctr"/>
              <a:r>
                <a:rPr lang="zh-TW" altLang="en-US" sz="1600" dirty="0">
                  <a:latin typeface="微軟正黑體" panose="020B0604030504040204" pitchFamily="34" charset="-120"/>
                  <a:ea typeface="微軟正黑體" panose="020B0604030504040204" pitchFamily="34" charset="-120"/>
                </a:rPr>
                <a:t>核發請購單</a:t>
              </a:r>
              <a:endParaRPr lang="en-US" altLang="zh-TW" sz="1600" dirty="0">
                <a:latin typeface="微軟正黑體" panose="020B0604030504040204" pitchFamily="34" charset="-120"/>
                <a:ea typeface="微軟正黑體" panose="020B0604030504040204" pitchFamily="34" charset="-120"/>
              </a:endParaRPr>
            </a:p>
          </p:txBody>
        </p:sp>
        <p:sp>
          <p:nvSpPr>
            <p:cNvPr id="90" name="流程圖: 程序 89"/>
            <p:cNvSpPr/>
            <p:nvPr/>
          </p:nvSpPr>
          <p:spPr>
            <a:xfrm>
              <a:off x="15073354" y="9165924"/>
              <a:ext cx="936000" cy="360000"/>
            </a:xfrm>
            <a:prstGeom prst="flowChartProcess">
              <a:avLst/>
            </a:prstGeom>
            <a:solidFill>
              <a:schemeClr val="bg1"/>
            </a:solidFill>
            <a:ln w="3175">
              <a:solidFill>
                <a:srgbClr val="000000"/>
              </a:solidFill>
              <a:miter/>
            </a:ln>
            <a:effectLst>
              <a:outerShdw dist="84845" dir="1587379" algn="ctr" rotWithShape="0">
                <a:schemeClr val="bg2">
                  <a:alpha val="50000"/>
                </a:schemeClr>
              </a:outerShdw>
            </a:effectLst>
          </p:spPr>
          <p:style>
            <a:lnRef idx="0">
              <a:scrgbClr r="0" g="0" b="0"/>
            </a:lnRef>
            <a:fillRef idx="0">
              <a:scrgbClr r="0" g="0" b="0"/>
            </a:fillRef>
            <a:effectRef idx="0">
              <a:scrgbClr r="0" g="0" b="0"/>
            </a:effectRef>
            <a:fontRef idx="minor"/>
          </p:style>
          <p:txBody>
            <a:bodyPr wrap="none" lIns="153000" tIns="76320" rIns="153000" bIns="76320" anchor="ctr">
              <a:noAutofit/>
            </a:bodyPr>
            <a:lstStyle/>
            <a:p>
              <a:pPr algn="ctr" defTabSz="457200"/>
              <a:r>
                <a:rPr lang="en-US" altLang="zh-TW" sz="1500" spc="-1" dirty="0">
                  <a:solidFill>
                    <a:schemeClr val="dk1"/>
                  </a:solidFill>
                  <a:latin typeface="微軟正黑體"/>
                  <a:ea typeface="微軟正黑體"/>
                </a:rPr>
                <a:t>SAP</a:t>
              </a:r>
              <a:endParaRPr lang="zh-TW" altLang="en-US" sz="1500" spc="-1" dirty="0">
                <a:solidFill>
                  <a:schemeClr val="dk1"/>
                </a:solidFill>
                <a:latin typeface="微軟正黑體"/>
                <a:ea typeface="微軟正黑體"/>
              </a:endParaRPr>
            </a:p>
          </p:txBody>
        </p:sp>
        <p:sp>
          <p:nvSpPr>
            <p:cNvPr id="91" name="流程圖: 程序 90"/>
            <p:cNvSpPr/>
            <p:nvPr/>
          </p:nvSpPr>
          <p:spPr>
            <a:xfrm>
              <a:off x="16008812" y="9165924"/>
              <a:ext cx="882000" cy="360000"/>
            </a:xfrm>
            <a:prstGeom prst="flowChartProcess">
              <a:avLst/>
            </a:prstGeom>
            <a:solidFill>
              <a:schemeClr val="bg1"/>
            </a:solidFill>
            <a:ln w="3175">
              <a:solidFill>
                <a:srgbClr val="000000"/>
              </a:solidFill>
              <a:miter/>
            </a:ln>
            <a:effectLst>
              <a:outerShdw dist="84845" dir="1587379" algn="ctr" rotWithShape="0">
                <a:schemeClr val="bg2">
                  <a:alpha val="50000"/>
                </a:schemeClr>
              </a:outerShdw>
            </a:effectLst>
          </p:spPr>
          <p:style>
            <a:lnRef idx="0">
              <a:scrgbClr r="0" g="0" b="0"/>
            </a:lnRef>
            <a:fillRef idx="0">
              <a:scrgbClr r="0" g="0" b="0"/>
            </a:fillRef>
            <a:effectRef idx="0">
              <a:scrgbClr r="0" g="0" b="0"/>
            </a:effectRef>
            <a:fontRef idx="minor"/>
          </p:style>
          <p:txBody>
            <a:bodyPr wrap="none" lIns="153000" tIns="76320" rIns="153000" bIns="76320" anchor="ctr">
              <a:noAutofit/>
            </a:bodyPr>
            <a:lstStyle/>
            <a:p>
              <a:pPr algn="ctr" defTabSz="457200"/>
              <a:r>
                <a:rPr lang="zh-TW" altLang="en-US" sz="1500" spc="-1" dirty="0">
                  <a:solidFill>
                    <a:schemeClr val="dk1"/>
                  </a:solidFill>
                  <a:latin typeface="微軟正黑體"/>
                  <a:ea typeface="微軟正黑體"/>
                </a:rPr>
                <a:t>手動</a:t>
              </a:r>
            </a:p>
          </p:txBody>
        </p:sp>
      </p:grpSp>
      <p:grpSp>
        <p:nvGrpSpPr>
          <p:cNvPr id="92" name="Group 220">
            <a:extLst>
              <a:ext uri="{FF2B5EF4-FFF2-40B4-BE49-F238E27FC236}">
                <a16:creationId xmlns:a16="http://schemas.microsoft.com/office/drawing/2014/main" id="{A9B401BC-DE49-5FC0-6565-D216316A23DA}"/>
              </a:ext>
            </a:extLst>
          </p:cNvPr>
          <p:cNvGrpSpPr/>
          <p:nvPr/>
        </p:nvGrpSpPr>
        <p:grpSpPr>
          <a:xfrm>
            <a:off x="6537336" y="3569482"/>
            <a:ext cx="533400" cy="408605"/>
            <a:chOff x="5906184" y="1486857"/>
            <a:chExt cx="355600" cy="272361"/>
          </a:xfrm>
        </p:grpSpPr>
        <p:sp>
          <p:nvSpPr>
            <p:cNvPr id="93" name="Oval 221">
              <a:extLst>
                <a:ext uri="{FF2B5EF4-FFF2-40B4-BE49-F238E27FC236}">
                  <a16:creationId xmlns:a16="http://schemas.microsoft.com/office/drawing/2014/main" id="{DEBB780E-65E5-AB48-7071-2CDA63191644}"/>
                </a:ext>
              </a:extLst>
            </p:cNvPr>
            <p:cNvSpPr/>
            <p:nvPr/>
          </p:nvSpPr>
          <p:spPr>
            <a:xfrm>
              <a:off x="5906472" y="1486857"/>
              <a:ext cx="274320" cy="272361"/>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ctr"/>
              <a:endParaRPr lang="zh-TW" altLang="en-US" dirty="0"/>
            </a:p>
          </p:txBody>
        </p:sp>
        <p:sp>
          <p:nvSpPr>
            <p:cNvPr id="94" name="TextBox 222">
              <a:extLst>
                <a:ext uri="{FF2B5EF4-FFF2-40B4-BE49-F238E27FC236}">
                  <a16:creationId xmlns:a16="http://schemas.microsoft.com/office/drawing/2014/main" id="{38213EC1-2A6F-CC6F-9F41-D87C1E84A2C8}"/>
                </a:ext>
              </a:extLst>
            </p:cNvPr>
            <p:cNvSpPr txBox="1"/>
            <p:nvPr/>
          </p:nvSpPr>
          <p:spPr>
            <a:xfrm>
              <a:off x="5906184" y="1507079"/>
              <a:ext cx="355600" cy="215410"/>
            </a:xfrm>
            <a:prstGeom prst="rect">
              <a:avLst/>
            </a:prstGeom>
            <a:noFill/>
          </p:spPr>
          <p:txBody>
            <a:bodyPr wrap="squar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US" altLang="zh-TW" sz="1500" dirty="0">
                  <a:latin typeface="微軟正黑體" panose="020B0604030504040204" pitchFamily="34" charset="-120"/>
                  <a:ea typeface="微軟正黑體" panose="020B0604030504040204" pitchFamily="34" charset="-120"/>
                </a:rPr>
                <a:t>3</a:t>
              </a:r>
              <a:endParaRPr lang="zh-TW" altLang="en-US" sz="1500" dirty="0">
                <a:latin typeface="微軟正黑體" panose="020B0604030504040204" pitchFamily="34" charset="-120"/>
                <a:ea typeface="微軟正黑體" panose="020B0604030504040204" pitchFamily="34" charset="-120"/>
              </a:endParaRPr>
            </a:p>
          </p:txBody>
        </p:sp>
      </p:grpSp>
      <p:grpSp>
        <p:nvGrpSpPr>
          <p:cNvPr id="83" name="群組 82"/>
          <p:cNvGrpSpPr/>
          <p:nvPr/>
        </p:nvGrpSpPr>
        <p:grpSpPr>
          <a:xfrm>
            <a:off x="2832100" y="6158696"/>
            <a:ext cx="1817458" cy="1217256"/>
            <a:chOff x="15073354" y="8308668"/>
            <a:chExt cx="1817458" cy="1217256"/>
          </a:xfrm>
        </p:grpSpPr>
        <p:sp>
          <p:nvSpPr>
            <p:cNvPr id="84" name="流程圖: 程序 83"/>
            <p:cNvSpPr/>
            <p:nvPr/>
          </p:nvSpPr>
          <p:spPr>
            <a:xfrm>
              <a:off x="15073354" y="8308668"/>
              <a:ext cx="1810800" cy="360000"/>
            </a:xfrm>
            <a:prstGeom prst="flowChartProcess">
              <a:avLst/>
            </a:prstGeom>
            <a:solidFill>
              <a:schemeClr val="bg1"/>
            </a:solidFill>
            <a:ln w="3175">
              <a:solidFill>
                <a:srgbClr val="000000"/>
              </a:solidFill>
              <a:miter/>
            </a:ln>
            <a:effectLst>
              <a:outerShdw dist="84845" dir="1587379" algn="ctr" rotWithShape="0">
                <a:schemeClr val="bg2">
                  <a:alpha val="50000"/>
                </a:schemeClr>
              </a:outerShdw>
            </a:effectLst>
          </p:spPr>
          <p:style>
            <a:lnRef idx="0">
              <a:scrgbClr r="0" g="0" b="0"/>
            </a:lnRef>
            <a:fillRef idx="0">
              <a:scrgbClr r="0" g="0" b="0"/>
            </a:fillRef>
            <a:effectRef idx="0">
              <a:scrgbClr r="0" g="0" b="0"/>
            </a:effectRef>
            <a:fontRef idx="minor"/>
          </p:style>
          <p:txBody>
            <a:bodyPr wrap="none" lIns="153000" tIns="76320" rIns="153000" bIns="76320" anchor="ctr">
              <a:noAutofit/>
            </a:bodyPr>
            <a:lstStyle/>
            <a:p>
              <a:pPr algn="ctr"/>
              <a:r>
                <a:rPr lang="en-GB" altLang="zh-TW" sz="1600" b="1" dirty="0">
                  <a:latin typeface="微軟正黑體" panose="020B0604030504040204" pitchFamily="34" charset="-120"/>
                  <a:ea typeface="微軟正黑體" panose="020B0604030504040204" pitchFamily="34" charset="-120"/>
                </a:rPr>
                <a:t>ZMM017</a:t>
              </a:r>
              <a:endParaRPr lang="en-GB" sz="1600" b="1" dirty="0">
                <a:latin typeface="微軟正黑體" panose="020B0604030504040204" pitchFamily="34" charset="-120"/>
                <a:ea typeface="微軟正黑體" panose="020B0604030504040204" pitchFamily="34" charset="-120"/>
              </a:endParaRPr>
            </a:p>
          </p:txBody>
        </p:sp>
        <p:sp>
          <p:nvSpPr>
            <p:cNvPr id="85" name="流程圖: 程序 84"/>
            <p:cNvSpPr/>
            <p:nvPr/>
          </p:nvSpPr>
          <p:spPr>
            <a:xfrm>
              <a:off x="15073354" y="8665858"/>
              <a:ext cx="1810800" cy="500066"/>
            </a:xfrm>
            <a:prstGeom prst="flowChartProcess">
              <a:avLst/>
            </a:prstGeom>
            <a:solidFill>
              <a:schemeClr val="bg1"/>
            </a:solidFill>
            <a:ln w="3175">
              <a:solidFill>
                <a:srgbClr val="000000"/>
              </a:solidFill>
              <a:miter/>
            </a:ln>
            <a:effectLst>
              <a:outerShdw dist="84845" dir="1587379" algn="ctr" rotWithShape="0">
                <a:schemeClr val="bg2">
                  <a:alpha val="50000"/>
                </a:schemeClr>
              </a:outerShdw>
            </a:effectLst>
          </p:spPr>
          <p:style>
            <a:lnRef idx="0">
              <a:scrgbClr r="0" g="0" b="0"/>
            </a:lnRef>
            <a:fillRef idx="0">
              <a:scrgbClr r="0" g="0" b="0"/>
            </a:fillRef>
            <a:effectRef idx="0">
              <a:scrgbClr r="0" g="0" b="0"/>
            </a:effectRef>
            <a:fontRef idx="minor"/>
          </p:style>
          <p:txBody>
            <a:bodyPr wrap="none" lIns="153000" tIns="76320" rIns="153000" bIns="76320" anchor="ctr">
              <a:noAutofit/>
            </a:bodyPr>
            <a:lstStyle/>
            <a:p>
              <a:pPr algn="ctr"/>
              <a:r>
                <a:rPr lang="zh-TW" altLang="en-US" sz="1600" dirty="0">
                  <a:latin typeface="微軟正黑體" panose="020B0604030504040204" pitchFamily="34" charset="-120"/>
                  <a:ea typeface="微軟正黑體" panose="020B0604030504040204" pitchFamily="34" charset="-120"/>
                </a:rPr>
                <a:t>將請購單發起</a:t>
              </a:r>
              <a:r>
                <a:rPr lang="en-US" altLang="zh-TW" sz="1600" dirty="0">
                  <a:latin typeface="微軟正黑體" panose="020B0604030504040204" pitchFamily="34" charset="-120"/>
                  <a:ea typeface="微軟正黑體" panose="020B0604030504040204" pitchFamily="34" charset="-120"/>
                </a:rPr>
                <a:t>BPM</a:t>
              </a:r>
              <a:r>
                <a:rPr lang="zh-TW" altLang="en-US" sz="1600" dirty="0">
                  <a:latin typeface="微軟正黑體" panose="020B0604030504040204" pitchFamily="34" charset="-120"/>
                  <a:ea typeface="微軟正黑體" panose="020B0604030504040204" pitchFamily="34" charset="-120"/>
                </a:rPr>
                <a:t>簽核</a:t>
              </a:r>
              <a:endParaRPr lang="en-US" altLang="zh-TW" sz="1600" dirty="0">
                <a:latin typeface="微軟正黑體" panose="020B0604030504040204" pitchFamily="34" charset="-120"/>
                <a:ea typeface="微軟正黑體" panose="020B0604030504040204" pitchFamily="34" charset="-120"/>
              </a:endParaRPr>
            </a:p>
          </p:txBody>
        </p:sp>
        <p:sp>
          <p:nvSpPr>
            <p:cNvPr id="86" name="流程圖: 程序 85"/>
            <p:cNvSpPr/>
            <p:nvPr/>
          </p:nvSpPr>
          <p:spPr>
            <a:xfrm>
              <a:off x="15073354" y="9165924"/>
              <a:ext cx="936000" cy="360000"/>
            </a:xfrm>
            <a:prstGeom prst="flowChartProcess">
              <a:avLst/>
            </a:prstGeom>
            <a:solidFill>
              <a:schemeClr val="bg1"/>
            </a:solidFill>
            <a:ln w="3175">
              <a:solidFill>
                <a:srgbClr val="000000"/>
              </a:solidFill>
              <a:miter/>
            </a:ln>
            <a:effectLst>
              <a:outerShdw dist="84845" dir="1587379" algn="ctr" rotWithShape="0">
                <a:schemeClr val="bg2">
                  <a:alpha val="50000"/>
                </a:schemeClr>
              </a:outerShdw>
            </a:effectLst>
          </p:spPr>
          <p:style>
            <a:lnRef idx="0">
              <a:scrgbClr r="0" g="0" b="0"/>
            </a:lnRef>
            <a:fillRef idx="0">
              <a:scrgbClr r="0" g="0" b="0"/>
            </a:fillRef>
            <a:effectRef idx="0">
              <a:scrgbClr r="0" g="0" b="0"/>
            </a:effectRef>
            <a:fontRef idx="minor"/>
          </p:style>
          <p:txBody>
            <a:bodyPr wrap="none" lIns="153000" tIns="76320" rIns="153000" bIns="76320" anchor="ctr">
              <a:noAutofit/>
            </a:bodyPr>
            <a:lstStyle/>
            <a:p>
              <a:pPr algn="ctr" defTabSz="457200"/>
              <a:r>
                <a:rPr lang="en-US" altLang="zh-TW" sz="1500" spc="-1" dirty="0">
                  <a:solidFill>
                    <a:schemeClr val="dk1"/>
                  </a:solidFill>
                  <a:latin typeface="微軟正黑體"/>
                  <a:ea typeface="微軟正黑體"/>
                </a:rPr>
                <a:t>SAP</a:t>
              </a:r>
              <a:endParaRPr lang="zh-TW" altLang="en-US" sz="1500" spc="-1" dirty="0">
                <a:solidFill>
                  <a:schemeClr val="dk1"/>
                </a:solidFill>
                <a:latin typeface="微軟正黑體"/>
                <a:ea typeface="微軟正黑體"/>
              </a:endParaRPr>
            </a:p>
          </p:txBody>
        </p:sp>
        <p:sp>
          <p:nvSpPr>
            <p:cNvPr id="95" name="流程圖: 程序 94"/>
            <p:cNvSpPr/>
            <p:nvPr/>
          </p:nvSpPr>
          <p:spPr>
            <a:xfrm>
              <a:off x="16008812" y="9165924"/>
              <a:ext cx="882000" cy="360000"/>
            </a:xfrm>
            <a:prstGeom prst="flowChartProcess">
              <a:avLst/>
            </a:prstGeom>
            <a:solidFill>
              <a:schemeClr val="bg1"/>
            </a:solidFill>
            <a:ln w="3175">
              <a:solidFill>
                <a:srgbClr val="000000"/>
              </a:solidFill>
              <a:miter/>
            </a:ln>
            <a:effectLst>
              <a:outerShdw dist="84845" dir="1587379" algn="ctr" rotWithShape="0">
                <a:schemeClr val="bg2">
                  <a:alpha val="50000"/>
                </a:schemeClr>
              </a:outerShdw>
            </a:effectLst>
          </p:spPr>
          <p:style>
            <a:lnRef idx="0">
              <a:scrgbClr r="0" g="0" b="0"/>
            </a:lnRef>
            <a:fillRef idx="0">
              <a:scrgbClr r="0" g="0" b="0"/>
            </a:fillRef>
            <a:effectRef idx="0">
              <a:scrgbClr r="0" g="0" b="0"/>
            </a:effectRef>
            <a:fontRef idx="minor"/>
          </p:style>
          <p:txBody>
            <a:bodyPr wrap="none" lIns="153000" tIns="76320" rIns="153000" bIns="76320" anchor="ctr">
              <a:noAutofit/>
            </a:bodyPr>
            <a:lstStyle/>
            <a:p>
              <a:pPr algn="ctr" defTabSz="457200"/>
              <a:r>
                <a:rPr lang="zh-TW" altLang="en-US" sz="1500" spc="-1" dirty="0">
                  <a:solidFill>
                    <a:schemeClr val="dk1"/>
                  </a:solidFill>
                  <a:latin typeface="微軟正黑體"/>
                  <a:ea typeface="微軟正黑體"/>
                </a:rPr>
                <a:t>手動</a:t>
              </a:r>
            </a:p>
          </p:txBody>
        </p:sp>
      </p:grpSp>
      <p:cxnSp>
        <p:nvCxnSpPr>
          <p:cNvPr id="107" name="肘形接點 68">
            <a:extLst>
              <a:ext uri="{FF2B5EF4-FFF2-40B4-BE49-F238E27FC236}">
                <a16:creationId xmlns:a16="http://schemas.microsoft.com/office/drawing/2014/main" id="{4D315B82-E1CA-313C-D4BB-3BBD9FD7F973}"/>
              </a:ext>
            </a:extLst>
          </p:cNvPr>
          <p:cNvCxnSpPr>
            <a:cxnSpLocks/>
            <a:endCxn id="115" idx="0"/>
          </p:cNvCxnSpPr>
          <p:nvPr/>
        </p:nvCxnSpPr>
        <p:spPr>
          <a:xfrm rot="5400000">
            <a:off x="3256351" y="7470093"/>
            <a:ext cx="949843" cy="55856"/>
          </a:xfrm>
          <a:prstGeom prst="bentConnector3">
            <a:avLst>
              <a:gd name="adj1" fmla="val 50000"/>
            </a:avLst>
          </a:prstGeom>
          <a:ln>
            <a:tailEnd type="triangle"/>
          </a:ln>
        </p:spPr>
        <p:style>
          <a:lnRef idx="1">
            <a:schemeClr val="dk1"/>
          </a:lnRef>
          <a:fillRef idx="0">
            <a:schemeClr val="dk1"/>
          </a:fillRef>
          <a:effectRef idx="0">
            <a:schemeClr val="dk1"/>
          </a:effectRef>
          <a:fontRef idx="minor">
            <a:schemeClr val="tx1"/>
          </a:fontRef>
        </p:style>
      </p:cxnSp>
      <p:sp>
        <p:nvSpPr>
          <p:cNvPr id="115" name="流程圖: 接點 51">
            <a:extLst>
              <a:ext uri="{FF2B5EF4-FFF2-40B4-BE49-F238E27FC236}">
                <a16:creationId xmlns:a16="http://schemas.microsoft.com/office/drawing/2014/main" id="{1E4DE6F3-3BB0-2B05-BD87-45921D4C3C01}"/>
              </a:ext>
            </a:extLst>
          </p:cNvPr>
          <p:cNvSpPr/>
          <p:nvPr/>
        </p:nvSpPr>
        <p:spPr bwMode="auto">
          <a:xfrm>
            <a:off x="3430671" y="7972943"/>
            <a:ext cx="545345" cy="467303"/>
          </a:xfrm>
          <a:prstGeom prst="flowChartConnector">
            <a:avLst/>
          </a:prstGeom>
          <a:solidFill>
            <a:schemeClr val="bg1"/>
          </a:solidFill>
          <a:ln w="3175">
            <a:solidFill>
              <a:schemeClr val="tx1"/>
            </a:solidFill>
            <a:miter lim="800000"/>
            <a:headEnd/>
            <a:tailEnd/>
          </a:ln>
          <a:effectLst>
            <a:outerShdw dist="85194" dir="1593903" algn="ctr" rotWithShape="0">
              <a:schemeClr val="bg2">
                <a:alpha val="50000"/>
              </a:schemeClr>
            </a:outerShdw>
          </a:effectLst>
        </p:spPr>
        <p:txBody>
          <a:bodyPr rot="0" spcFirstLastPara="0" vertOverflow="overflow" horzOverflow="overflow" vert="horz" wrap="none" lIns="152823" tIns="76412" rIns="152823" bIns="76412" numCol="1" spcCol="0" rtlCol="0" fromWordArt="0" anchor="ctr" anchorCtr="0" forceAA="0" compatLnSpc="1">
            <a:prstTxWarp prst="textNoShape">
              <a:avLst/>
            </a:prstTxWarp>
            <a:noAutofit/>
          </a:bodyPr>
          <a:lstStyle/>
          <a:p>
            <a:pPr algn="ctr" eaLnBrk="0" hangingPunct="0"/>
            <a:r>
              <a:rPr lang="en-US" altLang="zh-TW" sz="1800">
                <a:latin typeface="微軟正黑體" panose="020B0604030504040204" pitchFamily="34" charset="-120"/>
                <a:ea typeface="微軟正黑體" panose="020B0604030504040204" pitchFamily="34" charset="-120"/>
              </a:rPr>
              <a:t>A</a:t>
            </a:r>
            <a:endParaRPr lang="zh-TW" altLang="en-US" sz="1800">
              <a:latin typeface="微軟正黑體" panose="020B0604030504040204" pitchFamily="34" charset="-120"/>
              <a:ea typeface="微軟正黑體" panose="020B0604030504040204" pitchFamily="34" charset="-120"/>
            </a:endParaRPr>
          </a:p>
        </p:txBody>
      </p:sp>
      <p:sp>
        <p:nvSpPr>
          <p:cNvPr id="117" name="流程圖: 接點 51">
            <a:extLst>
              <a:ext uri="{FF2B5EF4-FFF2-40B4-BE49-F238E27FC236}">
                <a16:creationId xmlns:a16="http://schemas.microsoft.com/office/drawing/2014/main" id="{1E4DE6F3-3BB0-2B05-BD87-45921D4C3C01}"/>
              </a:ext>
            </a:extLst>
          </p:cNvPr>
          <p:cNvSpPr/>
          <p:nvPr/>
        </p:nvSpPr>
        <p:spPr bwMode="auto">
          <a:xfrm>
            <a:off x="8269371" y="2943743"/>
            <a:ext cx="545345" cy="467303"/>
          </a:xfrm>
          <a:prstGeom prst="flowChartConnector">
            <a:avLst/>
          </a:prstGeom>
          <a:solidFill>
            <a:schemeClr val="bg1"/>
          </a:solidFill>
          <a:ln w="3175">
            <a:solidFill>
              <a:schemeClr val="tx1"/>
            </a:solidFill>
            <a:miter lim="800000"/>
            <a:headEnd/>
            <a:tailEnd/>
          </a:ln>
          <a:effectLst>
            <a:outerShdw dist="85194" dir="1593903" algn="ctr" rotWithShape="0">
              <a:schemeClr val="bg2">
                <a:alpha val="50000"/>
              </a:schemeClr>
            </a:outerShdw>
          </a:effectLst>
        </p:spPr>
        <p:txBody>
          <a:bodyPr rot="0" spcFirstLastPara="0" vertOverflow="overflow" horzOverflow="overflow" vert="horz" wrap="none" lIns="152823" tIns="76412" rIns="152823" bIns="76412" numCol="1" spcCol="0" rtlCol="0" fromWordArt="0" anchor="ctr" anchorCtr="0" forceAA="0" compatLnSpc="1">
            <a:prstTxWarp prst="textNoShape">
              <a:avLst/>
            </a:prstTxWarp>
            <a:noAutofit/>
          </a:bodyPr>
          <a:lstStyle/>
          <a:p>
            <a:pPr algn="ctr" eaLnBrk="0" hangingPunct="0"/>
            <a:r>
              <a:rPr lang="en-US" altLang="zh-TW" sz="1800">
                <a:latin typeface="微軟正黑體" panose="020B0604030504040204" pitchFamily="34" charset="-120"/>
                <a:ea typeface="微軟正黑體" panose="020B0604030504040204" pitchFamily="34" charset="-120"/>
              </a:rPr>
              <a:t>A</a:t>
            </a:r>
            <a:endParaRPr lang="zh-TW" altLang="en-US" sz="1800">
              <a:latin typeface="微軟正黑體" panose="020B0604030504040204" pitchFamily="34" charset="-120"/>
              <a:ea typeface="微軟正黑體" panose="020B0604030504040204" pitchFamily="34" charset="-120"/>
            </a:endParaRPr>
          </a:p>
        </p:txBody>
      </p:sp>
      <p:cxnSp>
        <p:nvCxnSpPr>
          <p:cNvPr id="118" name="肘形接點 68">
            <a:extLst>
              <a:ext uri="{FF2B5EF4-FFF2-40B4-BE49-F238E27FC236}">
                <a16:creationId xmlns:a16="http://schemas.microsoft.com/office/drawing/2014/main" id="{4D315B82-E1CA-313C-D4BB-3BBD9FD7F973}"/>
              </a:ext>
            </a:extLst>
          </p:cNvPr>
          <p:cNvCxnSpPr>
            <a:cxnSpLocks/>
            <a:stCxn id="117" idx="4"/>
          </p:cNvCxnSpPr>
          <p:nvPr/>
        </p:nvCxnSpPr>
        <p:spPr>
          <a:xfrm rot="16200000" flipH="1">
            <a:off x="8268894" y="3684196"/>
            <a:ext cx="551357" cy="5056"/>
          </a:xfrm>
          <a:prstGeom prst="bentConnector3">
            <a:avLst>
              <a:gd name="adj1" fmla="val 50000"/>
            </a:avLst>
          </a:prstGeom>
          <a:ln>
            <a:tailEnd type="triangle"/>
          </a:ln>
        </p:spPr>
        <p:style>
          <a:lnRef idx="1">
            <a:schemeClr val="dk1"/>
          </a:lnRef>
          <a:fillRef idx="0">
            <a:schemeClr val="dk1"/>
          </a:fillRef>
          <a:effectRef idx="0">
            <a:schemeClr val="dk1"/>
          </a:effectRef>
          <a:fontRef idx="minor">
            <a:schemeClr val="tx1"/>
          </a:fontRef>
        </p:style>
      </p:cxnSp>
      <p:grpSp>
        <p:nvGrpSpPr>
          <p:cNvPr id="122" name="群組 121"/>
          <p:cNvGrpSpPr/>
          <p:nvPr/>
        </p:nvGrpSpPr>
        <p:grpSpPr>
          <a:xfrm>
            <a:off x="9956173" y="3833933"/>
            <a:ext cx="1834125" cy="1217256"/>
            <a:chOff x="15056687" y="8308668"/>
            <a:chExt cx="1834125" cy="1217256"/>
          </a:xfrm>
        </p:grpSpPr>
        <p:sp>
          <p:nvSpPr>
            <p:cNvPr id="123" name="流程圖: 程序 122"/>
            <p:cNvSpPr/>
            <p:nvPr/>
          </p:nvSpPr>
          <p:spPr>
            <a:xfrm>
              <a:off x="15056687" y="8308668"/>
              <a:ext cx="1810800" cy="360000"/>
            </a:xfrm>
            <a:prstGeom prst="flowChartProcess">
              <a:avLst/>
            </a:prstGeom>
            <a:solidFill>
              <a:schemeClr val="bg1"/>
            </a:solidFill>
            <a:ln w="3175">
              <a:solidFill>
                <a:srgbClr val="000000"/>
              </a:solidFill>
              <a:miter/>
            </a:ln>
            <a:effectLst>
              <a:outerShdw dist="84845" dir="1587379" algn="ctr" rotWithShape="0">
                <a:schemeClr val="bg2">
                  <a:alpha val="50000"/>
                </a:schemeClr>
              </a:outerShdw>
            </a:effectLst>
          </p:spPr>
          <p:style>
            <a:lnRef idx="0">
              <a:scrgbClr r="0" g="0" b="0"/>
            </a:lnRef>
            <a:fillRef idx="0">
              <a:scrgbClr r="0" g="0" b="0"/>
            </a:fillRef>
            <a:effectRef idx="0">
              <a:scrgbClr r="0" g="0" b="0"/>
            </a:effectRef>
            <a:fontRef idx="minor"/>
          </p:style>
          <p:txBody>
            <a:bodyPr wrap="none" lIns="153000" tIns="76320" rIns="153000" bIns="76320" anchor="ctr">
              <a:noAutofit/>
            </a:bodyPr>
            <a:lstStyle/>
            <a:p>
              <a:pPr algn="ctr"/>
              <a:r>
                <a:rPr lang="en-US" sz="1600" b="1" dirty="0">
                  <a:latin typeface="微軟正黑體" panose="020B0604030504040204" pitchFamily="34" charset="-120"/>
                  <a:ea typeface="微軟正黑體" panose="020B0604030504040204" pitchFamily="34" charset="-120"/>
                </a:rPr>
                <a:t>ME28/ME29N</a:t>
              </a:r>
              <a:endParaRPr lang="en-GB" sz="1600" b="1" dirty="0">
                <a:latin typeface="微軟正黑體" panose="020B0604030504040204" pitchFamily="34" charset="-120"/>
                <a:ea typeface="微軟正黑體" panose="020B0604030504040204" pitchFamily="34" charset="-120"/>
              </a:endParaRPr>
            </a:p>
          </p:txBody>
        </p:sp>
        <p:sp>
          <p:nvSpPr>
            <p:cNvPr id="124" name="流程圖: 程序 123"/>
            <p:cNvSpPr/>
            <p:nvPr/>
          </p:nvSpPr>
          <p:spPr>
            <a:xfrm>
              <a:off x="15073354" y="8665858"/>
              <a:ext cx="1810800" cy="500066"/>
            </a:xfrm>
            <a:prstGeom prst="flowChartProcess">
              <a:avLst/>
            </a:prstGeom>
            <a:solidFill>
              <a:schemeClr val="bg1"/>
            </a:solidFill>
            <a:ln w="3175">
              <a:solidFill>
                <a:srgbClr val="000000"/>
              </a:solidFill>
              <a:miter/>
            </a:ln>
            <a:effectLst>
              <a:outerShdw dist="84845" dir="1587379" algn="ctr" rotWithShape="0">
                <a:schemeClr val="bg2">
                  <a:alpha val="50000"/>
                </a:schemeClr>
              </a:outerShdw>
            </a:effectLst>
          </p:spPr>
          <p:style>
            <a:lnRef idx="0">
              <a:scrgbClr r="0" g="0" b="0"/>
            </a:lnRef>
            <a:fillRef idx="0">
              <a:scrgbClr r="0" g="0" b="0"/>
            </a:fillRef>
            <a:effectRef idx="0">
              <a:scrgbClr r="0" g="0" b="0"/>
            </a:effectRef>
            <a:fontRef idx="minor"/>
          </p:style>
          <p:txBody>
            <a:bodyPr wrap="none" lIns="153000" tIns="76320" rIns="153000" bIns="76320" anchor="ctr">
              <a:noAutofit/>
            </a:bodyPr>
            <a:lstStyle/>
            <a:p>
              <a:pPr algn="ctr"/>
              <a:r>
                <a:rPr lang="zh-TW" altLang="en-US" sz="1600" dirty="0">
                  <a:latin typeface="微軟正黑體" panose="020B0604030504040204" pitchFamily="34" charset="-120"/>
                  <a:ea typeface="微軟正黑體" panose="020B0604030504040204" pitchFamily="34" charset="-120"/>
                </a:rPr>
                <a:t>核發採購單</a:t>
              </a:r>
              <a:endParaRPr lang="en-US" altLang="zh-TW" sz="1600" dirty="0">
                <a:latin typeface="微軟正黑體" panose="020B0604030504040204" pitchFamily="34" charset="-120"/>
                <a:ea typeface="微軟正黑體" panose="020B0604030504040204" pitchFamily="34" charset="-120"/>
              </a:endParaRPr>
            </a:p>
          </p:txBody>
        </p:sp>
        <p:sp>
          <p:nvSpPr>
            <p:cNvPr id="125" name="流程圖: 程序 124"/>
            <p:cNvSpPr/>
            <p:nvPr/>
          </p:nvSpPr>
          <p:spPr>
            <a:xfrm>
              <a:off x="15073354" y="9165924"/>
              <a:ext cx="936000" cy="360000"/>
            </a:xfrm>
            <a:prstGeom prst="flowChartProcess">
              <a:avLst/>
            </a:prstGeom>
            <a:solidFill>
              <a:schemeClr val="bg1"/>
            </a:solidFill>
            <a:ln w="3175">
              <a:solidFill>
                <a:srgbClr val="000000"/>
              </a:solidFill>
              <a:miter/>
            </a:ln>
            <a:effectLst>
              <a:outerShdw dist="84845" dir="1587379" algn="ctr" rotWithShape="0">
                <a:schemeClr val="bg2">
                  <a:alpha val="50000"/>
                </a:schemeClr>
              </a:outerShdw>
            </a:effectLst>
          </p:spPr>
          <p:style>
            <a:lnRef idx="0">
              <a:scrgbClr r="0" g="0" b="0"/>
            </a:lnRef>
            <a:fillRef idx="0">
              <a:scrgbClr r="0" g="0" b="0"/>
            </a:fillRef>
            <a:effectRef idx="0">
              <a:scrgbClr r="0" g="0" b="0"/>
            </a:effectRef>
            <a:fontRef idx="minor"/>
          </p:style>
          <p:txBody>
            <a:bodyPr wrap="none" lIns="153000" tIns="76320" rIns="153000" bIns="76320" anchor="ctr">
              <a:noAutofit/>
            </a:bodyPr>
            <a:lstStyle/>
            <a:p>
              <a:pPr algn="ctr" defTabSz="457200"/>
              <a:r>
                <a:rPr lang="en-US" altLang="zh-TW" sz="1500" spc="-1" dirty="0">
                  <a:solidFill>
                    <a:schemeClr val="dk1"/>
                  </a:solidFill>
                  <a:latin typeface="微軟正黑體"/>
                  <a:ea typeface="微軟正黑體"/>
                </a:rPr>
                <a:t>SAP</a:t>
              </a:r>
              <a:endParaRPr lang="zh-TW" altLang="en-US" sz="1500" spc="-1" dirty="0">
                <a:solidFill>
                  <a:schemeClr val="dk1"/>
                </a:solidFill>
                <a:latin typeface="微軟正黑體"/>
                <a:ea typeface="微軟正黑體"/>
              </a:endParaRPr>
            </a:p>
          </p:txBody>
        </p:sp>
        <p:sp>
          <p:nvSpPr>
            <p:cNvPr id="126" name="流程圖: 程序 125"/>
            <p:cNvSpPr/>
            <p:nvPr/>
          </p:nvSpPr>
          <p:spPr>
            <a:xfrm>
              <a:off x="16008812" y="9165924"/>
              <a:ext cx="882000" cy="360000"/>
            </a:xfrm>
            <a:prstGeom prst="flowChartProcess">
              <a:avLst/>
            </a:prstGeom>
            <a:solidFill>
              <a:schemeClr val="bg1"/>
            </a:solidFill>
            <a:ln w="3175">
              <a:solidFill>
                <a:srgbClr val="000000"/>
              </a:solidFill>
              <a:miter/>
            </a:ln>
            <a:effectLst>
              <a:outerShdw dist="84845" dir="1587379" algn="ctr" rotWithShape="0">
                <a:schemeClr val="bg2">
                  <a:alpha val="50000"/>
                </a:schemeClr>
              </a:outerShdw>
            </a:effectLst>
          </p:spPr>
          <p:style>
            <a:lnRef idx="0">
              <a:scrgbClr r="0" g="0" b="0"/>
            </a:lnRef>
            <a:fillRef idx="0">
              <a:scrgbClr r="0" g="0" b="0"/>
            </a:fillRef>
            <a:effectRef idx="0">
              <a:scrgbClr r="0" g="0" b="0"/>
            </a:effectRef>
            <a:fontRef idx="minor"/>
          </p:style>
          <p:txBody>
            <a:bodyPr wrap="none" lIns="153000" tIns="76320" rIns="153000" bIns="76320" anchor="ctr">
              <a:noAutofit/>
            </a:bodyPr>
            <a:lstStyle/>
            <a:p>
              <a:pPr algn="ctr" defTabSz="457200"/>
              <a:r>
                <a:rPr lang="zh-TW" altLang="en-US" sz="1500" spc="-1" dirty="0">
                  <a:solidFill>
                    <a:schemeClr val="dk1"/>
                  </a:solidFill>
                  <a:latin typeface="微軟正黑體"/>
                  <a:ea typeface="微軟正黑體"/>
                </a:rPr>
                <a:t>手動</a:t>
              </a:r>
            </a:p>
          </p:txBody>
        </p:sp>
      </p:grpSp>
      <p:grpSp>
        <p:nvGrpSpPr>
          <p:cNvPr id="127" name="Group 220">
            <a:extLst>
              <a:ext uri="{FF2B5EF4-FFF2-40B4-BE49-F238E27FC236}">
                <a16:creationId xmlns:a16="http://schemas.microsoft.com/office/drawing/2014/main" id="{A9B401BC-DE49-5FC0-6565-D216316A23DA}"/>
              </a:ext>
            </a:extLst>
          </p:cNvPr>
          <p:cNvGrpSpPr/>
          <p:nvPr/>
        </p:nvGrpSpPr>
        <p:grpSpPr>
          <a:xfrm>
            <a:off x="11607976" y="3695819"/>
            <a:ext cx="533400" cy="408605"/>
            <a:chOff x="5906184" y="1486857"/>
            <a:chExt cx="355600" cy="272361"/>
          </a:xfrm>
        </p:grpSpPr>
        <p:sp>
          <p:nvSpPr>
            <p:cNvPr id="128" name="Oval 221">
              <a:extLst>
                <a:ext uri="{FF2B5EF4-FFF2-40B4-BE49-F238E27FC236}">
                  <a16:creationId xmlns:a16="http://schemas.microsoft.com/office/drawing/2014/main" id="{DEBB780E-65E5-AB48-7071-2CDA63191644}"/>
                </a:ext>
              </a:extLst>
            </p:cNvPr>
            <p:cNvSpPr/>
            <p:nvPr/>
          </p:nvSpPr>
          <p:spPr>
            <a:xfrm>
              <a:off x="5906472" y="1486857"/>
              <a:ext cx="274320" cy="272361"/>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ctr"/>
              <a:endParaRPr lang="zh-TW" altLang="en-US" dirty="0"/>
            </a:p>
          </p:txBody>
        </p:sp>
        <p:sp>
          <p:nvSpPr>
            <p:cNvPr id="129" name="TextBox 222">
              <a:extLst>
                <a:ext uri="{FF2B5EF4-FFF2-40B4-BE49-F238E27FC236}">
                  <a16:creationId xmlns:a16="http://schemas.microsoft.com/office/drawing/2014/main" id="{38213EC1-2A6F-CC6F-9F41-D87C1E84A2C8}"/>
                </a:ext>
              </a:extLst>
            </p:cNvPr>
            <p:cNvSpPr txBox="1"/>
            <p:nvPr/>
          </p:nvSpPr>
          <p:spPr>
            <a:xfrm>
              <a:off x="5906184" y="1507079"/>
              <a:ext cx="355600" cy="215410"/>
            </a:xfrm>
            <a:prstGeom prst="rect">
              <a:avLst/>
            </a:prstGeom>
            <a:noFill/>
          </p:spPr>
          <p:txBody>
            <a:bodyPr wrap="squar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US" altLang="zh-TW" sz="1500" dirty="0">
                  <a:latin typeface="微軟正黑體" panose="020B0604030504040204" pitchFamily="34" charset="-120"/>
                  <a:ea typeface="微軟正黑體" panose="020B0604030504040204" pitchFamily="34" charset="-120"/>
                </a:rPr>
                <a:t>7</a:t>
              </a:r>
              <a:endParaRPr lang="zh-TW" altLang="en-US" sz="1500" dirty="0">
                <a:latin typeface="微軟正黑體" panose="020B0604030504040204" pitchFamily="34" charset="-120"/>
                <a:ea typeface="微軟正黑體" panose="020B0604030504040204" pitchFamily="34" charset="-120"/>
              </a:endParaRPr>
            </a:p>
          </p:txBody>
        </p:sp>
      </p:grpSp>
      <p:cxnSp>
        <p:nvCxnSpPr>
          <p:cNvPr id="11" name="肘形接點 68">
            <a:extLst>
              <a:ext uri="{FF2B5EF4-FFF2-40B4-BE49-F238E27FC236}">
                <a16:creationId xmlns:a16="http://schemas.microsoft.com/office/drawing/2014/main" id="{FA867AC0-3780-8C82-5002-4DDEF6799B9D}"/>
              </a:ext>
            </a:extLst>
          </p:cNvPr>
          <p:cNvCxnSpPr>
            <a:cxnSpLocks/>
            <a:endCxn id="240" idx="0"/>
          </p:cNvCxnSpPr>
          <p:nvPr/>
        </p:nvCxnSpPr>
        <p:spPr>
          <a:xfrm>
            <a:off x="10863898" y="5053013"/>
            <a:ext cx="0" cy="37041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8" name="流程圖: 換頁接點 52">
            <a:extLst>
              <a:ext uri="{FF2B5EF4-FFF2-40B4-BE49-F238E27FC236}">
                <a16:creationId xmlns:a16="http://schemas.microsoft.com/office/drawing/2014/main" id="{94FEC45A-5B46-3080-4776-B168CCE36BF9}"/>
              </a:ext>
            </a:extLst>
          </p:cNvPr>
          <p:cNvSpPr/>
          <p:nvPr/>
        </p:nvSpPr>
        <p:spPr bwMode="auto">
          <a:xfrm>
            <a:off x="13031365" y="3279811"/>
            <a:ext cx="560627" cy="467303"/>
          </a:xfrm>
          <a:prstGeom prst="flowChartOffpageConnector">
            <a:avLst/>
          </a:prstGeom>
          <a:solidFill>
            <a:schemeClr val="bg1"/>
          </a:solidFill>
          <a:ln w="3175">
            <a:solidFill>
              <a:schemeClr val="tx1"/>
            </a:solidFill>
            <a:miter lim="800000"/>
            <a:headEnd/>
            <a:tailEnd/>
          </a:ln>
          <a:effectLst>
            <a:outerShdw dist="85194" dir="1593903" algn="ctr" rotWithShape="0">
              <a:schemeClr val="bg2">
                <a:alpha val="50000"/>
              </a:schemeClr>
            </a:outerShdw>
          </a:effectLst>
        </p:spPr>
        <p:txBody>
          <a:bodyPr rot="0" spcFirstLastPara="0" vertOverflow="overflow" horzOverflow="overflow" vert="horz" wrap="none" lIns="152823" tIns="76412" rIns="152823" bIns="76412" numCol="1" spcCol="0" rtlCol="0" fromWordArt="0" anchor="ctr" anchorCtr="0" forceAA="0" compatLnSpc="1">
            <a:prstTxWarp prst="textNoShape">
              <a:avLst/>
            </a:prstTxWarp>
            <a:noAutofit/>
          </a:bodyPr>
          <a:lstStyle/>
          <a:p>
            <a:pPr algn="ctr" eaLnBrk="0" hangingPunct="0"/>
            <a:r>
              <a:rPr lang="en-US" altLang="zh-TW" dirty="0">
                <a:latin typeface="微軟正黑體" panose="020B0604030504040204" pitchFamily="34" charset="-120"/>
                <a:ea typeface="微軟正黑體" panose="020B0604030504040204" pitchFamily="34" charset="-120"/>
              </a:rPr>
              <a:t>P2</a:t>
            </a:r>
            <a:endParaRPr lang="zh-TW" altLang="en-US" dirty="0">
              <a:latin typeface="微軟正黑體" panose="020B0604030504040204" pitchFamily="34" charset="-120"/>
              <a:ea typeface="微軟正黑體" panose="020B0604030504040204" pitchFamily="34" charset="-120"/>
            </a:endParaRPr>
          </a:p>
        </p:txBody>
      </p:sp>
      <p:cxnSp>
        <p:nvCxnSpPr>
          <p:cNvPr id="19" name="肘形接點 68">
            <a:extLst>
              <a:ext uri="{FF2B5EF4-FFF2-40B4-BE49-F238E27FC236}">
                <a16:creationId xmlns:a16="http://schemas.microsoft.com/office/drawing/2014/main" id="{1736448E-F71D-1EA3-7D94-668197F71DB4}"/>
              </a:ext>
            </a:extLst>
          </p:cNvPr>
          <p:cNvCxnSpPr>
            <a:cxnSpLocks/>
            <a:stCxn id="18" idx="1"/>
            <a:endCxn id="123" idx="0"/>
          </p:cNvCxnSpPr>
          <p:nvPr/>
        </p:nvCxnSpPr>
        <p:spPr>
          <a:xfrm rot="10800000" flipV="1">
            <a:off x="10861573" y="3513463"/>
            <a:ext cx="2169792" cy="320470"/>
          </a:xfrm>
          <a:prstGeom prst="bentConnector2">
            <a:avLst/>
          </a:prstGeom>
          <a:ln>
            <a:tailEnd type="triangle"/>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340780461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97"/>
        <p:cNvGrpSpPr/>
        <p:nvPr/>
      </p:nvGrpSpPr>
      <p:grpSpPr>
        <a:xfrm>
          <a:off x="0" y="0"/>
          <a:ext cx="0" cy="0"/>
          <a:chOff x="0" y="0"/>
          <a:chExt cx="0" cy="0"/>
        </a:xfrm>
      </p:grpSpPr>
      <p:sp>
        <p:nvSpPr>
          <p:cNvPr id="11" name="流程圖: 文件 42">
            <a:extLst>
              <a:ext uri="{FF2B5EF4-FFF2-40B4-BE49-F238E27FC236}">
                <a16:creationId xmlns:a16="http://schemas.microsoft.com/office/drawing/2014/main" id="{580160BC-29D0-9D19-BFCE-78B7FC429FBC}"/>
              </a:ext>
            </a:extLst>
          </p:cNvPr>
          <p:cNvSpPr/>
          <p:nvPr/>
        </p:nvSpPr>
        <p:spPr bwMode="auto">
          <a:xfrm>
            <a:off x="6144650" y="6097020"/>
            <a:ext cx="1086981" cy="534714"/>
          </a:xfrm>
          <a:prstGeom prst="flowChartDocument">
            <a:avLst/>
          </a:prstGeom>
          <a:solidFill>
            <a:schemeClr val="bg1"/>
          </a:solidFill>
          <a:ln w="3175">
            <a:solidFill>
              <a:schemeClr val="tx1"/>
            </a:solidFill>
            <a:miter lim="800000"/>
            <a:headEnd/>
            <a:tailEnd/>
          </a:ln>
          <a:effectLst>
            <a:outerShdw dist="85194" dir="1593903" algn="ctr" rotWithShape="0">
              <a:schemeClr val="bg2">
                <a:alpha val="50000"/>
              </a:schemeClr>
            </a:outerShdw>
          </a:effectLst>
        </p:spPr>
        <p:txBody>
          <a:bodyPr rot="0" spcFirstLastPara="0" vertOverflow="overflow" horzOverflow="overflow" vert="horz" wrap="none" lIns="152823" tIns="76412" rIns="152823" bIns="76412" numCol="1" spcCol="0" rtlCol="0" fromWordArt="0" anchor="ctr" anchorCtr="0" forceAA="0" compatLnSpc="1">
            <a:prstTxWarp prst="textNoShape">
              <a:avLst/>
            </a:prstTxWarp>
            <a:noAutofit/>
          </a:bodyPr>
          <a:lstStyle/>
          <a:p>
            <a:pPr algn="ctr" eaLnBrk="0" hangingPunct="0"/>
            <a:r>
              <a:rPr lang="zh-TW" altLang="en-US" sz="1500" dirty="0">
                <a:latin typeface="微軟正黑體" panose="020B0604030504040204" pitchFamily="34" charset="-120"/>
                <a:ea typeface="微軟正黑體" panose="020B0604030504040204" pitchFamily="34" charset="-120"/>
              </a:rPr>
              <a:t>採購單</a:t>
            </a:r>
          </a:p>
        </p:txBody>
      </p:sp>
      <p:sp>
        <p:nvSpPr>
          <p:cNvPr id="4" name="文字方塊 3">
            <a:extLst>
              <a:ext uri="{FF2B5EF4-FFF2-40B4-BE49-F238E27FC236}">
                <a16:creationId xmlns:a16="http://schemas.microsoft.com/office/drawing/2014/main" id="{83E6F622-2FBE-CC67-50FE-4ABD7D8B9696}"/>
              </a:ext>
            </a:extLst>
          </p:cNvPr>
          <p:cNvSpPr txBox="1"/>
          <p:nvPr/>
        </p:nvSpPr>
        <p:spPr>
          <a:xfrm>
            <a:off x="2444080" y="781122"/>
            <a:ext cx="8450034" cy="461665"/>
          </a:xfrm>
          <a:prstGeom prst="rect">
            <a:avLst/>
          </a:prstGeom>
          <a:noFill/>
        </p:spPr>
        <p:txBody>
          <a:bodyPr wrap="square">
            <a:spAutoFit/>
          </a:bodyPr>
          <a:lstStyle/>
          <a:p>
            <a:pPr eaLnBrk="0" hangingPunct="0"/>
            <a:r>
              <a:rPr lang="en-US" altLang="zh-TW" sz="2400" b="1" dirty="0">
                <a:latin typeface="微軟正黑體" panose="020B0604030504040204" pitchFamily="34" charset="-120"/>
                <a:ea typeface="微軟正黑體" panose="020B0604030504040204" pitchFamily="34" charset="-120"/>
              </a:rPr>
              <a:t>MM-PU-0050 </a:t>
            </a:r>
            <a:r>
              <a:rPr lang="zh-TW" altLang="en-US" sz="2400" b="1" dirty="0">
                <a:latin typeface="微軟正黑體" panose="020B0604030504040204" pitchFamily="34" charset="-120"/>
                <a:ea typeface="微軟正黑體" panose="020B0604030504040204" pitchFamily="34" charset="-120"/>
              </a:rPr>
              <a:t>製工具請採購驗流程</a:t>
            </a:r>
          </a:p>
        </p:txBody>
      </p:sp>
      <p:sp>
        <p:nvSpPr>
          <p:cNvPr id="14" name="文字方塊 17">
            <a:extLst>
              <a:ext uri="{FF2B5EF4-FFF2-40B4-BE49-F238E27FC236}">
                <a16:creationId xmlns:a16="http://schemas.microsoft.com/office/drawing/2014/main" id="{E114DEFF-4464-1230-5102-DAAA05109B8A}"/>
              </a:ext>
            </a:extLst>
          </p:cNvPr>
          <p:cNvSpPr txBox="1"/>
          <p:nvPr/>
        </p:nvSpPr>
        <p:spPr>
          <a:xfrm>
            <a:off x="4927600" y="1167112"/>
            <a:ext cx="2362199" cy="830997"/>
          </a:xfrm>
          <a:prstGeom prst="rect">
            <a:avLst/>
          </a:prstGeom>
          <a:noFill/>
        </p:spPr>
        <p:txBody>
          <a:bodyPr wrap="square" rtlCol="0">
            <a:spAutoFit/>
          </a:bodyPr>
          <a:lstStyle/>
          <a:p>
            <a:pPr algn="ctr"/>
            <a:r>
              <a:rPr lang="zh-TW" altLang="en-US" sz="1600" dirty="0">
                <a:latin typeface="微軟正黑體" panose="020B0604030504040204" pitchFamily="34" charset="-120"/>
                <a:ea typeface="微軟正黑體" panose="020B0604030504040204" pitchFamily="34" charset="-120"/>
              </a:rPr>
              <a:t>面</a:t>
            </a:r>
            <a:r>
              <a:rPr lang="en-US" altLang="zh-TW" sz="1600" dirty="0">
                <a:latin typeface="微軟正黑體" panose="020B0604030504040204" pitchFamily="34" charset="-120"/>
                <a:ea typeface="微軟正黑體" panose="020B0604030504040204" pitchFamily="34" charset="-120"/>
              </a:rPr>
              <a:t>&amp;</a:t>
            </a:r>
            <a:r>
              <a:rPr lang="zh-TW" altLang="en-US" sz="1600" dirty="0">
                <a:latin typeface="微軟正黑體" panose="020B0604030504040204" pitchFamily="34" charset="-120"/>
                <a:ea typeface="微軟正黑體" panose="020B0604030504040204" pitchFamily="34" charset="-120"/>
              </a:rPr>
              <a:t>底技術工程</a:t>
            </a:r>
            <a:r>
              <a:rPr lang="en-US" altLang="zh-TW" sz="1600" dirty="0">
                <a:latin typeface="微軟正黑體" panose="020B0604030504040204" pitchFamily="34" charset="-120"/>
                <a:ea typeface="微軟正黑體" panose="020B0604030504040204" pitchFamily="34" charset="-120"/>
              </a:rPr>
              <a:t>/</a:t>
            </a:r>
            <a:r>
              <a:rPr lang="zh-TW" altLang="en-US" sz="1600" dirty="0">
                <a:latin typeface="微軟正黑體" panose="020B0604030504040204" pitchFamily="34" charset="-120"/>
                <a:ea typeface="微軟正黑體" panose="020B0604030504040204" pitchFamily="34" charset="-120"/>
              </a:rPr>
              <a:t>採購及總務</a:t>
            </a:r>
            <a:r>
              <a:rPr lang="en-US" altLang="zh-TW" sz="1600" dirty="0">
                <a:latin typeface="微軟正黑體" panose="020B0604030504040204" pitchFamily="34" charset="-120"/>
                <a:ea typeface="微軟正黑體" panose="020B0604030504040204" pitchFamily="34" charset="-120"/>
              </a:rPr>
              <a:t>;</a:t>
            </a:r>
            <a:r>
              <a:rPr lang="zh-TW" altLang="en-US" sz="1600" dirty="0">
                <a:latin typeface="微軟正黑體" panose="020B0604030504040204" pitchFamily="34" charset="-120"/>
                <a:ea typeface="微軟正黑體" panose="020B0604030504040204" pitchFamily="34" charset="-120"/>
              </a:rPr>
              <a:t>化工</a:t>
            </a:r>
            <a:r>
              <a:rPr lang="en-US" altLang="zh-TW" sz="1600" dirty="0">
                <a:latin typeface="微軟正黑體" panose="020B0604030504040204" pitchFamily="34" charset="-120"/>
                <a:ea typeface="微軟正黑體" panose="020B0604030504040204" pitchFamily="34" charset="-120"/>
              </a:rPr>
              <a:t>:</a:t>
            </a:r>
            <a:r>
              <a:rPr lang="zh-TW" altLang="en-US" sz="1600" dirty="0">
                <a:latin typeface="微軟正黑體" panose="020B0604030504040204" pitchFamily="34" charset="-120"/>
                <a:ea typeface="微軟正黑體" panose="020B0604030504040204" pitchFamily="34" charset="-120"/>
              </a:rPr>
              <a:t>開發及業務</a:t>
            </a:r>
          </a:p>
          <a:p>
            <a:pPr algn="ctr"/>
            <a:endParaRPr lang="zh-TW" altLang="en-US" sz="1600" dirty="0">
              <a:latin typeface="微軟正黑體" panose="020B0604030504040204" pitchFamily="34" charset="-120"/>
              <a:ea typeface="微軟正黑體" panose="020B0604030504040204" pitchFamily="34" charset="-120"/>
            </a:endParaRPr>
          </a:p>
        </p:txBody>
      </p:sp>
      <p:sp>
        <p:nvSpPr>
          <p:cNvPr id="25" name="流程圖: 結束點 8">
            <a:extLst>
              <a:ext uri="{FF2B5EF4-FFF2-40B4-BE49-F238E27FC236}">
                <a16:creationId xmlns:a16="http://schemas.microsoft.com/office/drawing/2014/main" id="{1FB9514E-6261-C7AC-D58E-6A5F2E6F81FD}"/>
              </a:ext>
            </a:extLst>
          </p:cNvPr>
          <p:cNvSpPr/>
          <p:nvPr/>
        </p:nvSpPr>
        <p:spPr bwMode="auto">
          <a:xfrm>
            <a:off x="12142197" y="8685363"/>
            <a:ext cx="1797831" cy="782444"/>
          </a:xfrm>
          <a:prstGeom prst="flowChartTerminator">
            <a:avLst/>
          </a:prstGeom>
          <a:solidFill>
            <a:schemeClr val="bg1"/>
          </a:solidFill>
          <a:ln w="3175">
            <a:solidFill>
              <a:schemeClr val="tx1"/>
            </a:solidFill>
            <a:miter lim="800000"/>
            <a:headEnd/>
            <a:tailEnd/>
          </a:ln>
          <a:effectLst>
            <a:outerShdw dist="85194" dir="1593903" algn="ctr" rotWithShape="0">
              <a:schemeClr val="bg2">
                <a:alpha val="50000"/>
              </a:schemeClr>
            </a:outerShdw>
          </a:effectLst>
        </p:spPr>
        <p:txBody>
          <a:bodyPr rot="0" spcFirstLastPara="0" vertOverflow="overflow" horzOverflow="overflow" vert="horz" wrap="none" lIns="152823" tIns="76412" rIns="152823" bIns="76412" numCol="1" spcCol="0" rtlCol="0" fromWordArt="0" anchor="ctr" anchorCtr="0" forceAA="0" compatLnSpc="1">
            <a:prstTxWarp prst="textNoShape">
              <a:avLst/>
            </a:prstTxWarp>
            <a:noAutofit/>
          </a:bodyPr>
          <a:lstStyle/>
          <a:p>
            <a:pPr algn="ctr" eaLnBrk="0" hangingPunct="0"/>
            <a:r>
              <a:rPr lang="zh-TW" altLang="en-US" sz="1500" dirty="0">
                <a:latin typeface="微軟正黑體" panose="020B0604030504040204" pitchFamily="34" charset="-120"/>
                <a:ea typeface="微軟正黑體" panose="020B0604030504040204" pitchFamily="34" charset="-120"/>
              </a:rPr>
              <a:t>結束</a:t>
            </a:r>
          </a:p>
        </p:txBody>
      </p:sp>
      <p:graphicFrame>
        <p:nvGraphicFramePr>
          <p:cNvPr id="30" name="表格 30">
            <a:extLst>
              <a:ext uri="{FF2B5EF4-FFF2-40B4-BE49-F238E27FC236}">
                <a16:creationId xmlns:a16="http://schemas.microsoft.com/office/drawing/2014/main" id="{18197701-0564-3E2B-648E-413A6C8BBE0A}"/>
              </a:ext>
            </a:extLst>
          </p:cNvPr>
          <p:cNvGraphicFramePr>
            <a:graphicFrameLocks noGrp="1"/>
          </p:cNvGraphicFramePr>
          <p:nvPr/>
        </p:nvGraphicFramePr>
        <p:xfrm>
          <a:off x="5111588" y="2034279"/>
          <a:ext cx="1797832" cy="1397740"/>
        </p:xfrm>
        <a:graphic>
          <a:graphicData uri="http://schemas.openxmlformats.org/drawingml/2006/table">
            <a:tbl>
              <a:tblPr>
                <a:tableStyleId>{5940675A-B579-460E-94D1-54222C63F5DA}</a:tableStyleId>
              </a:tblPr>
              <a:tblGrid>
                <a:gridCol w="898916">
                  <a:extLst>
                    <a:ext uri="{9D8B030D-6E8A-4147-A177-3AD203B41FA5}">
                      <a16:colId xmlns:a16="http://schemas.microsoft.com/office/drawing/2014/main" val="3433979995"/>
                    </a:ext>
                  </a:extLst>
                </a:gridCol>
                <a:gridCol w="898916">
                  <a:extLst>
                    <a:ext uri="{9D8B030D-6E8A-4147-A177-3AD203B41FA5}">
                      <a16:colId xmlns:a16="http://schemas.microsoft.com/office/drawing/2014/main" val="3727974752"/>
                    </a:ext>
                  </a:extLst>
                </a:gridCol>
              </a:tblGrid>
              <a:tr h="332510">
                <a:tc gridSpan="2">
                  <a:txBody>
                    <a:bodyPr/>
                    <a:lstStyle/>
                    <a:p>
                      <a:pPr algn="ctr"/>
                      <a:r>
                        <a:rPr lang="en-GB" sz="1400" b="1" dirty="0">
                          <a:solidFill>
                            <a:schemeClr val="tx1"/>
                          </a:solidFill>
                          <a:latin typeface="微軟正黑體" panose="020B0604030504040204" pitchFamily="34" charset="-120"/>
                          <a:ea typeface="微軟正黑體" panose="020B0604030504040204" pitchFamily="34" charset="-120"/>
                        </a:rPr>
                        <a:t>ZMM006</a:t>
                      </a:r>
                    </a:p>
                  </a:txBody>
                  <a:tcPr marL="124691" marR="124691" marT="62346" marB="62346">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dirty="0"/>
                    </a:p>
                  </a:txBody>
                  <a:tcPr/>
                </a:tc>
                <a:extLst>
                  <a:ext uri="{0D108BD9-81ED-4DB2-BD59-A6C34878D82A}">
                    <a16:rowId xmlns:a16="http://schemas.microsoft.com/office/drawing/2014/main" val="3125084632"/>
                  </a:ext>
                </a:extLst>
              </a:tr>
              <a:tr h="748146">
                <a:tc gridSpan="2">
                  <a:txBody>
                    <a:bodyPr/>
                    <a:lstStyle/>
                    <a:p>
                      <a:pPr algn="ctr" eaLnBrk="0" hangingPunct="0"/>
                      <a:r>
                        <a:rPr kumimoji="0" lang="zh-TW" altLang="en-US" sz="1400" dirty="0">
                          <a:latin typeface="微軟正黑體" panose="020B0604030504040204" pitchFamily="34" charset="-120"/>
                          <a:ea typeface="微軟正黑體" panose="020B0604030504040204" pitchFamily="34" charset="-120"/>
                        </a:rPr>
                        <a:t>核發</a:t>
                      </a:r>
                      <a:r>
                        <a:rPr kumimoji="0" lang="en-US" altLang="zh-TW" sz="1400" dirty="0">
                          <a:latin typeface="微軟正黑體" panose="020B0604030504040204" pitchFamily="34" charset="-120"/>
                          <a:ea typeface="微軟正黑體" panose="020B0604030504040204" pitchFamily="34" charset="-120"/>
                        </a:rPr>
                        <a:t>SAP </a:t>
                      </a:r>
                      <a:r>
                        <a:rPr kumimoji="0" lang="zh-TW" altLang="en-US" sz="1400" dirty="0">
                          <a:latin typeface="微軟正黑體" panose="020B0604030504040204" pitchFamily="34" charset="-120"/>
                          <a:ea typeface="微軟正黑體" panose="020B0604030504040204" pitchFamily="34" charset="-120"/>
                        </a:rPr>
                        <a:t>採購單</a:t>
                      </a:r>
                    </a:p>
                  </a:txBody>
                  <a:tcPr marL="124691" marR="124691" marT="62346" marB="62346">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dirty="0"/>
                    </a:p>
                  </a:txBody>
                  <a:tcPr/>
                </a:tc>
                <a:extLst>
                  <a:ext uri="{0D108BD9-81ED-4DB2-BD59-A6C34878D82A}">
                    <a16:rowId xmlns:a16="http://schemas.microsoft.com/office/drawing/2014/main" val="1006350340"/>
                  </a:ext>
                </a:extLst>
              </a:tr>
              <a:tr h="306000">
                <a:tc>
                  <a:txBody>
                    <a:bodyPr/>
                    <a:lstStyle/>
                    <a:p>
                      <a:pPr algn="ctr"/>
                      <a:r>
                        <a:rPr lang="en-US" sz="1400" dirty="0">
                          <a:latin typeface="微軟正黑體" panose="020B0604030504040204" pitchFamily="34" charset="-120"/>
                          <a:ea typeface="微軟正黑體" panose="020B0604030504040204" pitchFamily="34" charset="-120"/>
                        </a:rPr>
                        <a:t>SAP</a:t>
                      </a:r>
                      <a:endParaRPr lang="en-GB" sz="1400" dirty="0">
                        <a:latin typeface="微軟正黑體" panose="020B0604030504040204" pitchFamily="34" charset="-120"/>
                        <a:ea typeface="微軟正黑體" panose="020B0604030504040204" pitchFamily="34" charset="-120"/>
                      </a:endParaRPr>
                    </a:p>
                  </a:txBody>
                  <a:tcPr marL="54000" marR="54000" marT="49091" marB="49091">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lang="zh-TW" altLang="en-US" sz="1400" dirty="0">
                          <a:latin typeface="微軟正黑體" panose="020B0604030504040204" pitchFamily="34" charset="-120"/>
                          <a:ea typeface="微軟正黑體" panose="020B0604030504040204" pitchFamily="34" charset="-120"/>
                        </a:rPr>
                        <a:t>自動</a:t>
                      </a:r>
                      <a:endParaRPr lang="en-GB" sz="1400" dirty="0">
                        <a:latin typeface="微軟正黑體" panose="020B0604030504040204" pitchFamily="34" charset="-120"/>
                        <a:ea typeface="微軟正黑體" panose="020B0604030504040204" pitchFamily="34" charset="-120"/>
                      </a:endParaRPr>
                    </a:p>
                  </a:txBody>
                  <a:tcPr marL="54000" marR="54000" marT="49091" marB="49091">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053335046"/>
                  </a:ext>
                </a:extLst>
              </a:tr>
            </a:tbl>
          </a:graphicData>
        </a:graphic>
      </p:graphicFrame>
      <p:grpSp>
        <p:nvGrpSpPr>
          <p:cNvPr id="31" name="Group 220">
            <a:extLst>
              <a:ext uri="{FF2B5EF4-FFF2-40B4-BE49-F238E27FC236}">
                <a16:creationId xmlns:a16="http://schemas.microsoft.com/office/drawing/2014/main" id="{A9B401BC-DE49-5FC0-6565-D216316A23DA}"/>
              </a:ext>
            </a:extLst>
          </p:cNvPr>
          <p:cNvGrpSpPr/>
          <p:nvPr/>
        </p:nvGrpSpPr>
        <p:grpSpPr>
          <a:xfrm>
            <a:off x="6669645" y="1837208"/>
            <a:ext cx="543519" cy="408542"/>
            <a:chOff x="5906472" y="1486857"/>
            <a:chExt cx="362346" cy="272361"/>
          </a:xfrm>
        </p:grpSpPr>
        <p:sp>
          <p:nvSpPr>
            <p:cNvPr id="32" name="Oval 221">
              <a:extLst>
                <a:ext uri="{FF2B5EF4-FFF2-40B4-BE49-F238E27FC236}">
                  <a16:creationId xmlns:a16="http://schemas.microsoft.com/office/drawing/2014/main" id="{DEBB780E-65E5-AB48-7071-2CDA63191644}"/>
                </a:ext>
              </a:extLst>
            </p:cNvPr>
            <p:cNvSpPr/>
            <p:nvPr/>
          </p:nvSpPr>
          <p:spPr>
            <a:xfrm>
              <a:off x="5906472" y="1486857"/>
              <a:ext cx="274320" cy="272361"/>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sz="2700" dirty="0">
                <a:latin typeface="微軟正黑體" panose="020B0604030504040204" pitchFamily="34" charset="-120"/>
                <a:ea typeface="微軟正黑體" panose="020B0604030504040204" pitchFamily="34" charset="-120"/>
              </a:endParaRPr>
            </a:p>
          </p:txBody>
        </p:sp>
        <p:sp>
          <p:nvSpPr>
            <p:cNvPr id="33" name="TextBox 222">
              <a:extLst>
                <a:ext uri="{FF2B5EF4-FFF2-40B4-BE49-F238E27FC236}">
                  <a16:creationId xmlns:a16="http://schemas.microsoft.com/office/drawing/2014/main" id="{38213EC1-2A6F-CC6F-9F41-D87C1E84A2C8}"/>
                </a:ext>
              </a:extLst>
            </p:cNvPr>
            <p:cNvSpPr txBox="1"/>
            <p:nvPr/>
          </p:nvSpPr>
          <p:spPr>
            <a:xfrm>
              <a:off x="5913218" y="1507079"/>
              <a:ext cx="355600" cy="215443"/>
            </a:xfrm>
            <a:prstGeom prst="rect">
              <a:avLst/>
            </a:prstGeom>
            <a:noFill/>
          </p:spPr>
          <p:txBody>
            <a:bodyPr wrap="square" rtlCol="0">
              <a:spAutoFit/>
            </a:bodyPr>
            <a:lstStyle/>
            <a:p>
              <a:r>
                <a:rPr lang="en-US" altLang="zh-TW" sz="1500" dirty="0">
                  <a:latin typeface="微軟正黑體" panose="020B0604030504040204" pitchFamily="34" charset="-120"/>
                  <a:ea typeface="微軟正黑體" panose="020B0604030504040204" pitchFamily="34" charset="-120"/>
                </a:rPr>
                <a:t>3</a:t>
              </a:r>
              <a:endParaRPr lang="zh-TW" altLang="en-US" sz="1500" dirty="0">
                <a:latin typeface="微軟正黑體" panose="020B0604030504040204" pitchFamily="34" charset="-120"/>
                <a:ea typeface="微軟正黑體" panose="020B0604030504040204" pitchFamily="34" charset="-120"/>
              </a:endParaRPr>
            </a:p>
          </p:txBody>
        </p:sp>
      </p:grpSp>
      <p:cxnSp>
        <p:nvCxnSpPr>
          <p:cNvPr id="49" name="肘形接點 68">
            <a:extLst>
              <a:ext uri="{FF2B5EF4-FFF2-40B4-BE49-F238E27FC236}">
                <a16:creationId xmlns:a16="http://schemas.microsoft.com/office/drawing/2014/main" id="{8DD1663D-3235-8D1E-F1BD-80C90EB0F8CB}"/>
              </a:ext>
            </a:extLst>
          </p:cNvPr>
          <p:cNvCxnSpPr>
            <a:cxnSpLocks/>
            <a:stCxn id="216" idx="3"/>
            <a:endCxn id="25" idx="1"/>
          </p:cNvCxnSpPr>
          <p:nvPr/>
        </p:nvCxnSpPr>
        <p:spPr>
          <a:xfrm flipV="1">
            <a:off x="11515972" y="9076585"/>
            <a:ext cx="626225" cy="1215"/>
          </a:xfrm>
          <a:prstGeom prst="bentConnector3">
            <a:avLst>
              <a:gd name="adj1" fmla="val 50000"/>
            </a:avLst>
          </a:prstGeom>
          <a:ln>
            <a:tailEnd type="triangle"/>
          </a:ln>
        </p:spPr>
        <p:style>
          <a:lnRef idx="1">
            <a:schemeClr val="dk1"/>
          </a:lnRef>
          <a:fillRef idx="0">
            <a:schemeClr val="dk1"/>
          </a:fillRef>
          <a:effectRef idx="0">
            <a:schemeClr val="dk1"/>
          </a:effectRef>
          <a:fontRef idx="minor">
            <a:schemeClr val="tx1"/>
          </a:fontRef>
        </p:style>
      </p:cxnSp>
      <p:graphicFrame>
        <p:nvGraphicFramePr>
          <p:cNvPr id="15" name="表格 30">
            <a:extLst>
              <a:ext uri="{FF2B5EF4-FFF2-40B4-BE49-F238E27FC236}">
                <a16:creationId xmlns:a16="http://schemas.microsoft.com/office/drawing/2014/main" id="{DD4D6B14-D3B2-B7AE-AA9C-20D4B4848A80}"/>
              </a:ext>
            </a:extLst>
          </p:cNvPr>
          <p:cNvGraphicFramePr>
            <a:graphicFrameLocks noGrp="1"/>
          </p:cNvGraphicFramePr>
          <p:nvPr/>
        </p:nvGraphicFramePr>
        <p:xfrm>
          <a:off x="9725027" y="5270888"/>
          <a:ext cx="1797832" cy="1184439"/>
        </p:xfrm>
        <a:graphic>
          <a:graphicData uri="http://schemas.openxmlformats.org/drawingml/2006/table">
            <a:tbl>
              <a:tblPr>
                <a:tableStyleId>{5940675A-B579-460E-94D1-54222C63F5DA}</a:tableStyleId>
              </a:tblPr>
              <a:tblGrid>
                <a:gridCol w="898916">
                  <a:extLst>
                    <a:ext uri="{9D8B030D-6E8A-4147-A177-3AD203B41FA5}">
                      <a16:colId xmlns:a16="http://schemas.microsoft.com/office/drawing/2014/main" val="3433979995"/>
                    </a:ext>
                  </a:extLst>
                </a:gridCol>
                <a:gridCol w="898916">
                  <a:extLst>
                    <a:ext uri="{9D8B030D-6E8A-4147-A177-3AD203B41FA5}">
                      <a16:colId xmlns:a16="http://schemas.microsoft.com/office/drawing/2014/main" val="3727974752"/>
                    </a:ext>
                  </a:extLst>
                </a:gridCol>
              </a:tblGrid>
              <a:tr h="336600">
                <a:tc gridSpan="2">
                  <a:txBody>
                    <a:bodyPr/>
                    <a:lstStyle/>
                    <a:p>
                      <a:pPr algn="ctr"/>
                      <a:endParaRPr lang="en-GB" sz="1500" b="1" dirty="0">
                        <a:latin typeface="微軟正黑體" panose="020B0604030504040204" pitchFamily="34" charset="-120"/>
                        <a:ea typeface="微軟正黑體" panose="020B0604030504040204" pitchFamily="34" charset="-120"/>
                      </a:endParaRPr>
                    </a:p>
                  </a:txBody>
                  <a:tcPr marL="54000" marR="54000"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dirty="0"/>
                    </a:p>
                  </a:txBody>
                  <a:tcPr/>
                </a:tc>
                <a:extLst>
                  <a:ext uri="{0D108BD9-81ED-4DB2-BD59-A6C34878D82A}">
                    <a16:rowId xmlns:a16="http://schemas.microsoft.com/office/drawing/2014/main" val="3125084632"/>
                  </a:ext>
                </a:extLst>
              </a:tr>
              <a:tr h="511239">
                <a:tc gridSpan="2">
                  <a:txBody>
                    <a:bodyPr/>
                    <a:lstStyle/>
                    <a:p>
                      <a:pPr algn="ctr"/>
                      <a:r>
                        <a:rPr lang="zh-TW" altLang="en-US" sz="1500" dirty="0">
                          <a:latin typeface="微軟正黑體" panose="020B0604030504040204" pitchFamily="34" charset="-120"/>
                          <a:ea typeface="微軟正黑體" panose="020B0604030504040204" pitchFamily="34" charset="-120"/>
                        </a:rPr>
                        <a:t>功能確認</a:t>
                      </a:r>
                      <a:endParaRPr lang="en-US" altLang="zh-TW" sz="1500" dirty="0">
                        <a:latin typeface="微軟正黑體" panose="020B0604030504040204" pitchFamily="34" charset="-120"/>
                        <a:ea typeface="微軟正黑體" panose="020B0604030504040204" pitchFamily="34" charset="-120"/>
                      </a:endParaRPr>
                    </a:p>
                  </a:txBody>
                  <a:tcPr marL="54000" marR="54000"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dirty="0"/>
                    </a:p>
                  </a:txBody>
                  <a:tcPr/>
                </a:tc>
                <a:extLst>
                  <a:ext uri="{0D108BD9-81ED-4DB2-BD59-A6C34878D82A}">
                    <a16:rowId xmlns:a16="http://schemas.microsoft.com/office/drawing/2014/main" val="1006350340"/>
                  </a:ext>
                </a:extLst>
              </a:tr>
              <a:tr h="336600">
                <a:tc>
                  <a:txBody>
                    <a:bodyPr/>
                    <a:lstStyle/>
                    <a:p>
                      <a:pPr algn="ctr"/>
                      <a:endParaRPr lang="en-GB" sz="1500" dirty="0">
                        <a:latin typeface="微軟正黑體" panose="020B0604030504040204" pitchFamily="34" charset="-120"/>
                        <a:ea typeface="微軟正黑體" panose="020B0604030504040204" pitchFamily="34" charset="-120"/>
                      </a:endParaRPr>
                    </a:p>
                  </a:txBody>
                  <a:tcPr marL="54000" marR="54000"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lang="zh-TW" altLang="en-US" sz="1500" dirty="0">
                          <a:latin typeface="微軟正黑體" panose="020B0604030504040204" pitchFamily="34" charset="-120"/>
                          <a:ea typeface="微軟正黑體" panose="020B0604030504040204" pitchFamily="34" charset="-120"/>
                        </a:rPr>
                        <a:t>手動</a:t>
                      </a:r>
                      <a:endParaRPr lang="en-GB" altLang="zh-TW" sz="1500" dirty="0">
                        <a:latin typeface="微軟正黑體" panose="020B0604030504040204" pitchFamily="34" charset="-120"/>
                        <a:ea typeface="微軟正黑體" panose="020B0604030504040204" pitchFamily="34" charset="-120"/>
                      </a:endParaRPr>
                    </a:p>
                  </a:txBody>
                  <a:tcPr marL="54000" marR="54000"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053335046"/>
                  </a:ext>
                </a:extLst>
              </a:tr>
            </a:tbl>
          </a:graphicData>
        </a:graphic>
      </p:graphicFrame>
      <p:cxnSp>
        <p:nvCxnSpPr>
          <p:cNvPr id="16" name="Straight Connector 284">
            <a:extLst>
              <a:ext uri="{FF2B5EF4-FFF2-40B4-BE49-F238E27FC236}">
                <a16:creationId xmlns:a16="http://schemas.microsoft.com/office/drawing/2014/main" id="{3343F13F-0020-F344-5B28-F9AEB09CA3FA}"/>
              </a:ext>
            </a:extLst>
          </p:cNvPr>
          <p:cNvCxnSpPr>
            <a:cxnSpLocks/>
          </p:cNvCxnSpPr>
          <p:nvPr/>
        </p:nvCxnSpPr>
        <p:spPr>
          <a:xfrm>
            <a:off x="7294542" y="1319036"/>
            <a:ext cx="0" cy="854114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7" name="肘形接點 68">
            <a:extLst>
              <a:ext uri="{FF2B5EF4-FFF2-40B4-BE49-F238E27FC236}">
                <a16:creationId xmlns:a16="http://schemas.microsoft.com/office/drawing/2014/main" id="{8E184E7B-49D4-0B0F-DFF1-32CCB2A9AB0C}"/>
              </a:ext>
            </a:extLst>
          </p:cNvPr>
          <p:cNvCxnSpPr>
            <a:cxnSpLocks/>
            <a:stCxn id="15" idx="2"/>
            <a:endCxn id="35" idx="0"/>
          </p:cNvCxnSpPr>
          <p:nvPr/>
        </p:nvCxnSpPr>
        <p:spPr>
          <a:xfrm rot="5400000">
            <a:off x="10262052" y="6812842"/>
            <a:ext cx="719406" cy="4377"/>
          </a:xfrm>
          <a:prstGeom prst="bentConnector3">
            <a:avLst>
              <a:gd name="adj1" fmla="val 50000"/>
            </a:avLst>
          </a:prstGeom>
          <a:ln>
            <a:tailEnd type="triangle"/>
          </a:ln>
        </p:spPr>
        <p:style>
          <a:lnRef idx="1">
            <a:schemeClr val="dk1"/>
          </a:lnRef>
          <a:fillRef idx="0">
            <a:schemeClr val="dk1"/>
          </a:fillRef>
          <a:effectRef idx="0">
            <a:schemeClr val="dk1"/>
          </a:effectRef>
          <a:fontRef idx="minor">
            <a:schemeClr val="tx1"/>
          </a:fontRef>
        </p:style>
      </p:cxnSp>
      <p:cxnSp>
        <p:nvCxnSpPr>
          <p:cNvPr id="6" name="肘形接點 68">
            <a:extLst>
              <a:ext uri="{FF2B5EF4-FFF2-40B4-BE49-F238E27FC236}">
                <a16:creationId xmlns:a16="http://schemas.microsoft.com/office/drawing/2014/main" id="{70F961FE-0AA7-D2B8-F257-ECB0C3D45D2D}"/>
              </a:ext>
            </a:extLst>
          </p:cNvPr>
          <p:cNvCxnSpPr>
            <a:cxnSpLocks/>
            <a:stCxn id="5" idx="3"/>
            <a:endCxn id="83" idx="1"/>
          </p:cNvCxnSpPr>
          <p:nvPr/>
        </p:nvCxnSpPr>
        <p:spPr>
          <a:xfrm flipV="1">
            <a:off x="2008377" y="3371518"/>
            <a:ext cx="651206" cy="6191"/>
          </a:xfrm>
          <a:prstGeom prst="bentConnector3">
            <a:avLst>
              <a:gd name="adj1" fmla="val 50000"/>
            </a:avLst>
          </a:prstGeom>
          <a:ln>
            <a:tailEnd type="triangle"/>
          </a:ln>
        </p:spPr>
        <p:style>
          <a:lnRef idx="1">
            <a:schemeClr val="dk1"/>
          </a:lnRef>
          <a:fillRef idx="0">
            <a:schemeClr val="dk1"/>
          </a:fillRef>
          <a:effectRef idx="0">
            <a:schemeClr val="dk1"/>
          </a:effectRef>
          <a:fontRef idx="minor">
            <a:schemeClr val="tx1"/>
          </a:fontRef>
        </p:style>
      </p:cxnSp>
      <p:cxnSp>
        <p:nvCxnSpPr>
          <p:cNvPr id="40" name="肘形接點 68">
            <a:extLst>
              <a:ext uri="{FF2B5EF4-FFF2-40B4-BE49-F238E27FC236}">
                <a16:creationId xmlns:a16="http://schemas.microsoft.com/office/drawing/2014/main" id="{1DF5F1F4-D706-20CD-2C91-619F7E00C1C5}"/>
              </a:ext>
            </a:extLst>
          </p:cNvPr>
          <p:cNvCxnSpPr>
            <a:cxnSpLocks/>
            <a:stCxn id="19" idx="3"/>
            <a:endCxn id="24" idx="1"/>
          </p:cNvCxnSpPr>
          <p:nvPr/>
        </p:nvCxnSpPr>
        <p:spPr>
          <a:xfrm flipV="1">
            <a:off x="6904263" y="2712651"/>
            <a:ext cx="2826950" cy="2825565"/>
          </a:xfrm>
          <a:prstGeom prst="bentConnector3">
            <a:avLst>
              <a:gd name="adj1" fmla="val 50000"/>
            </a:avLst>
          </a:prstGeom>
          <a:ln>
            <a:tailEnd type="triangle"/>
          </a:ln>
        </p:spPr>
        <p:style>
          <a:lnRef idx="1">
            <a:schemeClr val="dk1"/>
          </a:lnRef>
          <a:fillRef idx="0">
            <a:schemeClr val="dk1"/>
          </a:fillRef>
          <a:effectRef idx="0">
            <a:schemeClr val="dk1"/>
          </a:effectRef>
          <a:fontRef idx="minor">
            <a:schemeClr val="tx1"/>
          </a:fontRef>
        </p:style>
      </p:cxnSp>
      <p:graphicFrame>
        <p:nvGraphicFramePr>
          <p:cNvPr id="19" name="表格 30">
            <a:extLst>
              <a:ext uri="{FF2B5EF4-FFF2-40B4-BE49-F238E27FC236}">
                <a16:creationId xmlns:a16="http://schemas.microsoft.com/office/drawing/2014/main" id="{323DEA68-B2E9-C177-AF6C-305B02CA9243}"/>
              </a:ext>
            </a:extLst>
          </p:cNvPr>
          <p:cNvGraphicFramePr>
            <a:graphicFrameLocks noGrp="1"/>
          </p:cNvGraphicFramePr>
          <p:nvPr>
            <p:extLst>
              <p:ext uri="{D42A27DB-BD31-4B8C-83A1-F6EECF244321}">
                <p14:modId xmlns:p14="http://schemas.microsoft.com/office/powerpoint/2010/main" val="3893474758"/>
              </p:ext>
            </p:extLst>
          </p:nvPr>
        </p:nvGraphicFramePr>
        <p:xfrm>
          <a:off x="5106431" y="4945997"/>
          <a:ext cx="1797832" cy="1184439"/>
        </p:xfrm>
        <a:graphic>
          <a:graphicData uri="http://schemas.openxmlformats.org/drawingml/2006/table">
            <a:tbl>
              <a:tblPr>
                <a:tableStyleId>{5940675A-B579-460E-94D1-54222C63F5DA}</a:tableStyleId>
              </a:tblPr>
              <a:tblGrid>
                <a:gridCol w="898916">
                  <a:extLst>
                    <a:ext uri="{9D8B030D-6E8A-4147-A177-3AD203B41FA5}">
                      <a16:colId xmlns:a16="http://schemas.microsoft.com/office/drawing/2014/main" val="3433979995"/>
                    </a:ext>
                  </a:extLst>
                </a:gridCol>
                <a:gridCol w="898916">
                  <a:extLst>
                    <a:ext uri="{9D8B030D-6E8A-4147-A177-3AD203B41FA5}">
                      <a16:colId xmlns:a16="http://schemas.microsoft.com/office/drawing/2014/main" val="3727974752"/>
                    </a:ext>
                  </a:extLst>
                </a:gridCol>
              </a:tblGrid>
              <a:tr h="336600">
                <a:tc gridSpan="2">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lang="en-GB" altLang="zh-TW" sz="1500" b="1" dirty="0">
                        <a:latin typeface="微軟正黑體" panose="020B0604030504040204" pitchFamily="34" charset="-120"/>
                        <a:ea typeface="微軟正黑體" panose="020B0604030504040204" pitchFamily="34" charset="-120"/>
                      </a:endParaRPr>
                    </a:p>
                  </a:txBody>
                  <a:tcPr marL="54000" marR="54000"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dirty="0"/>
                    </a:p>
                  </a:txBody>
                  <a:tcPr/>
                </a:tc>
                <a:extLst>
                  <a:ext uri="{0D108BD9-81ED-4DB2-BD59-A6C34878D82A}">
                    <a16:rowId xmlns:a16="http://schemas.microsoft.com/office/drawing/2014/main" val="3125084632"/>
                  </a:ext>
                </a:extLst>
              </a:tr>
              <a:tr h="511239">
                <a:tc gridSpan="2">
                  <a:txBody>
                    <a:bodyPr/>
                    <a:lstStyle/>
                    <a:p>
                      <a:pPr algn="ctr"/>
                      <a:r>
                        <a:rPr lang="zh-TW" altLang="en-US" sz="1500" dirty="0">
                          <a:latin typeface="微軟正黑體" panose="020B0604030504040204" pitchFamily="34" charset="-120"/>
                          <a:ea typeface="微軟正黑體" panose="020B0604030504040204" pitchFamily="34" charset="-120"/>
                        </a:rPr>
                        <a:t>列印採購單</a:t>
                      </a:r>
                      <a:endParaRPr lang="en-US" altLang="zh-TW" sz="1500" dirty="0">
                        <a:latin typeface="微軟正黑體" panose="020B0604030504040204" pitchFamily="34" charset="-120"/>
                        <a:ea typeface="微軟正黑體" panose="020B0604030504040204" pitchFamily="34" charset="-120"/>
                      </a:endParaRPr>
                    </a:p>
                  </a:txBody>
                  <a:tcPr marL="54000" marR="54000"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dirty="0"/>
                    </a:p>
                  </a:txBody>
                  <a:tcPr/>
                </a:tc>
                <a:extLst>
                  <a:ext uri="{0D108BD9-81ED-4DB2-BD59-A6C34878D82A}">
                    <a16:rowId xmlns:a16="http://schemas.microsoft.com/office/drawing/2014/main" val="1006350340"/>
                  </a:ext>
                </a:extLst>
              </a:tr>
              <a:tr h="336600">
                <a:tc>
                  <a:txBody>
                    <a:bodyPr/>
                    <a:lstStyle/>
                    <a:p>
                      <a:pPr algn="ctr"/>
                      <a:r>
                        <a:rPr lang="en-US" sz="1500" dirty="0">
                          <a:latin typeface="微軟正黑體" panose="020B0604030504040204" pitchFamily="34" charset="-120"/>
                          <a:ea typeface="微軟正黑體" panose="020B0604030504040204" pitchFamily="34" charset="-120"/>
                        </a:rPr>
                        <a:t>BPM</a:t>
                      </a:r>
                      <a:endParaRPr lang="en-GB" sz="1500" dirty="0">
                        <a:latin typeface="微軟正黑體" panose="020B0604030504040204" pitchFamily="34" charset="-120"/>
                        <a:ea typeface="微軟正黑體" panose="020B0604030504040204" pitchFamily="34" charset="-120"/>
                      </a:endParaRPr>
                    </a:p>
                  </a:txBody>
                  <a:tcPr marL="54000" marR="54000"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lang="zh-TW" altLang="en-US" sz="1500" dirty="0">
                          <a:latin typeface="微軟正黑體" panose="020B0604030504040204" pitchFamily="34" charset="-120"/>
                          <a:ea typeface="微軟正黑體" panose="020B0604030504040204" pitchFamily="34" charset="-120"/>
                        </a:rPr>
                        <a:t>自動</a:t>
                      </a:r>
                      <a:endParaRPr lang="en-GB" altLang="zh-TW" sz="1500" dirty="0">
                        <a:latin typeface="微軟正黑體" panose="020B0604030504040204" pitchFamily="34" charset="-120"/>
                        <a:ea typeface="微軟正黑體" panose="020B0604030504040204" pitchFamily="34" charset="-120"/>
                      </a:endParaRPr>
                    </a:p>
                  </a:txBody>
                  <a:tcPr marL="54000" marR="54000"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053335046"/>
                  </a:ext>
                </a:extLst>
              </a:tr>
            </a:tbl>
          </a:graphicData>
        </a:graphic>
      </p:graphicFrame>
      <p:graphicFrame>
        <p:nvGraphicFramePr>
          <p:cNvPr id="24" name="表格 30">
            <a:extLst>
              <a:ext uri="{FF2B5EF4-FFF2-40B4-BE49-F238E27FC236}">
                <a16:creationId xmlns:a16="http://schemas.microsoft.com/office/drawing/2014/main" id="{DB7A0832-7D21-1719-AE8D-90899BF1A64F}"/>
              </a:ext>
            </a:extLst>
          </p:cNvPr>
          <p:cNvGraphicFramePr>
            <a:graphicFrameLocks noGrp="1"/>
          </p:cNvGraphicFramePr>
          <p:nvPr/>
        </p:nvGraphicFramePr>
        <p:xfrm>
          <a:off x="9731213" y="2120432"/>
          <a:ext cx="1797832" cy="1184439"/>
        </p:xfrm>
        <a:graphic>
          <a:graphicData uri="http://schemas.openxmlformats.org/drawingml/2006/table">
            <a:tbl>
              <a:tblPr>
                <a:tableStyleId>{5940675A-B579-460E-94D1-54222C63F5DA}</a:tableStyleId>
              </a:tblPr>
              <a:tblGrid>
                <a:gridCol w="898916">
                  <a:extLst>
                    <a:ext uri="{9D8B030D-6E8A-4147-A177-3AD203B41FA5}">
                      <a16:colId xmlns:a16="http://schemas.microsoft.com/office/drawing/2014/main" val="3433979995"/>
                    </a:ext>
                  </a:extLst>
                </a:gridCol>
                <a:gridCol w="898916">
                  <a:extLst>
                    <a:ext uri="{9D8B030D-6E8A-4147-A177-3AD203B41FA5}">
                      <a16:colId xmlns:a16="http://schemas.microsoft.com/office/drawing/2014/main" val="3727974752"/>
                    </a:ext>
                  </a:extLst>
                </a:gridCol>
              </a:tblGrid>
              <a:tr h="336600">
                <a:tc gridSpan="2">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GB" altLang="zh-TW" sz="1500" b="1" dirty="0">
                          <a:solidFill>
                            <a:schemeClr val="tx1"/>
                          </a:solidFill>
                          <a:latin typeface="微軟正黑體" panose="020B0604030504040204" pitchFamily="34" charset="-120"/>
                          <a:ea typeface="微軟正黑體" panose="020B0604030504040204" pitchFamily="34" charset="-120"/>
                        </a:rPr>
                        <a:t>MIGO</a:t>
                      </a:r>
                    </a:p>
                  </a:txBody>
                  <a:tcPr marL="54000" marR="54000"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dirty="0"/>
                    </a:p>
                  </a:txBody>
                  <a:tcPr/>
                </a:tc>
                <a:extLst>
                  <a:ext uri="{0D108BD9-81ED-4DB2-BD59-A6C34878D82A}">
                    <a16:rowId xmlns:a16="http://schemas.microsoft.com/office/drawing/2014/main" val="3125084632"/>
                  </a:ext>
                </a:extLst>
              </a:tr>
              <a:tr h="511239">
                <a:tc gridSpan="2">
                  <a:txBody>
                    <a:bodyPr/>
                    <a:lstStyle/>
                    <a:p>
                      <a:pPr algn="ctr"/>
                      <a:r>
                        <a:rPr lang="zh-TW" altLang="en-US" sz="1500" dirty="0">
                          <a:latin typeface="微軟正黑體" panose="020B0604030504040204" pitchFamily="34" charset="-120"/>
                          <a:ea typeface="微軟正黑體" panose="020B0604030504040204" pitchFamily="34" charset="-120"/>
                        </a:rPr>
                        <a:t>採購單收貨</a:t>
                      </a:r>
                      <a:endParaRPr lang="en-US" altLang="zh-TW" sz="1500" dirty="0">
                        <a:latin typeface="微軟正黑體" panose="020B0604030504040204" pitchFamily="34" charset="-120"/>
                        <a:ea typeface="微軟正黑體" panose="020B0604030504040204" pitchFamily="34" charset="-120"/>
                      </a:endParaRPr>
                    </a:p>
                  </a:txBody>
                  <a:tcPr marL="54000" marR="54000"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dirty="0"/>
                    </a:p>
                  </a:txBody>
                  <a:tcPr/>
                </a:tc>
                <a:extLst>
                  <a:ext uri="{0D108BD9-81ED-4DB2-BD59-A6C34878D82A}">
                    <a16:rowId xmlns:a16="http://schemas.microsoft.com/office/drawing/2014/main" val="1006350340"/>
                  </a:ext>
                </a:extLst>
              </a:tr>
              <a:tr h="336600">
                <a:tc>
                  <a:txBody>
                    <a:bodyPr/>
                    <a:lstStyle/>
                    <a:p>
                      <a:pPr algn="ctr"/>
                      <a:r>
                        <a:rPr lang="en-US" altLang="zh-TW" sz="1500" dirty="0">
                          <a:latin typeface="微軟正黑體" panose="020B0604030504040204" pitchFamily="34" charset="-120"/>
                          <a:ea typeface="微軟正黑體" panose="020B0604030504040204" pitchFamily="34" charset="-120"/>
                        </a:rPr>
                        <a:t>SAP</a:t>
                      </a:r>
                      <a:endParaRPr lang="en-GB" sz="1500" dirty="0">
                        <a:latin typeface="微軟正黑體" panose="020B0604030504040204" pitchFamily="34" charset="-120"/>
                        <a:ea typeface="微軟正黑體" panose="020B0604030504040204" pitchFamily="34" charset="-120"/>
                      </a:endParaRPr>
                    </a:p>
                  </a:txBody>
                  <a:tcPr marL="54000" marR="54000"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lang="zh-TW" altLang="en-US" sz="1500" dirty="0">
                          <a:latin typeface="微軟正黑體" panose="020B0604030504040204" pitchFamily="34" charset="-120"/>
                          <a:ea typeface="微軟正黑體" panose="020B0604030504040204" pitchFamily="34" charset="-120"/>
                        </a:rPr>
                        <a:t>手動</a:t>
                      </a:r>
                      <a:endParaRPr lang="en-GB" altLang="zh-TW" sz="1500" dirty="0">
                        <a:latin typeface="微軟正黑體" panose="020B0604030504040204" pitchFamily="34" charset="-120"/>
                        <a:ea typeface="微軟正黑體" panose="020B0604030504040204" pitchFamily="34" charset="-120"/>
                      </a:endParaRPr>
                    </a:p>
                  </a:txBody>
                  <a:tcPr marL="54000" marR="54000"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053335046"/>
                  </a:ext>
                </a:extLst>
              </a:tr>
            </a:tbl>
          </a:graphicData>
        </a:graphic>
      </p:graphicFrame>
      <p:cxnSp>
        <p:nvCxnSpPr>
          <p:cNvPr id="27" name="肘形接點 68">
            <a:extLst>
              <a:ext uri="{FF2B5EF4-FFF2-40B4-BE49-F238E27FC236}">
                <a16:creationId xmlns:a16="http://schemas.microsoft.com/office/drawing/2014/main" id="{4D315B82-E1CA-313C-D4BB-3BBD9FD7F973}"/>
              </a:ext>
            </a:extLst>
          </p:cNvPr>
          <p:cNvCxnSpPr>
            <a:cxnSpLocks/>
            <a:stCxn id="2" idx="2"/>
            <a:endCxn id="15" idx="0"/>
          </p:cNvCxnSpPr>
          <p:nvPr/>
        </p:nvCxnSpPr>
        <p:spPr>
          <a:xfrm rot="16200000" flipH="1">
            <a:off x="10408480" y="5055425"/>
            <a:ext cx="430782" cy="144"/>
          </a:xfrm>
          <a:prstGeom prst="bentConnector3">
            <a:avLst>
              <a:gd name="adj1" fmla="val 50000"/>
            </a:avLst>
          </a:prstGeom>
          <a:ln>
            <a:tailEnd type="triangle"/>
          </a:ln>
        </p:spPr>
        <p:style>
          <a:lnRef idx="1">
            <a:schemeClr val="dk1"/>
          </a:lnRef>
          <a:fillRef idx="0">
            <a:schemeClr val="dk1"/>
          </a:fillRef>
          <a:effectRef idx="0">
            <a:schemeClr val="dk1"/>
          </a:effectRef>
          <a:fontRef idx="minor">
            <a:schemeClr val="tx1"/>
          </a:fontRef>
        </p:style>
      </p:cxnSp>
      <p:sp>
        <p:nvSpPr>
          <p:cNvPr id="35" name="流程圖: 決策 50">
            <a:extLst>
              <a:ext uri="{FF2B5EF4-FFF2-40B4-BE49-F238E27FC236}">
                <a16:creationId xmlns:a16="http://schemas.microsoft.com/office/drawing/2014/main" id="{8037CA89-DBE3-1441-8E4C-7EA04E993D61}"/>
              </a:ext>
            </a:extLst>
          </p:cNvPr>
          <p:cNvSpPr/>
          <p:nvPr/>
        </p:nvSpPr>
        <p:spPr bwMode="auto">
          <a:xfrm>
            <a:off x="9698591" y="7174733"/>
            <a:ext cx="1841949" cy="588972"/>
          </a:xfrm>
          <a:prstGeom prst="flowChartDecision">
            <a:avLst/>
          </a:prstGeom>
          <a:solidFill>
            <a:schemeClr val="bg1"/>
          </a:solidFill>
          <a:ln w="3175">
            <a:solidFill>
              <a:schemeClr val="tx1"/>
            </a:solidFill>
            <a:miter lim="800000"/>
            <a:headEnd/>
            <a:tailEnd/>
          </a:ln>
          <a:effectLst>
            <a:outerShdw dist="85194" dir="1593903" algn="ctr" rotWithShape="0">
              <a:schemeClr val="bg2">
                <a:alpha val="50000"/>
              </a:schemeClr>
            </a:outerShdw>
          </a:effectLst>
        </p:spPr>
        <p:txBody>
          <a:bodyPr rot="0" spcFirstLastPara="0" vertOverflow="overflow" horzOverflow="overflow" vert="horz" wrap="none" lIns="152823" tIns="76412" rIns="152823" bIns="76412" numCol="1" spcCol="0" rtlCol="0" fromWordArt="0" anchor="ctr" anchorCtr="0" forceAA="0" compatLnSpc="1">
            <a:prstTxWarp prst="textNoShape">
              <a:avLst/>
            </a:prstTxWarp>
            <a:noAutofit/>
          </a:bodyPr>
          <a:lstStyle/>
          <a:p>
            <a:pPr algn="ctr" eaLnBrk="0" hangingPunct="0"/>
            <a:r>
              <a:rPr lang="zh-TW" altLang="en-US" sz="1500" dirty="0">
                <a:latin typeface="微軟正黑體" panose="020B0604030504040204" pitchFamily="34" charset="-120"/>
                <a:ea typeface="微軟正黑體" panose="020B0604030504040204" pitchFamily="34" charset="-120"/>
              </a:rPr>
              <a:t>符合要求</a:t>
            </a:r>
          </a:p>
        </p:txBody>
      </p:sp>
      <p:cxnSp>
        <p:nvCxnSpPr>
          <p:cNvPr id="51" name="肘形接點 68">
            <a:extLst>
              <a:ext uri="{FF2B5EF4-FFF2-40B4-BE49-F238E27FC236}">
                <a16:creationId xmlns:a16="http://schemas.microsoft.com/office/drawing/2014/main" id="{2AA47122-2BF1-7633-656B-9B6710026CD9}"/>
              </a:ext>
            </a:extLst>
          </p:cNvPr>
          <p:cNvCxnSpPr>
            <a:cxnSpLocks/>
            <a:stCxn id="35" idx="2"/>
            <a:endCxn id="216" idx="0"/>
          </p:cNvCxnSpPr>
          <p:nvPr/>
        </p:nvCxnSpPr>
        <p:spPr>
          <a:xfrm rot="5400000">
            <a:off x="10270864" y="8109897"/>
            <a:ext cx="694895" cy="2510"/>
          </a:xfrm>
          <a:prstGeom prst="bentConnector3">
            <a:avLst>
              <a:gd name="adj1" fmla="val 50000"/>
            </a:avLst>
          </a:prstGeom>
          <a:ln>
            <a:tailEnd type="triangle"/>
          </a:ln>
        </p:spPr>
        <p:style>
          <a:lnRef idx="1">
            <a:schemeClr val="dk1"/>
          </a:lnRef>
          <a:fillRef idx="0">
            <a:schemeClr val="dk1"/>
          </a:fillRef>
          <a:effectRef idx="0">
            <a:schemeClr val="dk1"/>
          </a:effectRef>
          <a:fontRef idx="minor">
            <a:schemeClr val="tx1"/>
          </a:fontRef>
        </p:style>
      </p:cxnSp>
      <p:sp>
        <p:nvSpPr>
          <p:cNvPr id="55" name="文字方塊 54">
            <a:extLst>
              <a:ext uri="{FF2B5EF4-FFF2-40B4-BE49-F238E27FC236}">
                <a16:creationId xmlns:a16="http://schemas.microsoft.com/office/drawing/2014/main" id="{B106DB5A-3C2B-C42B-E706-9F53E0CA364F}"/>
              </a:ext>
            </a:extLst>
          </p:cNvPr>
          <p:cNvSpPr txBox="1"/>
          <p:nvPr/>
        </p:nvSpPr>
        <p:spPr>
          <a:xfrm>
            <a:off x="8960478" y="7159233"/>
            <a:ext cx="788670" cy="300082"/>
          </a:xfrm>
          <a:prstGeom prst="rect">
            <a:avLst/>
          </a:prstGeom>
          <a:noFill/>
        </p:spPr>
        <p:txBody>
          <a:bodyPr wrap="square">
            <a:spAutoFit/>
          </a:bodyPr>
          <a:lstStyle/>
          <a:p>
            <a:r>
              <a:rPr lang="zh-TW" altLang="en-US" sz="1350" dirty="0">
                <a:latin typeface="微軟正黑體" panose="020B0604030504040204" pitchFamily="34" charset="-120"/>
                <a:ea typeface="微軟正黑體" panose="020B0604030504040204" pitchFamily="34" charset="-120"/>
              </a:rPr>
              <a:t>是</a:t>
            </a:r>
            <a:endParaRPr lang="zh-TW" altLang="en-US" sz="1350" dirty="0"/>
          </a:p>
        </p:txBody>
      </p:sp>
      <p:sp>
        <p:nvSpPr>
          <p:cNvPr id="56" name="文字方塊 55">
            <a:extLst>
              <a:ext uri="{FF2B5EF4-FFF2-40B4-BE49-F238E27FC236}">
                <a16:creationId xmlns:a16="http://schemas.microsoft.com/office/drawing/2014/main" id="{7BDD8B3B-9FC5-B431-B92A-CADEB291222C}"/>
              </a:ext>
            </a:extLst>
          </p:cNvPr>
          <p:cNvSpPr txBox="1"/>
          <p:nvPr/>
        </p:nvSpPr>
        <p:spPr>
          <a:xfrm>
            <a:off x="10630128" y="7789963"/>
            <a:ext cx="788670" cy="300082"/>
          </a:xfrm>
          <a:prstGeom prst="rect">
            <a:avLst/>
          </a:prstGeom>
          <a:noFill/>
        </p:spPr>
        <p:txBody>
          <a:bodyPr wrap="square">
            <a:spAutoFit/>
          </a:bodyPr>
          <a:lstStyle/>
          <a:p>
            <a:r>
              <a:rPr lang="zh-TW" altLang="en-US" sz="1350" dirty="0">
                <a:latin typeface="微軟正黑體" panose="020B0604030504040204" pitchFamily="34" charset="-120"/>
                <a:ea typeface="微軟正黑體" panose="020B0604030504040204" pitchFamily="34" charset="-120"/>
              </a:rPr>
              <a:t>否</a:t>
            </a:r>
            <a:endParaRPr lang="zh-TW" altLang="en-US" sz="1350" dirty="0"/>
          </a:p>
        </p:txBody>
      </p:sp>
      <p:sp>
        <p:nvSpPr>
          <p:cNvPr id="210" name="文字方塊 17">
            <a:extLst>
              <a:ext uri="{FF2B5EF4-FFF2-40B4-BE49-F238E27FC236}">
                <a16:creationId xmlns:a16="http://schemas.microsoft.com/office/drawing/2014/main" id="{306A0461-FB0A-6B8E-26F4-F4121B822258}"/>
              </a:ext>
            </a:extLst>
          </p:cNvPr>
          <p:cNvSpPr txBox="1"/>
          <p:nvPr/>
        </p:nvSpPr>
        <p:spPr>
          <a:xfrm>
            <a:off x="9258247" y="1408031"/>
            <a:ext cx="2906789" cy="600164"/>
          </a:xfrm>
          <a:prstGeom prst="rect">
            <a:avLst/>
          </a:prstGeom>
          <a:noFill/>
        </p:spPr>
        <p:txBody>
          <a:bodyPr wrap="square" rtlCol="0">
            <a:spAutoFit/>
          </a:bodyPr>
          <a:lstStyle/>
          <a:p>
            <a:pPr algn="ctr"/>
            <a:r>
              <a:rPr lang="zh-TW" altLang="en-US" sz="1650" dirty="0">
                <a:latin typeface="微軟正黑體" panose="020B0604030504040204" pitchFamily="34" charset="-120"/>
                <a:ea typeface="微軟正黑體" panose="020B0604030504040204" pitchFamily="34" charset="-120"/>
              </a:rPr>
              <a:t>技術工程</a:t>
            </a:r>
            <a:r>
              <a:rPr lang="en-US" altLang="zh-TW" sz="1650" dirty="0">
                <a:latin typeface="微軟正黑體" panose="020B0604030504040204" pitchFamily="34" charset="-120"/>
                <a:ea typeface="微軟正黑體" panose="020B0604030504040204" pitchFamily="34" charset="-120"/>
              </a:rPr>
              <a:t>;</a:t>
            </a:r>
            <a:r>
              <a:rPr lang="zh-TW" altLang="en-US" sz="1650" dirty="0">
                <a:latin typeface="微軟正黑體" panose="020B0604030504040204" pitchFamily="34" charset="-120"/>
                <a:ea typeface="微軟正黑體" panose="020B0604030504040204" pitchFamily="34" charset="-120"/>
              </a:rPr>
              <a:t>化工</a:t>
            </a:r>
            <a:r>
              <a:rPr lang="en-US" altLang="zh-TW" sz="1650" dirty="0">
                <a:latin typeface="微軟正黑體" panose="020B0604030504040204" pitchFamily="34" charset="-120"/>
                <a:ea typeface="微軟正黑體" panose="020B0604030504040204" pitchFamily="34" charset="-120"/>
              </a:rPr>
              <a:t>:</a:t>
            </a:r>
            <a:r>
              <a:rPr lang="zh-TW" altLang="en-US" sz="1650" dirty="0">
                <a:latin typeface="微軟正黑體" panose="020B0604030504040204" pitchFamily="34" charset="-120"/>
                <a:ea typeface="微軟正黑體" panose="020B0604030504040204" pitchFamily="34" charset="-120"/>
              </a:rPr>
              <a:t>開發及業務</a:t>
            </a:r>
          </a:p>
          <a:p>
            <a:pPr algn="ctr"/>
            <a:endParaRPr lang="zh-TW" altLang="en-US" sz="1650" dirty="0">
              <a:latin typeface="微軟正黑體" panose="020B0604030504040204" pitchFamily="34" charset="-120"/>
              <a:ea typeface="微軟正黑體" panose="020B0604030504040204" pitchFamily="34" charset="-120"/>
            </a:endParaRPr>
          </a:p>
        </p:txBody>
      </p:sp>
      <p:grpSp>
        <p:nvGrpSpPr>
          <p:cNvPr id="58" name="Group 220">
            <a:extLst>
              <a:ext uri="{FF2B5EF4-FFF2-40B4-BE49-F238E27FC236}">
                <a16:creationId xmlns:a16="http://schemas.microsoft.com/office/drawing/2014/main" id="{AF722532-AA0E-95E7-B907-A3CB6D919095}"/>
              </a:ext>
            </a:extLst>
          </p:cNvPr>
          <p:cNvGrpSpPr/>
          <p:nvPr/>
        </p:nvGrpSpPr>
        <p:grpSpPr>
          <a:xfrm>
            <a:off x="11280635" y="5049607"/>
            <a:ext cx="598686" cy="415761"/>
            <a:chOff x="5906472" y="1486857"/>
            <a:chExt cx="399124" cy="272361"/>
          </a:xfrm>
        </p:grpSpPr>
        <p:sp>
          <p:nvSpPr>
            <p:cNvPr id="59" name="Oval 221">
              <a:extLst>
                <a:ext uri="{FF2B5EF4-FFF2-40B4-BE49-F238E27FC236}">
                  <a16:creationId xmlns:a16="http://schemas.microsoft.com/office/drawing/2014/main" id="{91328368-781B-F220-72AD-BA847F003BAF}"/>
                </a:ext>
              </a:extLst>
            </p:cNvPr>
            <p:cNvSpPr/>
            <p:nvPr/>
          </p:nvSpPr>
          <p:spPr>
            <a:xfrm>
              <a:off x="5906472" y="1486857"/>
              <a:ext cx="274320" cy="272361"/>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sz="1500" dirty="0"/>
            </a:p>
          </p:txBody>
        </p:sp>
        <p:sp>
          <p:nvSpPr>
            <p:cNvPr id="60" name="TextBox 222">
              <a:extLst>
                <a:ext uri="{FF2B5EF4-FFF2-40B4-BE49-F238E27FC236}">
                  <a16:creationId xmlns:a16="http://schemas.microsoft.com/office/drawing/2014/main" id="{63E2F604-AD25-D3BC-73D4-8D2027AFE9C5}"/>
                </a:ext>
              </a:extLst>
            </p:cNvPr>
            <p:cNvSpPr txBox="1"/>
            <p:nvPr/>
          </p:nvSpPr>
          <p:spPr>
            <a:xfrm>
              <a:off x="5920251" y="1507079"/>
              <a:ext cx="385345" cy="211702"/>
            </a:xfrm>
            <a:prstGeom prst="rect">
              <a:avLst/>
            </a:prstGeom>
            <a:noFill/>
          </p:spPr>
          <p:txBody>
            <a:bodyPr wrap="square" rtlCol="0">
              <a:spAutoFit/>
            </a:bodyPr>
            <a:lstStyle/>
            <a:p>
              <a:r>
                <a:rPr lang="en-US" altLang="zh-TW" sz="1500" dirty="0">
                  <a:latin typeface="微軟正黑體" panose="020B0604030504040204" pitchFamily="34" charset="-120"/>
                  <a:ea typeface="微軟正黑體" panose="020B0604030504040204" pitchFamily="34" charset="-120"/>
                </a:rPr>
                <a:t>7</a:t>
              </a:r>
              <a:endParaRPr lang="zh-TW" altLang="en-US" sz="1500" dirty="0">
                <a:latin typeface="微軟正黑體" panose="020B0604030504040204" pitchFamily="34" charset="-120"/>
                <a:ea typeface="微軟正黑體" panose="020B0604030504040204" pitchFamily="34" charset="-120"/>
              </a:endParaRPr>
            </a:p>
          </p:txBody>
        </p:sp>
      </p:grpSp>
      <p:sp>
        <p:nvSpPr>
          <p:cNvPr id="61" name="TextBox 53">
            <a:extLst>
              <a:ext uri="{FF2B5EF4-FFF2-40B4-BE49-F238E27FC236}">
                <a16:creationId xmlns:a16="http://schemas.microsoft.com/office/drawing/2014/main" id="{2DE69ECC-E293-FAA8-6082-E6D2F887DBFF}"/>
              </a:ext>
            </a:extLst>
          </p:cNvPr>
          <p:cNvSpPr txBox="1"/>
          <p:nvPr/>
        </p:nvSpPr>
        <p:spPr>
          <a:xfrm>
            <a:off x="14380627" y="2064631"/>
            <a:ext cx="3594197" cy="369332"/>
          </a:xfrm>
          <a:prstGeom prst="rect">
            <a:avLst/>
          </a:prstGeom>
          <a:noFill/>
        </p:spPr>
        <p:txBody>
          <a:bodyPr wrap="square" rtlCol="0">
            <a:spAutoFit/>
          </a:bodyPr>
          <a:lstStyle/>
          <a:p>
            <a:endParaRPr lang="zh-TW" altLang="en-US" dirty="0"/>
          </a:p>
        </p:txBody>
      </p:sp>
      <p:sp>
        <p:nvSpPr>
          <p:cNvPr id="5" name="流程圖: 換頁接點 52">
            <a:extLst>
              <a:ext uri="{FF2B5EF4-FFF2-40B4-BE49-F238E27FC236}">
                <a16:creationId xmlns:a16="http://schemas.microsoft.com/office/drawing/2014/main" id="{A020D090-1F04-66A8-DDD2-0A428105439C}"/>
              </a:ext>
            </a:extLst>
          </p:cNvPr>
          <p:cNvSpPr/>
          <p:nvPr/>
        </p:nvSpPr>
        <p:spPr bwMode="auto">
          <a:xfrm>
            <a:off x="1447750" y="3144057"/>
            <a:ext cx="560627" cy="467303"/>
          </a:xfrm>
          <a:prstGeom prst="flowChartOffpageConnector">
            <a:avLst/>
          </a:prstGeom>
          <a:solidFill>
            <a:schemeClr val="bg1"/>
          </a:solidFill>
          <a:ln w="3175">
            <a:solidFill>
              <a:schemeClr val="tx1"/>
            </a:solidFill>
            <a:miter lim="800000"/>
            <a:headEnd/>
            <a:tailEnd/>
          </a:ln>
          <a:effectLst>
            <a:outerShdw dist="85194" dir="1593903" algn="ctr" rotWithShape="0">
              <a:schemeClr val="bg2">
                <a:alpha val="50000"/>
              </a:schemeClr>
            </a:outerShdw>
          </a:effectLst>
        </p:spPr>
        <p:txBody>
          <a:bodyPr rot="0" spcFirstLastPara="0" vertOverflow="overflow" horzOverflow="overflow" vert="horz" wrap="none" lIns="152823" tIns="76412" rIns="152823" bIns="76412" numCol="1" spcCol="0" rtlCol="0" fromWordArt="0" anchor="ctr" anchorCtr="0" forceAA="0" compatLnSpc="1">
            <a:prstTxWarp prst="textNoShape">
              <a:avLst/>
            </a:prstTxWarp>
            <a:noAutofit/>
          </a:bodyPr>
          <a:lstStyle/>
          <a:p>
            <a:pPr algn="ctr" eaLnBrk="0" hangingPunct="0"/>
            <a:r>
              <a:rPr lang="en-US" altLang="zh-TW" dirty="0">
                <a:latin typeface="微軟正黑體" panose="020B0604030504040204" pitchFamily="34" charset="-120"/>
                <a:ea typeface="微軟正黑體" panose="020B0604030504040204" pitchFamily="34" charset="-120"/>
              </a:rPr>
              <a:t>P1</a:t>
            </a:r>
            <a:endParaRPr lang="zh-TW" altLang="en-US" dirty="0">
              <a:latin typeface="微軟正黑體" panose="020B0604030504040204" pitchFamily="34" charset="-120"/>
              <a:ea typeface="微軟正黑體" panose="020B0604030504040204" pitchFamily="34" charset="-120"/>
            </a:endParaRPr>
          </a:p>
        </p:txBody>
      </p:sp>
      <p:cxnSp>
        <p:nvCxnSpPr>
          <p:cNvPr id="10" name="肘形接點 68">
            <a:extLst>
              <a:ext uri="{FF2B5EF4-FFF2-40B4-BE49-F238E27FC236}">
                <a16:creationId xmlns:a16="http://schemas.microsoft.com/office/drawing/2014/main" id="{88423D2F-5852-EF3C-C85E-11AFB02032A8}"/>
              </a:ext>
            </a:extLst>
          </p:cNvPr>
          <p:cNvCxnSpPr>
            <a:cxnSpLocks/>
            <a:stCxn id="12" idx="2"/>
            <a:endCxn id="19" idx="0"/>
          </p:cNvCxnSpPr>
          <p:nvPr/>
        </p:nvCxnSpPr>
        <p:spPr>
          <a:xfrm rot="16200000" flipH="1">
            <a:off x="5756458" y="4697108"/>
            <a:ext cx="497774" cy="3"/>
          </a:xfrm>
          <a:prstGeom prst="bentConnector3">
            <a:avLst>
              <a:gd name="adj1" fmla="val 50000"/>
            </a:avLst>
          </a:prstGeom>
          <a:ln>
            <a:tailEnd type="triangle"/>
          </a:ln>
        </p:spPr>
        <p:style>
          <a:lnRef idx="1">
            <a:schemeClr val="dk1"/>
          </a:lnRef>
          <a:fillRef idx="0">
            <a:schemeClr val="dk1"/>
          </a:fillRef>
          <a:effectRef idx="0">
            <a:schemeClr val="dk1"/>
          </a:effectRef>
          <a:fontRef idx="minor">
            <a:schemeClr val="tx1"/>
          </a:fontRef>
        </p:style>
      </p:cxnSp>
      <p:grpSp>
        <p:nvGrpSpPr>
          <p:cNvPr id="41" name="Group 220">
            <a:extLst>
              <a:ext uri="{FF2B5EF4-FFF2-40B4-BE49-F238E27FC236}">
                <a16:creationId xmlns:a16="http://schemas.microsoft.com/office/drawing/2014/main" id="{8CFE2FFC-F192-E4BE-BA08-1FF5A5D8B2F9}"/>
              </a:ext>
            </a:extLst>
          </p:cNvPr>
          <p:cNvGrpSpPr/>
          <p:nvPr/>
        </p:nvGrpSpPr>
        <p:grpSpPr>
          <a:xfrm>
            <a:off x="6732147" y="4770877"/>
            <a:ext cx="555446" cy="408542"/>
            <a:chOff x="5906472" y="1486857"/>
            <a:chExt cx="370297" cy="272361"/>
          </a:xfrm>
        </p:grpSpPr>
        <p:sp>
          <p:nvSpPr>
            <p:cNvPr id="42" name="Oval 221">
              <a:extLst>
                <a:ext uri="{FF2B5EF4-FFF2-40B4-BE49-F238E27FC236}">
                  <a16:creationId xmlns:a16="http://schemas.microsoft.com/office/drawing/2014/main" id="{7919AE74-A7E0-3890-38AC-DCBB5AA39E9F}"/>
                </a:ext>
              </a:extLst>
            </p:cNvPr>
            <p:cNvSpPr/>
            <p:nvPr/>
          </p:nvSpPr>
          <p:spPr>
            <a:xfrm>
              <a:off x="5906472" y="1486857"/>
              <a:ext cx="274320" cy="272361"/>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sz="1500" dirty="0"/>
            </a:p>
          </p:txBody>
        </p:sp>
        <p:sp>
          <p:nvSpPr>
            <p:cNvPr id="43" name="TextBox 222">
              <a:extLst>
                <a:ext uri="{FF2B5EF4-FFF2-40B4-BE49-F238E27FC236}">
                  <a16:creationId xmlns:a16="http://schemas.microsoft.com/office/drawing/2014/main" id="{3F82B52D-D32E-9A97-A08F-EE46FBDF7380}"/>
                </a:ext>
              </a:extLst>
            </p:cNvPr>
            <p:cNvSpPr txBox="1"/>
            <p:nvPr/>
          </p:nvSpPr>
          <p:spPr>
            <a:xfrm>
              <a:off x="5921169" y="1493011"/>
              <a:ext cx="355600" cy="215443"/>
            </a:xfrm>
            <a:prstGeom prst="rect">
              <a:avLst/>
            </a:prstGeom>
            <a:noFill/>
          </p:spPr>
          <p:txBody>
            <a:bodyPr wrap="square" rtlCol="0">
              <a:spAutoFit/>
            </a:bodyPr>
            <a:lstStyle/>
            <a:p>
              <a:r>
                <a:rPr lang="en-US" altLang="zh-TW" sz="1500" dirty="0">
                  <a:latin typeface="微軟正黑體" panose="020B0604030504040204" pitchFamily="34" charset="-120"/>
                  <a:ea typeface="微軟正黑體" panose="020B0604030504040204" pitchFamily="34" charset="-120"/>
                </a:rPr>
                <a:t>4</a:t>
              </a:r>
              <a:endParaRPr lang="zh-TW" altLang="en-US" sz="1500" dirty="0">
                <a:latin typeface="微軟正黑體" panose="020B0604030504040204" pitchFamily="34" charset="-120"/>
                <a:ea typeface="微軟正黑體" panose="020B0604030504040204" pitchFamily="34" charset="-120"/>
              </a:endParaRPr>
            </a:p>
          </p:txBody>
        </p:sp>
      </p:grpSp>
      <p:cxnSp>
        <p:nvCxnSpPr>
          <p:cNvPr id="192" name="Straight Connector 284">
            <a:extLst>
              <a:ext uri="{FF2B5EF4-FFF2-40B4-BE49-F238E27FC236}">
                <a16:creationId xmlns:a16="http://schemas.microsoft.com/office/drawing/2014/main" id="{C36848AC-567E-F826-6EDD-9E7A1F454AA8}"/>
              </a:ext>
            </a:extLst>
          </p:cNvPr>
          <p:cNvCxnSpPr>
            <a:cxnSpLocks/>
          </p:cNvCxnSpPr>
          <p:nvPr/>
        </p:nvCxnSpPr>
        <p:spPr>
          <a:xfrm>
            <a:off x="9458183" y="1464808"/>
            <a:ext cx="9170" cy="855667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00" name="文字方塊 17">
            <a:extLst>
              <a:ext uri="{FF2B5EF4-FFF2-40B4-BE49-F238E27FC236}">
                <a16:creationId xmlns:a16="http://schemas.microsoft.com/office/drawing/2014/main" id="{46781F1A-BA99-952E-F060-2BBE7B71DFBE}"/>
              </a:ext>
            </a:extLst>
          </p:cNvPr>
          <p:cNvSpPr txBox="1"/>
          <p:nvPr/>
        </p:nvSpPr>
        <p:spPr>
          <a:xfrm>
            <a:off x="7312893" y="1347606"/>
            <a:ext cx="2224807" cy="600164"/>
          </a:xfrm>
          <a:prstGeom prst="rect">
            <a:avLst/>
          </a:prstGeom>
          <a:noFill/>
        </p:spPr>
        <p:txBody>
          <a:bodyPr wrap="square" rtlCol="0">
            <a:spAutoFit/>
          </a:bodyPr>
          <a:lstStyle/>
          <a:p>
            <a:pPr algn="ctr"/>
            <a:r>
              <a:rPr lang="zh-TW" altLang="en-US" sz="1600" dirty="0">
                <a:latin typeface="微軟正黑體" panose="020B0604030504040204" pitchFamily="34" charset="-120"/>
                <a:ea typeface="微軟正黑體" panose="020B0604030504040204" pitchFamily="34" charset="-120"/>
              </a:rPr>
              <a:t>試作</a:t>
            </a:r>
            <a:r>
              <a:rPr lang="en-US" altLang="zh-TW" sz="1600" dirty="0">
                <a:latin typeface="微軟正黑體" panose="020B0604030504040204" pitchFamily="34" charset="-120"/>
                <a:ea typeface="微軟正黑體" panose="020B0604030504040204" pitchFamily="34" charset="-120"/>
              </a:rPr>
              <a:t>:</a:t>
            </a:r>
            <a:r>
              <a:rPr lang="zh-TW" altLang="en-US" sz="1600" dirty="0">
                <a:latin typeface="微軟正黑體" panose="020B0604030504040204" pitchFamily="34" charset="-120"/>
                <a:ea typeface="微軟正黑體" panose="020B0604030504040204" pitchFamily="34" charset="-120"/>
              </a:rPr>
              <a:t>技術工程</a:t>
            </a:r>
            <a:endParaRPr lang="en-US" altLang="zh-TW" sz="1600" dirty="0">
              <a:latin typeface="微軟正黑體" panose="020B0604030504040204" pitchFamily="34" charset="-120"/>
              <a:ea typeface="微軟正黑體" panose="020B0604030504040204" pitchFamily="34" charset="-120"/>
            </a:endParaRPr>
          </a:p>
          <a:p>
            <a:pPr algn="ctr"/>
            <a:r>
              <a:rPr lang="zh-TW" altLang="en-US" sz="1600" dirty="0">
                <a:latin typeface="微軟正黑體" panose="020B0604030504040204" pitchFamily="34" charset="-120"/>
                <a:ea typeface="微軟正黑體" panose="020B0604030504040204" pitchFamily="34" charset="-120"/>
              </a:rPr>
              <a:t>量產</a:t>
            </a:r>
            <a:r>
              <a:rPr lang="en-US" altLang="zh-TW" sz="1600" dirty="0">
                <a:latin typeface="微軟正黑體" panose="020B0604030504040204" pitchFamily="34" charset="-120"/>
                <a:ea typeface="微軟正黑體" panose="020B0604030504040204" pitchFamily="34" charset="-120"/>
              </a:rPr>
              <a:t>: </a:t>
            </a:r>
            <a:r>
              <a:rPr lang="zh-TW" altLang="en-US" sz="1600" dirty="0">
                <a:latin typeface="微軟正黑體" panose="020B0604030504040204" pitchFamily="34" charset="-120"/>
                <a:ea typeface="微軟正黑體" panose="020B0604030504040204" pitchFamily="34" charset="-120"/>
              </a:rPr>
              <a:t>生管</a:t>
            </a:r>
          </a:p>
        </p:txBody>
      </p:sp>
      <p:graphicFrame>
        <p:nvGraphicFramePr>
          <p:cNvPr id="216" name="表格 30">
            <a:extLst>
              <a:ext uri="{FF2B5EF4-FFF2-40B4-BE49-F238E27FC236}">
                <a16:creationId xmlns:a16="http://schemas.microsoft.com/office/drawing/2014/main" id="{8964F375-68D2-CB08-85C1-496EBD1EEBD8}"/>
              </a:ext>
            </a:extLst>
          </p:cNvPr>
          <p:cNvGraphicFramePr>
            <a:graphicFrameLocks noGrp="1"/>
          </p:cNvGraphicFramePr>
          <p:nvPr/>
        </p:nvGraphicFramePr>
        <p:xfrm>
          <a:off x="9718140" y="8458600"/>
          <a:ext cx="1797832" cy="1238400"/>
        </p:xfrm>
        <a:graphic>
          <a:graphicData uri="http://schemas.openxmlformats.org/drawingml/2006/table">
            <a:tbl>
              <a:tblPr>
                <a:tableStyleId>{5940675A-B579-460E-94D1-54222C63F5DA}</a:tableStyleId>
              </a:tblPr>
              <a:tblGrid>
                <a:gridCol w="898916">
                  <a:extLst>
                    <a:ext uri="{9D8B030D-6E8A-4147-A177-3AD203B41FA5}">
                      <a16:colId xmlns:a16="http://schemas.microsoft.com/office/drawing/2014/main" val="3433979995"/>
                    </a:ext>
                  </a:extLst>
                </a:gridCol>
                <a:gridCol w="898916">
                  <a:extLst>
                    <a:ext uri="{9D8B030D-6E8A-4147-A177-3AD203B41FA5}">
                      <a16:colId xmlns:a16="http://schemas.microsoft.com/office/drawing/2014/main" val="3727974752"/>
                    </a:ext>
                  </a:extLst>
                </a:gridCol>
              </a:tblGrid>
              <a:tr h="336600">
                <a:tc gridSpan="2">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GB" altLang="zh-TW" sz="1500" b="1" dirty="0">
                          <a:solidFill>
                            <a:schemeClr val="tx1"/>
                          </a:solidFill>
                          <a:latin typeface="微軟正黑體" panose="020B0604030504040204" pitchFamily="34" charset="-120"/>
                          <a:ea typeface="微軟正黑體" panose="020B0604030504040204" pitchFamily="34" charset="-120"/>
                        </a:rPr>
                        <a:t>MIGO</a:t>
                      </a:r>
                    </a:p>
                  </a:txBody>
                  <a:tcPr marL="54000" marR="54000"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dirty="0"/>
                    </a:p>
                  </a:txBody>
                  <a:tcPr/>
                </a:tc>
                <a:extLst>
                  <a:ext uri="{0D108BD9-81ED-4DB2-BD59-A6C34878D82A}">
                    <a16:rowId xmlns:a16="http://schemas.microsoft.com/office/drawing/2014/main" val="3125084632"/>
                  </a:ext>
                </a:extLst>
              </a:tr>
              <a:tr h="565200">
                <a:tc gridSpan="2">
                  <a:txBody>
                    <a:bodyPr/>
                    <a:lstStyle/>
                    <a:p>
                      <a:pPr algn="ctr"/>
                      <a:r>
                        <a:rPr lang="zh-TW" altLang="en-US" sz="1500" dirty="0">
                          <a:latin typeface="微軟正黑體" panose="020B0604030504040204" pitchFamily="34" charset="-120"/>
                          <a:ea typeface="微軟正黑體" panose="020B0604030504040204" pitchFamily="34" charset="-120"/>
                        </a:rPr>
                        <a:t>採購單退貨，通知廠商收退重送</a:t>
                      </a:r>
                      <a:endParaRPr lang="en-US" altLang="zh-TW" sz="1500" dirty="0">
                        <a:latin typeface="微軟正黑體" panose="020B0604030504040204" pitchFamily="34" charset="-120"/>
                        <a:ea typeface="微軟正黑體" panose="020B0604030504040204" pitchFamily="34" charset="-120"/>
                      </a:endParaRPr>
                    </a:p>
                  </a:txBody>
                  <a:tcPr marL="54000" marR="54000"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dirty="0"/>
                    </a:p>
                  </a:txBody>
                  <a:tcPr/>
                </a:tc>
                <a:extLst>
                  <a:ext uri="{0D108BD9-81ED-4DB2-BD59-A6C34878D82A}">
                    <a16:rowId xmlns:a16="http://schemas.microsoft.com/office/drawing/2014/main" val="1006350340"/>
                  </a:ext>
                </a:extLst>
              </a:tr>
              <a:tr h="336600">
                <a:tc>
                  <a:txBody>
                    <a:bodyPr/>
                    <a:lstStyle/>
                    <a:p>
                      <a:pPr algn="ctr"/>
                      <a:r>
                        <a:rPr lang="en-US" altLang="zh-TW" sz="1500" dirty="0">
                          <a:latin typeface="微軟正黑體" panose="020B0604030504040204" pitchFamily="34" charset="-120"/>
                          <a:ea typeface="微軟正黑體" panose="020B0604030504040204" pitchFamily="34" charset="-120"/>
                        </a:rPr>
                        <a:t>SAP</a:t>
                      </a:r>
                      <a:endParaRPr lang="en-GB" sz="1500" dirty="0">
                        <a:latin typeface="微軟正黑體" panose="020B0604030504040204" pitchFamily="34" charset="-120"/>
                        <a:ea typeface="微軟正黑體" panose="020B0604030504040204" pitchFamily="34" charset="-120"/>
                      </a:endParaRPr>
                    </a:p>
                  </a:txBody>
                  <a:tcPr marL="54000" marR="54000"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lang="zh-TW" altLang="en-US" sz="1500" dirty="0">
                          <a:latin typeface="微軟正黑體" panose="020B0604030504040204" pitchFamily="34" charset="-120"/>
                          <a:ea typeface="微軟正黑體" panose="020B0604030504040204" pitchFamily="34" charset="-120"/>
                        </a:rPr>
                        <a:t>手動</a:t>
                      </a:r>
                      <a:endParaRPr lang="en-GB" altLang="zh-TW" sz="1500" dirty="0">
                        <a:latin typeface="微軟正黑體" panose="020B0604030504040204" pitchFamily="34" charset="-120"/>
                        <a:ea typeface="微軟正黑體" panose="020B0604030504040204" pitchFamily="34" charset="-120"/>
                      </a:endParaRPr>
                    </a:p>
                  </a:txBody>
                  <a:tcPr marL="54000" marR="54000"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053335046"/>
                  </a:ext>
                </a:extLst>
              </a:tr>
            </a:tbl>
          </a:graphicData>
        </a:graphic>
      </p:graphicFrame>
      <p:cxnSp>
        <p:nvCxnSpPr>
          <p:cNvPr id="226" name="肘形接點 68">
            <a:extLst>
              <a:ext uri="{FF2B5EF4-FFF2-40B4-BE49-F238E27FC236}">
                <a16:creationId xmlns:a16="http://schemas.microsoft.com/office/drawing/2014/main" id="{125A8A52-5CEB-3185-4F86-EE30C2E88477}"/>
              </a:ext>
            </a:extLst>
          </p:cNvPr>
          <p:cNvCxnSpPr>
            <a:cxnSpLocks/>
            <a:stCxn id="35" idx="1"/>
            <a:endCxn id="17" idx="3"/>
          </p:cNvCxnSpPr>
          <p:nvPr/>
        </p:nvCxnSpPr>
        <p:spPr>
          <a:xfrm rot="10800000" flipV="1">
            <a:off x="7070987" y="7469219"/>
            <a:ext cx="2627604" cy="12012"/>
          </a:xfrm>
          <a:prstGeom prst="bentConnector3">
            <a:avLst>
              <a:gd name="adj1" fmla="val 50000"/>
            </a:avLst>
          </a:prstGeom>
          <a:ln>
            <a:tailEnd type="triangle"/>
          </a:ln>
        </p:spPr>
        <p:style>
          <a:lnRef idx="1">
            <a:schemeClr val="dk1"/>
          </a:lnRef>
          <a:fillRef idx="0">
            <a:schemeClr val="dk1"/>
          </a:fillRef>
          <a:effectRef idx="0">
            <a:schemeClr val="dk1"/>
          </a:effectRef>
          <a:fontRef idx="minor">
            <a:schemeClr val="tx1"/>
          </a:fontRef>
        </p:style>
      </p:cxnSp>
      <p:graphicFrame>
        <p:nvGraphicFramePr>
          <p:cNvPr id="2" name="表格 30">
            <a:extLst>
              <a:ext uri="{FF2B5EF4-FFF2-40B4-BE49-F238E27FC236}">
                <a16:creationId xmlns:a16="http://schemas.microsoft.com/office/drawing/2014/main" id="{E21EC354-C092-735E-555B-03B233812079}"/>
              </a:ext>
            </a:extLst>
          </p:cNvPr>
          <p:cNvGraphicFramePr>
            <a:graphicFrameLocks noGrp="1"/>
          </p:cNvGraphicFramePr>
          <p:nvPr>
            <p:extLst>
              <p:ext uri="{D42A27DB-BD31-4B8C-83A1-F6EECF244321}">
                <p14:modId xmlns:p14="http://schemas.microsoft.com/office/powerpoint/2010/main" val="1712859353"/>
              </p:ext>
            </p:extLst>
          </p:nvPr>
        </p:nvGraphicFramePr>
        <p:xfrm>
          <a:off x="9724883" y="3830306"/>
          <a:ext cx="1797832" cy="1009800"/>
        </p:xfrm>
        <a:graphic>
          <a:graphicData uri="http://schemas.openxmlformats.org/drawingml/2006/table">
            <a:tbl>
              <a:tblPr>
                <a:tableStyleId>{5940675A-B579-460E-94D1-54222C63F5DA}</a:tableStyleId>
              </a:tblPr>
              <a:tblGrid>
                <a:gridCol w="898916">
                  <a:extLst>
                    <a:ext uri="{9D8B030D-6E8A-4147-A177-3AD203B41FA5}">
                      <a16:colId xmlns:a16="http://schemas.microsoft.com/office/drawing/2014/main" val="3433979995"/>
                    </a:ext>
                  </a:extLst>
                </a:gridCol>
                <a:gridCol w="898916">
                  <a:extLst>
                    <a:ext uri="{9D8B030D-6E8A-4147-A177-3AD203B41FA5}">
                      <a16:colId xmlns:a16="http://schemas.microsoft.com/office/drawing/2014/main" val="3727974752"/>
                    </a:ext>
                  </a:extLst>
                </a:gridCol>
              </a:tblGrid>
              <a:tr h="336600">
                <a:tc gridSpan="2">
                  <a:txBody>
                    <a:bodyPr/>
                    <a:lstStyle/>
                    <a:p>
                      <a:pPr algn="ctr"/>
                      <a:r>
                        <a:rPr lang="en-US" altLang="zh-TW" sz="1500" b="1" dirty="0">
                          <a:solidFill>
                            <a:schemeClr val="tx1"/>
                          </a:solidFill>
                          <a:latin typeface="微軟正黑體" panose="020B0604030504040204" pitchFamily="34" charset="-120"/>
                          <a:ea typeface="微軟正黑體" panose="020B0604030504040204" pitchFamily="34" charset="-120"/>
                        </a:rPr>
                        <a:t>ZMM016</a:t>
                      </a:r>
                      <a:endParaRPr lang="en-GB" sz="1500" b="1" dirty="0">
                        <a:solidFill>
                          <a:schemeClr val="tx1"/>
                        </a:solidFill>
                        <a:latin typeface="微軟正黑體" panose="020B0604030504040204" pitchFamily="34" charset="-120"/>
                        <a:ea typeface="微軟正黑體" panose="020B0604030504040204" pitchFamily="34" charset="-120"/>
                      </a:endParaRPr>
                    </a:p>
                  </a:txBody>
                  <a:tcPr marL="124691" marR="124691"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dirty="0"/>
                    </a:p>
                  </a:txBody>
                  <a:tcPr/>
                </a:tc>
                <a:extLst>
                  <a:ext uri="{0D108BD9-81ED-4DB2-BD59-A6C34878D82A}">
                    <a16:rowId xmlns:a16="http://schemas.microsoft.com/office/drawing/2014/main" val="3125084632"/>
                  </a:ext>
                </a:extLst>
              </a:tr>
              <a:tr h="336600">
                <a:tc gridSpan="2">
                  <a:txBody>
                    <a:bodyPr/>
                    <a:lstStyle/>
                    <a:p>
                      <a:pPr algn="ctr" eaLnBrk="0" hangingPunct="0"/>
                      <a:r>
                        <a:rPr kumimoji="0" lang="zh-TW" altLang="en-US" sz="1500" dirty="0">
                          <a:latin typeface="微軟正黑體" panose="020B0604030504040204" pitchFamily="34" charset="-120"/>
                          <a:ea typeface="微軟正黑體" panose="020B0604030504040204" pitchFamily="34" charset="-120"/>
                        </a:rPr>
                        <a:t>列印收貨驗收單</a:t>
                      </a:r>
                    </a:p>
                  </a:txBody>
                  <a:tcPr marL="124691" marR="124691"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dirty="0"/>
                    </a:p>
                  </a:txBody>
                  <a:tcPr/>
                </a:tc>
                <a:extLst>
                  <a:ext uri="{0D108BD9-81ED-4DB2-BD59-A6C34878D82A}">
                    <a16:rowId xmlns:a16="http://schemas.microsoft.com/office/drawing/2014/main" val="1006350340"/>
                  </a:ext>
                </a:extLst>
              </a:tr>
              <a:tr h="336600">
                <a:tc>
                  <a:txBody>
                    <a:bodyPr/>
                    <a:lstStyle/>
                    <a:p>
                      <a:pPr algn="ctr"/>
                      <a:r>
                        <a:rPr lang="en-US" sz="1500" dirty="0">
                          <a:latin typeface="微軟正黑體" panose="020B0604030504040204" pitchFamily="34" charset="-120"/>
                          <a:ea typeface="微軟正黑體" panose="020B0604030504040204" pitchFamily="34" charset="-120"/>
                        </a:rPr>
                        <a:t>SAP</a:t>
                      </a:r>
                      <a:endParaRPr lang="en-GB" sz="1500" dirty="0">
                        <a:latin typeface="微軟正黑體" panose="020B0604030504040204" pitchFamily="34" charset="-120"/>
                        <a:ea typeface="微軟正黑體" panose="020B0604030504040204" pitchFamily="34" charset="-120"/>
                      </a:endParaRPr>
                    </a:p>
                  </a:txBody>
                  <a:tcPr marL="54000" marR="54000"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lang="zh-TW" altLang="en-US" sz="1500" dirty="0">
                          <a:latin typeface="微軟正黑體" panose="020B0604030504040204" pitchFamily="34" charset="-120"/>
                          <a:ea typeface="微軟正黑體" panose="020B0604030504040204" pitchFamily="34" charset="-120"/>
                        </a:rPr>
                        <a:t>手動</a:t>
                      </a:r>
                      <a:endParaRPr lang="en-GB" sz="1500" dirty="0">
                        <a:latin typeface="微軟正黑體" panose="020B0604030504040204" pitchFamily="34" charset="-120"/>
                        <a:ea typeface="微軟正黑體" panose="020B0604030504040204" pitchFamily="34" charset="-120"/>
                      </a:endParaRPr>
                    </a:p>
                  </a:txBody>
                  <a:tcPr marL="54000" marR="54000"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053335046"/>
                  </a:ext>
                </a:extLst>
              </a:tr>
            </a:tbl>
          </a:graphicData>
        </a:graphic>
      </p:graphicFrame>
      <p:grpSp>
        <p:nvGrpSpPr>
          <p:cNvPr id="3" name="Group 220">
            <a:extLst>
              <a:ext uri="{FF2B5EF4-FFF2-40B4-BE49-F238E27FC236}">
                <a16:creationId xmlns:a16="http://schemas.microsoft.com/office/drawing/2014/main" id="{A1983CA1-988B-B586-6B79-EED6E53CD361}"/>
              </a:ext>
            </a:extLst>
          </p:cNvPr>
          <p:cNvGrpSpPr/>
          <p:nvPr/>
        </p:nvGrpSpPr>
        <p:grpSpPr>
          <a:xfrm>
            <a:off x="11320830" y="3626036"/>
            <a:ext cx="533400" cy="408542"/>
            <a:chOff x="5906184" y="1486857"/>
            <a:chExt cx="355600" cy="272361"/>
          </a:xfrm>
        </p:grpSpPr>
        <p:sp>
          <p:nvSpPr>
            <p:cNvPr id="7" name="Oval 221">
              <a:extLst>
                <a:ext uri="{FF2B5EF4-FFF2-40B4-BE49-F238E27FC236}">
                  <a16:creationId xmlns:a16="http://schemas.microsoft.com/office/drawing/2014/main" id="{C9A8929E-42CE-DCDD-06D7-93FEB4DAB3BB}"/>
                </a:ext>
              </a:extLst>
            </p:cNvPr>
            <p:cNvSpPr/>
            <p:nvPr/>
          </p:nvSpPr>
          <p:spPr>
            <a:xfrm>
              <a:off x="5906472" y="1486857"/>
              <a:ext cx="274320" cy="272361"/>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sz="2700" dirty="0"/>
            </a:p>
          </p:txBody>
        </p:sp>
        <p:sp>
          <p:nvSpPr>
            <p:cNvPr id="8" name="TextBox 222">
              <a:extLst>
                <a:ext uri="{FF2B5EF4-FFF2-40B4-BE49-F238E27FC236}">
                  <a16:creationId xmlns:a16="http://schemas.microsoft.com/office/drawing/2014/main" id="{B52B9FCC-FC80-B8A2-DA40-E3EA863599DF}"/>
                </a:ext>
              </a:extLst>
            </p:cNvPr>
            <p:cNvSpPr txBox="1"/>
            <p:nvPr/>
          </p:nvSpPr>
          <p:spPr>
            <a:xfrm>
              <a:off x="5906184" y="1507079"/>
              <a:ext cx="355600" cy="215443"/>
            </a:xfrm>
            <a:prstGeom prst="rect">
              <a:avLst/>
            </a:prstGeom>
            <a:noFill/>
          </p:spPr>
          <p:txBody>
            <a:bodyPr wrap="square" rtlCol="0">
              <a:spAutoFit/>
            </a:bodyPr>
            <a:lstStyle/>
            <a:p>
              <a:r>
                <a:rPr lang="en-US" altLang="zh-TW" sz="1500" dirty="0">
                  <a:latin typeface="微軟正黑體" panose="020B0604030504040204" pitchFamily="34" charset="-120"/>
                  <a:ea typeface="微軟正黑體" panose="020B0604030504040204" pitchFamily="34" charset="-120"/>
                </a:rPr>
                <a:t>6</a:t>
              </a:r>
              <a:endParaRPr lang="zh-TW" altLang="en-US" sz="1500" dirty="0">
                <a:latin typeface="微軟正黑體" panose="020B0604030504040204" pitchFamily="34" charset="-120"/>
                <a:ea typeface="微軟正黑體" panose="020B0604030504040204" pitchFamily="34" charset="-120"/>
              </a:endParaRPr>
            </a:p>
          </p:txBody>
        </p:sp>
      </p:grpSp>
      <p:cxnSp>
        <p:nvCxnSpPr>
          <p:cNvPr id="22" name="肘形接點 68">
            <a:extLst>
              <a:ext uri="{FF2B5EF4-FFF2-40B4-BE49-F238E27FC236}">
                <a16:creationId xmlns:a16="http://schemas.microsoft.com/office/drawing/2014/main" id="{B9D9241B-E321-AAEA-5E2F-A02A4DAFB81F}"/>
              </a:ext>
            </a:extLst>
          </p:cNvPr>
          <p:cNvCxnSpPr>
            <a:cxnSpLocks/>
            <a:stCxn id="24" idx="2"/>
            <a:endCxn id="2" idx="0"/>
          </p:cNvCxnSpPr>
          <p:nvPr/>
        </p:nvCxnSpPr>
        <p:spPr>
          <a:xfrm rot="5400000">
            <a:off x="10364247" y="3564423"/>
            <a:ext cx="525435" cy="6330"/>
          </a:xfrm>
          <a:prstGeom prst="bentConnector3">
            <a:avLst>
              <a:gd name="adj1" fmla="val 50000"/>
            </a:avLst>
          </a:prstGeom>
          <a:ln>
            <a:tailEnd type="triangle"/>
          </a:ln>
        </p:spPr>
        <p:style>
          <a:lnRef idx="1">
            <a:schemeClr val="dk1"/>
          </a:lnRef>
          <a:fillRef idx="0">
            <a:schemeClr val="dk1"/>
          </a:fillRef>
          <a:effectRef idx="0">
            <a:schemeClr val="dk1"/>
          </a:effectRef>
          <a:fontRef idx="minor">
            <a:schemeClr val="tx1"/>
          </a:fontRef>
        </p:style>
      </p:cxnSp>
      <p:sp>
        <p:nvSpPr>
          <p:cNvPr id="13" name="流程圖: 接點 51">
            <a:extLst>
              <a:ext uri="{FF2B5EF4-FFF2-40B4-BE49-F238E27FC236}">
                <a16:creationId xmlns:a16="http://schemas.microsoft.com/office/drawing/2014/main" id="{45158078-F12B-D917-88FB-10ABC9A4D526}"/>
              </a:ext>
            </a:extLst>
          </p:cNvPr>
          <p:cNvSpPr/>
          <p:nvPr/>
        </p:nvSpPr>
        <p:spPr bwMode="auto">
          <a:xfrm>
            <a:off x="4433462" y="7248108"/>
            <a:ext cx="494060" cy="467303"/>
          </a:xfrm>
          <a:prstGeom prst="flowChartConnector">
            <a:avLst/>
          </a:prstGeom>
          <a:solidFill>
            <a:schemeClr val="bg1"/>
          </a:solidFill>
          <a:ln w="3175">
            <a:solidFill>
              <a:schemeClr val="tx1"/>
            </a:solidFill>
            <a:miter lim="800000"/>
            <a:headEnd/>
            <a:tailEnd/>
          </a:ln>
          <a:effectLst>
            <a:outerShdw dist="85194" dir="1593903" algn="ctr" rotWithShape="0">
              <a:schemeClr val="bg2">
                <a:alpha val="50000"/>
              </a:schemeClr>
            </a:outerShdw>
          </a:effectLst>
        </p:spPr>
        <p:txBody>
          <a:bodyPr rot="0" spcFirstLastPara="0" vertOverflow="overflow" horzOverflow="overflow" vert="horz" wrap="none" lIns="152823" tIns="76412" rIns="152823" bIns="76412" numCol="1" spcCol="0" rtlCol="0" fromWordArt="0" anchor="ctr" anchorCtr="0" forceAA="0" compatLnSpc="1">
            <a:prstTxWarp prst="textNoShape">
              <a:avLst/>
            </a:prstTxWarp>
            <a:noAutofit/>
          </a:bodyPr>
          <a:lstStyle/>
          <a:p>
            <a:pPr algn="ctr" eaLnBrk="0" hangingPunct="0"/>
            <a:r>
              <a:rPr lang="en-US" altLang="zh-TW" dirty="0">
                <a:latin typeface="微軟正黑體" panose="020B0604030504040204" pitchFamily="34" charset="-120"/>
                <a:ea typeface="微軟正黑體" panose="020B0604030504040204" pitchFamily="34" charset="-120"/>
              </a:rPr>
              <a:t>A</a:t>
            </a:r>
            <a:endParaRPr lang="zh-TW" altLang="en-US" dirty="0">
              <a:latin typeface="微軟正黑體" panose="020B0604030504040204" pitchFamily="34" charset="-120"/>
              <a:ea typeface="微軟正黑體" panose="020B0604030504040204" pitchFamily="34" charset="-120"/>
            </a:endParaRPr>
          </a:p>
        </p:txBody>
      </p:sp>
      <p:cxnSp>
        <p:nvCxnSpPr>
          <p:cNvPr id="20" name="肘形接點 68">
            <a:extLst>
              <a:ext uri="{FF2B5EF4-FFF2-40B4-BE49-F238E27FC236}">
                <a16:creationId xmlns:a16="http://schemas.microsoft.com/office/drawing/2014/main" id="{09355053-4479-47A2-84D2-B6D903481707}"/>
              </a:ext>
            </a:extLst>
          </p:cNvPr>
          <p:cNvCxnSpPr>
            <a:cxnSpLocks/>
            <a:stCxn id="102" idx="4"/>
            <a:endCxn id="25" idx="0"/>
          </p:cNvCxnSpPr>
          <p:nvPr/>
        </p:nvCxnSpPr>
        <p:spPr>
          <a:xfrm rot="16200000" flipH="1">
            <a:off x="12672767" y="8317016"/>
            <a:ext cx="735435" cy="1257"/>
          </a:xfrm>
          <a:prstGeom prst="bentConnector3">
            <a:avLst>
              <a:gd name="adj1" fmla="val 50000"/>
            </a:avLst>
          </a:prstGeom>
          <a:ln>
            <a:tailEnd type="triangle"/>
          </a:ln>
        </p:spPr>
        <p:style>
          <a:lnRef idx="1">
            <a:schemeClr val="dk1"/>
          </a:lnRef>
          <a:fillRef idx="0">
            <a:schemeClr val="dk1"/>
          </a:fillRef>
          <a:effectRef idx="0">
            <a:schemeClr val="dk1"/>
          </a:effectRef>
          <a:fontRef idx="minor">
            <a:schemeClr val="tx1"/>
          </a:fontRef>
        </p:style>
      </p:cxnSp>
      <p:sp>
        <p:nvSpPr>
          <p:cNvPr id="9" name="TextBox 53">
            <a:extLst>
              <a:ext uri="{FF2B5EF4-FFF2-40B4-BE49-F238E27FC236}">
                <a16:creationId xmlns:a16="http://schemas.microsoft.com/office/drawing/2014/main" id="{04612EE1-7D42-C47D-2705-304DF742CE7B}"/>
              </a:ext>
            </a:extLst>
          </p:cNvPr>
          <p:cNvSpPr txBox="1"/>
          <p:nvPr/>
        </p:nvSpPr>
        <p:spPr>
          <a:xfrm>
            <a:off x="14380627" y="2064631"/>
            <a:ext cx="3594197" cy="8679299"/>
          </a:xfrm>
          <a:prstGeom prst="rect">
            <a:avLst/>
          </a:prstGeom>
          <a:noFill/>
        </p:spPr>
        <p:txBody>
          <a:bodyPr wrap="square" rtlCol="0">
            <a:spAutoFit/>
          </a:bodyPr>
          <a:lstStyle/>
          <a:p>
            <a:pPr marL="342900" indent="-342900">
              <a:buFont typeface="+mj-lt"/>
              <a:buAutoNum type="arabicPeriod"/>
            </a:pPr>
            <a:r>
              <a:rPr lang="zh-TW" altLang="en-US" dirty="0">
                <a:latin typeface="微軟正黑體" panose="020B0604030504040204" pitchFamily="34" charset="-120"/>
                <a:ea typeface="微軟正黑體" panose="020B0604030504040204" pitchFamily="34" charset="-120"/>
              </a:rPr>
              <a:t>主管在</a:t>
            </a:r>
            <a:r>
              <a:rPr lang="en-US" altLang="zh-TW" dirty="0">
                <a:latin typeface="微軟正黑體" panose="020B0604030504040204" pitchFamily="34" charset="-120"/>
                <a:ea typeface="微軟正黑體" panose="020B0604030504040204" pitchFamily="34" charset="-120"/>
              </a:rPr>
              <a:t>BPM</a:t>
            </a:r>
            <a:r>
              <a:rPr lang="zh-TW" altLang="en-US" dirty="0">
                <a:latin typeface="微軟正黑體" panose="020B0604030504040204" pitchFamily="34" charset="-120"/>
                <a:ea typeface="微軟正黑體" panose="020B0604030504040204" pitchFamily="34" charset="-120"/>
              </a:rPr>
              <a:t>上簽核採購單</a:t>
            </a:r>
            <a:endParaRPr lang="en-US" altLang="zh-TW" dirty="0">
              <a:latin typeface="微軟正黑體" panose="020B0604030504040204" pitchFamily="34" charset="-120"/>
              <a:ea typeface="微軟正黑體" panose="020B0604030504040204" pitchFamily="34" charset="-120"/>
            </a:endParaRPr>
          </a:p>
          <a:p>
            <a:pPr marL="342900" indent="-342900">
              <a:buFont typeface="+mj-lt"/>
              <a:buAutoNum type="arabicPeriod"/>
            </a:pPr>
            <a:endParaRPr lang="en-US" altLang="zh-TW" dirty="0">
              <a:latin typeface="微軟正黑體" panose="020B0604030504040204" pitchFamily="34" charset="-120"/>
              <a:ea typeface="微軟正黑體" panose="020B0604030504040204" pitchFamily="34" charset="-120"/>
            </a:endParaRPr>
          </a:p>
          <a:p>
            <a:pPr marL="342900" indent="-342900">
              <a:buFont typeface="+mj-lt"/>
              <a:buAutoNum type="arabicPeriod"/>
            </a:pPr>
            <a:r>
              <a:rPr lang="zh-TW" altLang="en-US" dirty="0">
                <a:latin typeface="微軟正黑體" panose="020B0604030504040204" pitchFamily="34" charset="-120"/>
                <a:ea typeface="微軟正黑體" panose="020B0604030504040204" pitchFamily="34" charset="-120"/>
              </a:rPr>
              <a:t>採購單簽核未通過，透過程式</a:t>
            </a:r>
            <a:r>
              <a:rPr lang="en-US" altLang="zh-TW" dirty="0">
                <a:latin typeface="微軟正黑體" panose="020B0604030504040204" pitchFamily="34" charset="-120"/>
                <a:ea typeface="微軟正黑體" panose="020B0604030504040204" pitchFamily="34" charset="-120"/>
              </a:rPr>
              <a:t>ZMM006</a:t>
            </a:r>
            <a:r>
              <a:rPr lang="zh-TW" altLang="en-US" dirty="0">
                <a:latin typeface="微軟正黑體" panose="020B0604030504040204" pitchFamily="34" charset="-120"/>
                <a:ea typeface="微軟正黑體" panose="020B0604030504040204" pitchFamily="34" charset="-120"/>
              </a:rPr>
              <a:t>將請</a:t>
            </a:r>
            <a:r>
              <a:rPr lang="en-US" altLang="zh-TW" dirty="0">
                <a:latin typeface="微軟正黑體" panose="020B0604030504040204" pitchFamily="34" charset="-120"/>
                <a:ea typeface="微軟正黑體" panose="020B0604030504040204" pitchFamily="34" charset="-120"/>
              </a:rPr>
              <a:t>/</a:t>
            </a:r>
            <a:r>
              <a:rPr lang="zh-TW" altLang="en-US" dirty="0">
                <a:latin typeface="微軟正黑體" panose="020B0604030504040204" pitchFamily="34" charset="-120"/>
                <a:ea typeface="微軟正黑體" panose="020B0604030504040204" pitchFamily="34" charset="-120"/>
              </a:rPr>
              <a:t>採購單標記為刪除</a:t>
            </a:r>
          </a:p>
          <a:p>
            <a:pPr marL="342900" indent="-342900">
              <a:buFont typeface="+mj-lt"/>
              <a:buAutoNum type="arabicPeriod"/>
            </a:pPr>
            <a:endParaRPr lang="en-US" altLang="zh-TW" dirty="0">
              <a:latin typeface="微軟正黑體" panose="020B0604030504040204" pitchFamily="34" charset="-120"/>
              <a:ea typeface="微軟正黑體" panose="020B0604030504040204" pitchFamily="34" charset="-120"/>
            </a:endParaRPr>
          </a:p>
          <a:p>
            <a:pPr marL="342900" indent="-342900">
              <a:buFont typeface="+mj-lt"/>
              <a:buAutoNum type="arabicPeriod"/>
            </a:pPr>
            <a:r>
              <a:rPr lang="zh-TW" altLang="en-US" dirty="0">
                <a:latin typeface="微軟正黑體" panose="020B0604030504040204" pitchFamily="34" charset="-120"/>
                <a:ea typeface="微軟正黑體" panose="020B0604030504040204" pitchFamily="34" charset="-120"/>
              </a:rPr>
              <a:t>完成簽核</a:t>
            </a:r>
            <a:r>
              <a:rPr lang="en-US" altLang="zh-TW" dirty="0">
                <a:latin typeface="微軟正黑體" panose="020B0604030504040204" pitchFamily="34" charset="-120"/>
                <a:ea typeface="微軟正黑體" panose="020B0604030504040204" pitchFamily="34" charset="-120"/>
              </a:rPr>
              <a:t>BPM </a:t>
            </a:r>
            <a:r>
              <a:rPr lang="zh-TW" altLang="en-US" dirty="0">
                <a:latin typeface="微軟正黑體" panose="020B0604030504040204" pitchFamily="34" charset="-120"/>
                <a:ea typeface="微軟正黑體" panose="020B0604030504040204" pitchFamily="34" charset="-120"/>
              </a:rPr>
              <a:t>自動核發採購單</a:t>
            </a:r>
            <a:endParaRPr lang="en-US" altLang="zh-TW" dirty="0">
              <a:latin typeface="微軟正黑體" panose="020B0604030504040204" pitchFamily="34" charset="-120"/>
              <a:ea typeface="微軟正黑體" panose="020B0604030504040204" pitchFamily="34" charset="-120"/>
            </a:endParaRPr>
          </a:p>
          <a:p>
            <a:pPr marL="342900" indent="-342900">
              <a:buFont typeface="+mj-lt"/>
              <a:buAutoNum type="arabicPeriod"/>
            </a:pPr>
            <a:endParaRPr lang="en-US" altLang="zh-TW" dirty="0">
              <a:latin typeface="微軟正黑體" panose="020B0604030504040204" pitchFamily="34" charset="-120"/>
              <a:ea typeface="微軟正黑體" panose="020B0604030504040204" pitchFamily="34" charset="-120"/>
            </a:endParaRPr>
          </a:p>
          <a:p>
            <a:pPr marL="342900" indent="-342900">
              <a:buFont typeface="+mj-lt"/>
              <a:buAutoNum type="arabicPeriod"/>
            </a:pPr>
            <a:r>
              <a:rPr lang="zh-TW" altLang="en-US" dirty="0">
                <a:latin typeface="微軟正黑體" panose="020B0604030504040204" pitchFamily="34" charset="-120"/>
                <a:ea typeface="微軟正黑體" panose="020B0604030504040204" pitchFamily="34" charset="-120"/>
              </a:rPr>
              <a:t>採購於</a:t>
            </a:r>
            <a:r>
              <a:rPr lang="en-US" altLang="zh-TW" dirty="0">
                <a:latin typeface="微軟正黑體" panose="020B0604030504040204" pitchFamily="34" charset="-120"/>
                <a:ea typeface="微軟正黑體" panose="020B0604030504040204" pitchFamily="34" charset="-120"/>
              </a:rPr>
              <a:t>BPM</a:t>
            </a:r>
            <a:r>
              <a:rPr lang="zh-TW" altLang="en-US" dirty="0">
                <a:latin typeface="微軟正黑體" panose="020B0604030504040204" pitchFamily="34" charset="-120"/>
                <a:ea typeface="微軟正黑體" panose="020B0604030504040204" pitchFamily="34" charset="-120"/>
              </a:rPr>
              <a:t>列印採購單</a:t>
            </a:r>
            <a:endParaRPr lang="en-US" altLang="zh-TW" dirty="0">
              <a:latin typeface="微軟正黑體" panose="020B0604030504040204" pitchFamily="34" charset="-120"/>
              <a:ea typeface="微軟正黑體" panose="020B0604030504040204" pitchFamily="34" charset="-120"/>
            </a:endParaRPr>
          </a:p>
          <a:p>
            <a:pPr marL="342900" indent="-342900">
              <a:buFont typeface="+mj-lt"/>
              <a:buAutoNum type="arabicPeriod"/>
            </a:pPr>
            <a:endParaRPr lang="en-US" altLang="zh-TW" dirty="0">
              <a:latin typeface="微軟正黑體" panose="020B0604030504040204" pitchFamily="34" charset="-120"/>
              <a:ea typeface="微軟正黑體" panose="020B0604030504040204" pitchFamily="34" charset="-120"/>
            </a:endParaRPr>
          </a:p>
          <a:p>
            <a:pPr marL="342900" indent="-342900">
              <a:buFont typeface="+mj-lt"/>
              <a:buAutoNum type="arabicPeriod"/>
            </a:pPr>
            <a:r>
              <a:rPr lang="zh-TW" altLang="en-US" dirty="0">
                <a:latin typeface="微軟正黑體" panose="020B0604030504040204" pitchFamily="34" charset="-120"/>
                <a:ea typeface="微軟正黑體" panose="020B0604030504040204" pitchFamily="34" charset="-120"/>
              </a:rPr>
              <a:t>廠商交貨、進行點收，用</a:t>
            </a:r>
            <a:r>
              <a:rPr lang="en-US" altLang="zh-TW" dirty="0">
                <a:latin typeface="微軟正黑體" panose="020B0604030504040204" pitchFamily="34" charset="-120"/>
                <a:ea typeface="微軟正黑體" panose="020B0604030504040204" pitchFamily="34" charset="-120"/>
              </a:rPr>
              <a:t>MIGO </a:t>
            </a:r>
            <a:r>
              <a:rPr lang="zh-TW" altLang="en-US" dirty="0">
                <a:latin typeface="微軟正黑體" panose="020B0604030504040204" pitchFamily="34" charset="-120"/>
                <a:ea typeface="微軟正黑體" panose="020B0604030504040204" pitchFamily="34" charset="-120"/>
              </a:rPr>
              <a:t>進行收貨</a:t>
            </a:r>
            <a:endParaRPr lang="en-US" altLang="zh-TW" dirty="0">
              <a:latin typeface="微軟正黑體" panose="020B0604030504040204" pitchFamily="34" charset="-120"/>
              <a:ea typeface="微軟正黑體" panose="020B0604030504040204" pitchFamily="34" charset="-120"/>
            </a:endParaRPr>
          </a:p>
          <a:p>
            <a:pPr marL="342900" indent="-342900">
              <a:buFont typeface="+mj-lt"/>
              <a:buAutoNum type="arabicPeriod"/>
            </a:pPr>
            <a:endParaRPr lang="en-US" altLang="zh-TW" dirty="0">
              <a:latin typeface="微軟正黑體" panose="020B0604030504040204" pitchFamily="34" charset="-120"/>
              <a:ea typeface="微軟正黑體" panose="020B0604030504040204" pitchFamily="34" charset="-120"/>
            </a:endParaRPr>
          </a:p>
          <a:p>
            <a:pPr marL="342900" indent="-342900">
              <a:buFont typeface="+mj-lt"/>
              <a:buAutoNum type="arabicPeriod"/>
            </a:pPr>
            <a:r>
              <a:rPr lang="zh-TW" altLang="en-US" dirty="0">
                <a:latin typeface="微軟正黑體" panose="020B0604030504040204" pitchFamily="34" charset="-120"/>
                <a:ea typeface="微軟正黑體" panose="020B0604030504040204" pitchFamily="34" charset="-120"/>
              </a:rPr>
              <a:t>列印收貨驗收單</a:t>
            </a:r>
            <a:endParaRPr lang="en-US" altLang="zh-TW" dirty="0">
              <a:latin typeface="微軟正黑體" panose="020B0604030504040204" pitchFamily="34" charset="-120"/>
              <a:ea typeface="微軟正黑體" panose="020B0604030504040204" pitchFamily="34" charset="-120"/>
            </a:endParaRPr>
          </a:p>
          <a:p>
            <a:pPr marL="342900" indent="-342900">
              <a:buFont typeface="+mj-lt"/>
              <a:buAutoNum type="arabicPeriod"/>
            </a:pPr>
            <a:endParaRPr lang="en-US" altLang="zh-TW" dirty="0">
              <a:latin typeface="微軟正黑體" panose="020B0604030504040204" pitchFamily="34" charset="-120"/>
              <a:ea typeface="微軟正黑體" panose="020B0604030504040204" pitchFamily="34" charset="-120"/>
            </a:endParaRPr>
          </a:p>
          <a:p>
            <a:pPr marL="342900" indent="-342900">
              <a:buFont typeface="+mj-lt"/>
              <a:buAutoNum type="arabicPeriod"/>
            </a:pPr>
            <a:r>
              <a:rPr lang="zh-TW" altLang="en-US" dirty="0">
                <a:latin typeface="微軟正黑體" panose="020B0604030504040204" pitchFamily="34" charset="-120"/>
                <a:ea typeface="微軟正黑體" panose="020B0604030504040204" pitchFamily="34" charset="-120"/>
              </a:rPr>
              <a:t>進行製工具功能確認，必要時會請廠商修改到完善。</a:t>
            </a:r>
            <a:endParaRPr lang="en-US" altLang="zh-TW" dirty="0">
              <a:latin typeface="微軟正黑體" panose="020B0604030504040204" pitchFamily="34" charset="-120"/>
              <a:ea typeface="微軟正黑體" panose="020B0604030504040204" pitchFamily="34" charset="-120"/>
            </a:endParaRPr>
          </a:p>
          <a:p>
            <a:pPr marL="342900" indent="-342900">
              <a:buFont typeface="+mj-lt"/>
              <a:buAutoNum type="arabicPeriod"/>
            </a:pPr>
            <a:endParaRPr lang="en-US" altLang="zh-TW" dirty="0">
              <a:latin typeface="微軟正黑體" panose="020B0604030504040204" pitchFamily="34" charset="-120"/>
              <a:ea typeface="微軟正黑體" panose="020B0604030504040204" pitchFamily="34" charset="-120"/>
            </a:endParaRPr>
          </a:p>
          <a:p>
            <a:pPr marL="342900" indent="-342900">
              <a:buFont typeface="+mj-lt"/>
              <a:buAutoNum type="arabicPeriod"/>
            </a:pPr>
            <a:endParaRPr lang="en-US" altLang="zh-TW" dirty="0">
              <a:latin typeface="微軟正黑體" panose="020B0604030504040204" pitchFamily="34" charset="-120"/>
              <a:ea typeface="微軟正黑體" panose="020B0604030504040204" pitchFamily="34" charset="-120"/>
            </a:endParaRPr>
          </a:p>
          <a:p>
            <a:pPr marL="342900" indent="-342900">
              <a:buFont typeface="+mj-lt"/>
              <a:buAutoNum type="arabicPeriod"/>
            </a:pPr>
            <a:r>
              <a:rPr lang="zh-TW" altLang="en-US" dirty="0">
                <a:latin typeface="微軟正黑體" panose="020B0604030504040204" pitchFamily="34" charset="-120"/>
                <a:ea typeface="微軟正黑體" panose="020B0604030504040204" pitchFamily="34" charset="-120"/>
              </a:rPr>
              <a:t>檢驗不合格進行驗收 </a:t>
            </a:r>
            <a:r>
              <a:rPr lang="en-US" altLang="zh-TW" dirty="0">
                <a:latin typeface="微軟正黑體" panose="020B0604030504040204" pitchFamily="34" charset="-120"/>
                <a:ea typeface="微軟正黑體" panose="020B0604030504040204" pitchFamily="34" charset="-120"/>
              </a:rPr>
              <a:t>MIGO </a:t>
            </a:r>
            <a:r>
              <a:rPr lang="zh-TW" altLang="en-US" dirty="0">
                <a:latin typeface="微軟正黑體" panose="020B0604030504040204" pitchFamily="34" charset="-120"/>
                <a:ea typeface="微軟正黑體" panose="020B0604030504040204" pitchFamily="34" charset="-120"/>
              </a:rPr>
              <a:t>進行</a:t>
            </a:r>
            <a:r>
              <a:rPr lang="en-US" altLang="zh-TW" dirty="0">
                <a:latin typeface="微軟正黑體" panose="020B0604030504040204" pitchFamily="34" charset="-120"/>
                <a:ea typeface="微軟正黑體" panose="020B0604030504040204" pitchFamily="34" charset="-120"/>
              </a:rPr>
              <a:t>122</a:t>
            </a:r>
            <a:r>
              <a:rPr lang="zh-TW" altLang="en-US" dirty="0">
                <a:latin typeface="微軟正黑體" panose="020B0604030504040204" pitchFamily="34" charset="-120"/>
                <a:ea typeface="微軟正黑體" panose="020B0604030504040204" pitchFamily="34" charset="-120"/>
              </a:rPr>
              <a:t>退貨作業，通知廠商收退貨重送</a:t>
            </a:r>
            <a:br>
              <a:rPr lang="en-US" altLang="zh-TW" dirty="0">
                <a:latin typeface="微軟正黑體" panose="020B0604030504040204" pitchFamily="34" charset="-120"/>
                <a:ea typeface="微軟正黑體" panose="020B0604030504040204" pitchFamily="34" charset="-120"/>
              </a:rPr>
            </a:br>
            <a:endParaRPr lang="en-US" altLang="zh-TW" dirty="0">
              <a:latin typeface="微軟正黑體" panose="020B0604030504040204" pitchFamily="34" charset="-120"/>
              <a:ea typeface="微軟正黑體" panose="020B0604030504040204" pitchFamily="34" charset="-120"/>
            </a:endParaRPr>
          </a:p>
          <a:p>
            <a:pPr marL="342900" indent="-342900">
              <a:buFont typeface="+mj-lt"/>
              <a:buAutoNum type="arabicPeriod"/>
            </a:pPr>
            <a:r>
              <a:rPr lang="zh-TW" altLang="en-US" dirty="0">
                <a:latin typeface="微軟正黑體" panose="020B0604030504040204" pitchFamily="34" charset="-120"/>
                <a:ea typeface="微軟正黑體" panose="020B0604030504040204" pitchFamily="34" charset="-120"/>
              </a:rPr>
              <a:t>當製工具採購單有調整數量、金額、付款條件時，需重新執行</a:t>
            </a:r>
            <a:r>
              <a:rPr lang="en-US" altLang="zh-TW" dirty="0">
                <a:latin typeface="微軟正黑體" panose="020B0604030504040204" pitchFamily="34" charset="-120"/>
                <a:ea typeface="微軟正黑體" panose="020B0604030504040204" pitchFamily="34" charset="-120"/>
              </a:rPr>
              <a:t>BPM</a:t>
            </a:r>
            <a:r>
              <a:rPr lang="zh-TW" altLang="en-US" dirty="0">
                <a:latin typeface="微軟正黑體" panose="020B0604030504040204" pitchFamily="34" charset="-120"/>
                <a:ea typeface="微軟正黑體" panose="020B0604030504040204" pitchFamily="34" charset="-120"/>
              </a:rPr>
              <a:t>簽核</a:t>
            </a:r>
            <a:br>
              <a:rPr lang="en-US" altLang="zh-TW" dirty="0">
                <a:latin typeface="微軟正黑體" panose="020B0604030504040204" pitchFamily="34" charset="-120"/>
                <a:ea typeface="微軟正黑體" panose="020B0604030504040204" pitchFamily="34" charset="-120"/>
              </a:rPr>
            </a:br>
            <a:endParaRPr lang="en-US" altLang="zh-TW" dirty="0">
              <a:latin typeface="微軟正黑體" panose="020B0604030504040204" pitchFamily="34" charset="-120"/>
              <a:ea typeface="微軟正黑體" panose="020B0604030504040204" pitchFamily="34" charset="-120"/>
            </a:endParaRPr>
          </a:p>
          <a:p>
            <a:pPr marL="342900" indent="-342900">
              <a:buFont typeface="+mj-lt"/>
              <a:buAutoNum type="arabicPeriod"/>
            </a:pPr>
            <a:r>
              <a:rPr lang="zh-TW" altLang="en-US" dirty="0">
                <a:latin typeface="微軟正黑體" panose="020B0604030504040204" pitchFamily="34" charset="-120"/>
                <a:ea typeface="微軟正黑體" panose="020B0604030504040204" pitchFamily="34" charset="-120"/>
              </a:rPr>
              <a:t>回到</a:t>
            </a:r>
            <a:r>
              <a:rPr lang="en-US" altLang="zh-TW" dirty="0">
                <a:latin typeface="微軟正黑體" panose="020B0604030504040204" pitchFamily="34" charset="-120"/>
                <a:ea typeface="微軟正黑體" panose="020B0604030504040204" pitchFamily="34" charset="-120"/>
              </a:rPr>
              <a:t>Page 1 </a:t>
            </a:r>
            <a:r>
              <a:rPr lang="zh-TW" altLang="en-US" dirty="0">
                <a:latin typeface="微軟正黑體" panose="020B0604030504040204" pitchFamily="34" charset="-120"/>
                <a:ea typeface="微軟正黑體" panose="020B0604030504040204" pitchFamily="34" charset="-120"/>
              </a:rPr>
              <a:t>第</a:t>
            </a:r>
            <a:r>
              <a:rPr lang="en-US" altLang="zh-TW" dirty="0">
                <a:latin typeface="微軟正黑體" panose="020B0604030504040204" pitchFamily="34" charset="-120"/>
                <a:ea typeface="微軟正黑體" panose="020B0604030504040204" pitchFamily="34" charset="-120"/>
              </a:rPr>
              <a:t>7</a:t>
            </a:r>
            <a:r>
              <a:rPr lang="zh-TW" altLang="en-US" dirty="0">
                <a:latin typeface="微軟正黑體" panose="020B0604030504040204" pitchFamily="34" charset="-120"/>
                <a:ea typeface="微軟正黑體" panose="020B0604030504040204" pitchFamily="34" charset="-120"/>
              </a:rPr>
              <a:t>步核發採購單</a:t>
            </a:r>
            <a:endParaRPr lang="en-US" altLang="zh-TW" dirty="0">
              <a:latin typeface="微軟正黑體" panose="020B0604030504040204" pitchFamily="34" charset="-120"/>
              <a:ea typeface="微軟正黑體" panose="020B0604030504040204" pitchFamily="34" charset="-120"/>
            </a:endParaRPr>
          </a:p>
          <a:p>
            <a:endParaRPr lang="en-US" altLang="zh-TW" dirty="0"/>
          </a:p>
        </p:txBody>
      </p:sp>
      <p:sp>
        <p:nvSpPr>
          <p:cNvPr id="17" name="流程圖: 預設處理作業 21">
            <a:extLst>
              <a:ext uri="{FF2B5EF4-FFF2-40B4-BE49-F238E27FC236}">
                <a16:creationId xmlns:a16="http://schemas.microsoft.com/office/drawing/2014/main" id="{382F103B-7D21-5064-1FD5-9E2DC164870C}"/>
              </a:ext>
            </a:extLst>
          </p:cNvPr>
          <p:cNvSpPr/>
          <p:nvPr/>
        </p:nvSpPr>
        <p:spPr bwMode="auto">
          <a:xfrm>
            <a:off x="5342060" y="6862031"/>
            <a:ext cx="1728927" cy="1238400"/>
          </a:xfrm>
          <a:prstGeom prst="flowChartPredefinedProcess">
            <a:avLst/>
          </a:prstGeom>
          <a:solidFill>
            <a:schemeClr val="bg1"/>
          </a:solidFill>
          <a:ln w="3175">
            <a:solidFill>
              <a:schemeClr val="tx1"/>
            </a:solidFill>
            <a:miter lim="800000"/>
            <a:headEnd/>
            <a:tailEnd/>
          </a:ln>
          <a:effectLst>
            <a:outerShdw dist="85194" dir="1593903" algn="ctr" rotWithShape="0">
              <a:schemeClr val="bg2">
                <a:alpha val="50000"/>
              </a:schemeClr>
            </a:outerShdw>
          </a:effectLst>
        </p:spPr>
        <p:txBody>
          <a:bodyPr wrap="none" lIns="152823" tIns="76412" rIns="152823" bIns="76412" rtlCol="0" anchor="ctr"/>
          <a:lstStyle/>
          <a:p>
            <a:pPr algn="ctr" eaLnBrk="0" hangingPunct="0"/>
            <a:r>
              <a:rPr lang="en-US" altLang="zh-TW" sz="1500" dirty="0">
                <a:latin typeface="微軟正黑體" panose="020B0604030504040204" pitchFamily="34" charset="-120"/>
                <a:ea typeface="微軟正黑體" panose="020B0604030504040204" pitchFamily="34" charset="-120"/>
              </a:rPr>
              <a:t>MM-IV-0010</a:t>
            </a:r>
          </a:p>
          <a:p>
            <a:pPr algn="ctr" eaLnBrk="0" hangingPunct="0"/>
            <a:r>
              <a:rPr lang="zh-TW" altLang="en-US" sz="1500" dirty="0">
                <a:latin typeface="微軟正黑體" panose="020B0604030504040204" pitchFamily="34" charset="-120"/>
                <a:ea typeface="微軟正黑體" panose="020B0604030504040204" pitchFamily="34" charset="-120"/>
              </a:rPr>
              <a:t>發票驗證流程</a:t>
            </a:r>
          </a:p>
          <a:p>
            <a:pPr algn="ctr" eaLnBrk="0" hangingPunct="0"/>
            <a:endParaRPr lang="zh-TW" altLang="en-US" sz="1500" dirty="0">
              <a:latin typeface="微軟正黑體" panose="020B0604030504040204" pitchFamily="34" charset="-120"/>
              <a:ea typeface="微軟正黑體" panose="020B0604030504040204" pitchFamily="34" charset="-120"/>
            </a:endParaRPr>
          </a:p>
        </p:txBody>
      </p:sp>
      <p:cxnSp>
        <p:nvCxnSpPr>
          <p:cNvPr id="21" name="肘形接點 68">
            <a:extLst>
              <a:ext uri="{FF2B5EF4-FFF2-40B4-BE49-F238E27FC236}">
                <a16:creationId xmlns:a16="http://schemas.microsoft.com/office/drawing/2014/main" id="{032ABC90-7C48-F99D-AC78-D65511CBE425}"/>
              </a:ext>
            </a:extLst>
          </p:cNvPr>
          <p:cNvCxnSpPr>
            <a:cxnSpLocks/>
            <a:stCxn id="17" idx="1"/>
            <a:endCxn id="13" idx="6"/>
          </p:cNvCxnSpPr>
          <p:nvPr/>
        </p:nvCxnSpPr>
        <p:spPr>
          <a:xfrm rot="10800000" flipV="1">
            <a:off x="4927523" y="7481231"/>
            <a:ext cx="414539" cy="528"/>
          </a:xfrm>
          <a:prstGeom prst="bentConnector3">
            <a:avLst>
              <a:gd name="adj1" fmla="val 50000"/>
            </a:avLst>
          </a:prstGeom>
          <a:ln>
            <a:tailEnd type="triangle"/>
          </a:ln>
        </p:spPr>
        <p:style>
          <a:lnRef idx="1">
            <a:schemeClr val="dk1"/>
          </a:lnRef>
          <a:fillRef idx="0">
            <a:schemeClr val="dk1"/>
          </a:fillRef>
          <a:effectRef idx="0">
            <a:schemeClr val="dk1"/>
          </a:effectRef>
          <a:fontRef idx="minor">
            <a:schemeClr val="tx1"/>
          </a:fontRef>
        </p:style>
      </p:cxnSp>
      <p:sp>
        <p:nvSpPr>
          <p:cNvPr id="66" name="矩形 65"/>
          <p:cNvSpPr/>
          <p:nvPr/>
        </p:nvSpPr>
        <p:spPr>
          <a:xfrm>
            <a:off x="15456168" y="444705"/>
            <a:ext cx="296876" cy="323165"/>
          </a:xfrm>
          <a:prstGeom prst="rect">
            <a:avLst/>
          </a:prstGeom>
        </p:spPr>
        <p:txBody>
          <a:bodyPr wrap="none">
            <a:spAutoFit/>
          </a:bodyPr>
          <a:lstStyle/>
          <a:p>
            <a:r>
              <a:rPr lang="en-US" altLang="zh-TW" sz="1500" dirty="0">
                <a:latin typeface="微軟正黑體" panose="020B0604030504040204" pitchFamily="34" charset="-120"/>
                <a:ea typeface="微軟正黑體" panose="020B0604030504040204" pitchFamily="34" charset="-120"/>
              </a:rPr>
              <a:t>2</a:t>
            </a:r>
            <a:endParaRPr lang="zh-TW" altLang="en-US" sz="1500" dirty="0"/>
          </a:p>
        </p:txBody>
      </p:sp>
      <p:grpSp>
        <p:nvGrpSpPr>
          <p:cNvPr id="36" name="Group 220">
            <a:extLst>
              <a:ext uri="{FF2B5EF4-FFF2-40B4-BE49-F238E27FC236}">
                <a16:creationId xmlns:a16="http://schemas.microsoft.com/office/drawing/2014/main" id="{49B965EA-5488-20F5-FB4A-DE694754D613}"/>
              </a:ext>
            </a:extLst>
          </p:cNvPr>
          <p:cNvGrpSpPr/>
          <p:nvPr/>
        </p:nvGrpSpPr>
        <p:grpSpPr>
          <a:xfrm>
            <a:off x="11255022" y="1887350"/>
            <a:ext cx="556821" cy="408542"/>
            <a:chOff x="5906472" y="1486857"/>
            <a:chExt cx="371214" cy="272361"/>
          </a:xfrm>
        </p:grpSpPr>
        <p:sp>
          <p:nvSpPr>
            <p:cNvPr id="37" name="Oval 221">
              <a:extLst>
                <a:ext uri="{FF2B5EF4-FFF2-40B4-BE49-F238E27FC236}">
                  <a16:creationId xmlns:a16="http://schemas.microsoft.com/office/drawing/2014/main" id="{D7BB0CC3-1FCC-825A-8223-1DF8E8AA32FE}"/>
                </a:ext>
              </a:extLst>
            </p:cNvPr>
            <p:cNvSpPr/>
            <p:nvPr/>
          </p:nvSpPr>
          <p:spPr>
            <a:xfrm>
              <a:off x="5906472" y="1486857"/>
              <a:ext cx="274320" cy="272361"/>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sz="1500" dirty="0">
                <a:latin typeface="微軟正黑體" panose="020B0604030504040204" pitchFamily="34" charset="-120"/>
                <a:ea typeface="微軟正黑體" panose="020B0604030504040204" pitchFamily="34" charset="-120"/>
              </a:endParaRPr>
            </a:p>
          </p:txBody>
        </p:sp>
        <p:sp>
          <p:nvSpPr>
            <p:cNvPr id="38" name="TextBox 222">
              <a:extLst>
                <a:ext uri="{FF2B5EF4-FFF2-40B4-BE49-F238E27FC236}">
                  <a16:creationId xmlns:a16="http://schemas.microsoft.com/office/drawing/2014/main" id="{AA6B41EE-F383-4448-3FC3-5177F4E9C325}"/>
                </a:ext>
              </a:extLst>
            </p:cNvPr>
            <p:cNvSpPr txBox="1"/>
            <p:nvPr/>
          </p:nvSpPr>
          <p:spPr>
            <a:xfrm>
              <a:off x="5922086" y="1499128"/>
              <a:ext cx="355600" cy="215443"/>
            </a:xfrm>
            <a:prstGeom prst="rect">
              <a:avLst/>
            </a:prstGeom>
            <a:noFill/>
          </p:spPr>
          <p:txBody>
            <a:bodyPr wrap="square" rtlCol="0">
              <a:spAutoFit/>
            </a:bodyPr>
            <a:lstStyle/>
            <a:p>
              <a:r>
                <a:rPr lang="en-US" altLang="zh-TW" sz="1500" dirty="0">
                  <a:latin typeface="微軟正黑體" panose="020B0604030504040204" pitchFamily="34" charset="-120"/>
                  <a:ea typeface="微軟正黑體" panose="020B0604030504040204" pitchFamily="34" charset="-120"/>
                </a:rPr>
                <a:t>5</a:t>
              </a:r>
              <a:endParaRPr lang="zh-TW" altLang="en-US" sz="1500" dirty="0">
                <a:latin typeface="微軟正黑體" panose="020B0604030504040204" pitchFamily="34" charset="-120"/>
                <a:ea typeface="微軟正黑體" panose="020B0604030504040204" pitchFamily="34" charset="-120"/>
              </a:endParaRPr>
            </a:p>
          </p:txBody>
        </p:sp>
      </p:grpSp>
      <p:grpSp>
        <p:nvGrpSpPr>
          <p:cNvPr id="206" name="Group 220">
            <a:extLst>
              <a:ext uri="{FF2B5EF4-FFF2-40B4-BE49-F238E27FC236}">
                <a16:creationId xmlns:a16="http://schemas.microsoft.com/office/drawing/2014/main" id="{702B54F9-F874-D716-A8BD-24F6E527E949}"/>
              </a:ext>
            </a:extLst>
          </p:cNvPr>
          <p:cNvGrpSpPr/>
          <p:nvPr/>
        </p:nvGrpSpPr>
        <p:grpSpPr>
          <a:xfrm>
            <a:off x="11251965" y="8215765"/>
            <a:ext cx="601437" cy="415761"/>
            <a:chOff x="5906472" y="1486857"/>
            <a:chExt cx="400958" cy="272361"/>
          </a:xfrm>
        </p:grpSpPr>
        <p:sp>
          <p:nvSpPr>
            <p:cNvPr id="207" name="Oval 221">
              <a:extLst>
                <a:ext uri="{FF2B5EF4-FFF2-40B4-BE49-F238E27FC236}">
                  <a16:creationId xmlns:a16="http://schemas.microsoft.com/office/drawing/2014/main" id="{E21F96BD-5F64-3551-3780-660884FBA415}"/>
                </a:ext>
              </a:extLst>
            </p:cNvPr>
            <p:cNvSpPr/>
            <p:nvPr/>
          </p:nvSpPr>
          <p:spPr>
            <a:xfrm>
              <a:off x="5906472" y="1486857"/>
              <a:ext cx="274320" cy="272361"/>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sz="1500" dirty="0"/>
            </a:p>
          </p:txBody>
        </p:sp>
        <p:sp>
          <p:nvSpPr>
            <p:cNvPr id="208" name="TextBox 222">
              <a:extLst>
                <a:ext uri="{FF2B5EF4-FFF2-40B4-BE49-F238E27FC236}">
                  <a16:creationId xmlns:a16="http://schemas.microsoft.com/office/drawing/2014/main" id="{C57E2463-7C52-8272-BCC7-A417DDCEBBDE}"/>
                </a:ext>
              </a:extLst>
            </p:cNvPr>
            <p:cNvSpPr txBox="1"/>
            <p:nvPr/>
          </p:nvSpPr>
          <p:spPr>
            <a:xfrm>
              <a:off x="5922085" y="1507079"/>
              <a:ext cx="385345" cy="211702"/>
            </a:xfrm>
            <a:prstGeom prst="rect">
              <a:avLst/>
            </a:prstGeom>
            <a:noFill/>
          </p:spPr>
          <p:txBody>
            <a:bodyPr wrap="square" rtlCol="0">
              <a:spAutoFit/>
            </a:bodyPr>
            <a:lstStyle/>
            <a:p>
              <a:r>
                <a:rPr lang="en-US" altLang="zh-TW" sz="1500" dirty="0">
                  <a:latin typeface="微軟正黑體" panose="020B0604030504040204" pitchFamily="34" charset="-120"/>
                  <a:ea typeface="微軟正黑體" panose="020B0604030504040204" pitchFamily="34" charset="-120"/>
                </a:rPr>
                <a:t>8</a:t>
              </a:r>
              <a:endParaRPr lang="zh-TW" altLang="en-US" sz="1500" dirty="0">
                <a:latin typeface="微軟正黑體" panose="020B0604030504040204" pitchFamily="34" charset="-120"/>
                <a:ea typeface="微軟正黑體" panose="020B0604030504040204" pitchFamily="34" charset="-120"/>
              </a:endParaRPr>
            </a:p>
          </p:txBody>
        </p:sp>
      </p:grpSp>
      <p:cxnSp>
        <p:nvCxnSpPr>
          <p:cNvPr id="81" name="Straight Connector 284">
            <a:extLst>
              <a:ext uri="{FF2B5EF4-FFF2-40B4-BE49-F238E27FC236}">
                <a16:creationId xmlns:a16="http://schemas.microsoft.com/office/drawing/2014/main" id="{3343F13F-0020-F344-5B28-F9AEB09CA3FA}"/>
              </a:ext>
            </a:extLst>
          </p:cNvPr>
          <p:cNvCxnSpPr>
            <a:cxnSpLocks/>
          </p:cNvCxnSpPr>
          <p:nvPr/>
        </p:nvCxnSpPr>
        <p:spPr>
          <a:xfrm>
            <a:off x="4927520" y="1345539"/>
            <a:ext cx="0" cy="854114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82" name="文字方塊 81">
            <a:extLst>
              <a:ext uri="{FF2B5EF4-FFF2-40B4-BE49-F238E27FC236}">
                <a16:creationId xmlns:a16="http://schemas.microsoft.com/office/drawing/2014/main" id="{B106DB5A-3C2B-C42B-E706-9F53E0CA364F}"/>
              </a:ext>
            </a:extLst>
          </p:cNvPr>
          <p:cNvSpPr txBox="1"/>
          <p:nvPr/>
        </p:nvSpPr>
        <p:spPr>
          <a:xfrm>
            <a:off x="4354458" y="5192420"/>
            <a:ext cx="788670" cy="300082"/>
          </a:xfrm>
          <a:prstGeom prst="rect">
            <a:avLst/>
          </a:prstGeom>
          <a:noFill/>
        </p:spPr>
        <p:txBody>
          <a:bodyPr wrap="square">
            <a:spAutoFit/>
          </a:bodyPr>
          <a:lstStyle/>
          <a:p>
            <a:r>
              <a:rPr lang="zh-TW" altLang="en-US" sz="1350" dirty="0">
                <a:latin typeface="微軟正黑體" panose="020B0604030504040204" pitchFamily="34" charset="-120"/>
                <a:ea typeface="微軟正黑體" panose="020B0604030504040204" pitchFamily="34" charset="-120"/>
              </a:rPr>
              <a:t>是</a:t>
            </a:r>
            <a:endParaRPr lang="zh-TW" altLang="en-US" sz="1350" dirty="0"/>
          </a:p>
        </p:txBody>
      </p:sp>
      <p:graphicFrame>
        <p:nvGraphicFramePr>
          <p:cNvPr id="83" name="表格 30">
            <a:extLst>
              <a:ext uri="{FF2B5EF4-FFF2-40B4-BE49-F238E27FC236}">
                <a16:creationId xmlns:a16="http://schemas.microsoft.com/office/drawing/2014/main" id="{AFF9763D-0DA0-D7C1-DED2-F1F470C624C4}"/>
              </a:ext>
            </a:extLst>
          </p:cNvPr>
          <p:cNvGraphicFramePr>
            <a:graphicFrameLocks noGrp="1"/>
          </p:cNvGraphicFramePr>
          <p:nvPr/>
        </p:nvGraphicFramePr>
        <p:xfrm>
          <a:off x="2659583" y="2723158"/>
          <a:ext cx="1797832" cy="1296720"/>
        </p:xfrm>
        <a:graphic>
          <a:graphicData uri="http://schemas.openxmlformats.org/drawingml/2006/table">
            <a:tbl>
              <a:tblPr>
                <a:tableStyleId>{5940675A-B579-460E-94D1-54222C63F5DA}</a:tableStyleId>
              </a:tblPr>
              <a:tblGrid>
                <a:gridCol w="898916">
                  <a:extLst>
                    <a:ext uri="{9D8B030D-6E8A-4147-A177-3AD203B41FA5}">
                      <a16:colId xmlns:a16="http://schemas.microsoft.com/office/drawing/2014/main" val="3433979995"/>
                    </a:ext>
                  </a:extLst>
                </a:gridCol>
                <a:gridCol w="898916">
                  <a:extLst>
                    <a:ext uri="{9D8B030D-6E8A-4147-A177-3AD203B41FA5}">
                      <a16:colId xmlns:a16="http://schemas.microsoft.com/office/drawing/2014/main" val="3727974752"/>
                    </a:ext>
                  </a:extLst>
                </a:gridCol>
              </a:tblGrid>
              <a:tr h="365760">
                <a:tc gridSpan="2">
                  <a:txBody>
                    <a:bodyPr/>
                    <a:lstStyle/>
                    <a:p>
                      <a:pPr algn="ctr"/>
                      <a:endParaRPr lang="en-GB" sz="1500" b="1" dirty="0">
                        <a:latin typeface="微軟正黑體" panose="020B0604030504040204" pitchFamily="34" charset="-120"/>
                        <a:ea typeface="微軟正黑體" panose="020B0604030504040204" pitchFamily="34" charset="-120"/>
                      </a:endParaRPr>
                    </a:p>
                  </a:txBody>
                  <a:tcPr marL="54000" marR="54000" marT="62346" marB="62346">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dirty="0"/>
                    </a:p>
                  </a:txBody>
                  <a:tcPr/>
                </a:tc>
                <a:extLst>
                  <a:ext uri="{0D108BD9-81ED-4DB2-BD59-A6C34878D82A}">
                    <a16:rowId xmlns:a16="http://schemas.microsoft.com/office/drawing/2014/main" val="3125084632"/>
                  </a:ext>
                </a:extLst>
              </a:tr>
              <a:tr h="594360">
                <a:tc gridSpan="2">
                  <a:txBody>
                    <a:bodyPr/>
                    <a:lstStyle/>
                    <a:p>
                      <a:pPr algn="ctr"/>
                      <a:r>
                        <a:rPr lang="zh-TW" altLang="en-US" sz="1500" dirty="0">
                          <a:latin typeface="微軟正黑體" panose="020B0604030504040204" pitchFamily="34" charset="-120"/>
                          <a:ea typeface="微軟正黑體" panose="020B0604030504040204" pitchFamily="34" charset="-120"/>
                        </a:rPr>
                        <a:t>簽核採購單</a:t>
                      </a:r>
                      <a:endParaRPr lang="en-US" altLang="zh-TW" sz="1500" dirty="0">
                        <a:latin typeface="微軟正黑體" panose="020B0604030504040204" pitchFamily="34" charset="-120"/>
                        <a:ea typeface="微軟正黑體" panose="020B0604030504040204" pitchFamily="34" charset="-120"/>
                      </a:endParaRPr>
                    </a:p>
                  </a:txBody>
                  <a:tcPr marL="54000" marR="54000" marT="62346" marB="62346">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dirty="0"/>
                    </a:p>
                  </a:txBody>
                  <a:tcPr/>
                </a:tc>
                <a:extLst>
                  <a:ext uri="{0D108BD9-81ED-4DB2-BD59-A6C34878D82A}">
                    <a16:rowId xmlns:a16="http://schemas.microsoft.com/office/drawing/2014/main" val="1006350340"/>
                  </a:ext>
                </a:extLst>
              </a:tr>
              <a:tr h="336600">
                <a:tc>
                  <a:txBody>
                    <a:bodyPr/>
                    <a:lstStyle/>
                    <a:p>
                      <a:pPr algn="ctr"/>
                      <a:r>
                        <a:rPr lang="en-US" altLang="zh-TW" sz="1500" dirty="0">
                          <a:latin typeface="微軟正黑體" panose="020B0604030504040204" pitchFamily="34" charset="-120"/>
                          <a:ea typeface="微軟正黑體" panose="020B0604030504040204" pitchFamily="34" charset="-120"/>
                        </a:rPr>
                        <a:t>BPM</a:t>
                      </a:r>
                      <a:endParaRPr lang="en-GB" sz="1500" dirty="0">
                        <a:latin typeface="微軟正黑體" panose="020B0604030504040204" pitchFamily="34" charset="-120"/>
                        <a:ea typeface="微軟正黑體" panose="020B0604030504040204" pitchFamily="34" charset="-120"/>
                      </a:endParaRPr>
                    </a:p>
                  </a:txBody>
                  <a:tcPr marL="54000" marR="54000"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lang="zh-TW" altLang="en-US" sz="1500" dirty="0">
                          <a:latin typeface="微軟正黑體" panose="020B0604030504040204" pitchFamily="34" charset="-120"/>
                          <a:ea typeface="微軟正黑體" panose="020B0604030504040204" pitchFamily="34" charset="-120"/>
                        </a:rPr>
                        <a:t>手動</a:t>
                      </a:r>
                      <a:endParaRPr lang="en-GB" altLang="zh-TW" sz="1500" dirty="0">
                        <a:latin typeface="微軟正黑體" panose="020B0604030504040204" pitchFamily="34" charset="-120"/>
                        <a:ea typeface="微軟正黑體" panose="020B0604030504040204" pitchFamily="34" charset="-120"/>
                      </a:endParaRPr>
                    </a:p>
                  </a:txBody>
                  <a:tcPr marL="54000" marR="54000"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053335046"/>
                  </a:ext>
                </a:extLst>
              </a:tr>
            </a:tbl>
          </a:graphicData>
        </a:graphic>
      </p:graphicFrame>
      <p:sp>
        <p:nvSpPr>
          <p:cNvPr id="84" name="流程圖: 決策 50">
            <a:extLst>
              <a:ext uri="{FF2B5EF4-FFF2-40B4-BE49-F238E27FC236}">
                <a16:creationId xmlns:a16="http://schemas.microsoft.com/office/drawing/2014/main" id="{4211AE0E-E934-C866-6745-99857AA1659D}"/>
              </a:ext>
            </a:extLst>
          </p:cNvPr>
          <p:cNvSpPr/>
          <p:nvPr/>
        </p:nvSpPr>
        <p:spPr bwMode="auto">
          <a:xfrm>
            <a:off x="2623923" y="4822891"/>
            <a:ext cx="1841949" cy="712200"/>
          </a:xfrm>
          <a:prstGeom prst="flowChartDecision">
            <a:avLst/>
          </a:prstGeom>
          <a:solidFill>
            <a:schemeClr val="bg1"/>
          </a:solidFill>
          <a:ln w="3175">
            <a:solidFill>
              <a:schemeClr val="tx1"/>
            </a:solidFill>
            <a:miter lim="800000"/>
            <a:headEnd/>
            <a:tailEnd/>
          </a:ln>
          <a:effectLst>
            <a:outerShdw dist="85194" dir="1593903" algn="ctr" rotWithShape="0">
              <a:schemeClr val="bg2">
                <a:alpha val="50000"/>
              </a:schemeClr>
            </a:outerShdw>
          </a:effectLst>
        </p:spPr>
        <p:txBody>
          <a:bodyPr rot="0" spcFirstLastPara="0" vertOverflow="overflow" horzOverflow="overflow" vert="horz" wrap="none" lIns="152823" tIns="76412" rIns="152823" bIns="76412" numCol="1" spcCol="0" rtlCol="0" fromWordArt="0" anchor="ctr" anchorCtr="0" forceAA="0" compatLnSpc="1">
            <a:prstTxWarp prst="textNoShape">
              <a:avLst/>
            </a:prstTxWarp>
            <a:noAutofit/>
          </a:bodyPr>
          <a:lstStyle/>
          <a:p>
            <a:pPr algn="ctr" eaLnBrk="0" hangingPunct="0"/>
            <a:r>
              <a:rPr lang="zh-TW" altLang="en-US" sz="1500" dirty="0">
                <a:latin typeface="微軟正黑體" panose="020B0604030504040204" pitchFamily="34" charset="-120"/>
                <a:ea typeface="微軟正黑體" panose="020B0604030504040204" pitchFamily="34" charset="-120"/>
              </a:rPr>
              <a:t>簽核通過</a:t>
            </a:r>
          </a:p>
        </p:txBody>
      </p:sp>
      <p:cxnSp>
        <p:nvCxnSpPr>
          <p:cNvPr id="85" name="肘形接點 68">
            <a:extLst>
              <a:ext uri="{FF2B5EF4-FFF2-40B4-BE49-F238E27FC236}">
                <a16:creationId xmlns:a16="http://schemas.microsoft.com/office/drawing/2014/main" id="{4A3048A1-DF9E-B19F-4A1B-A34D05AE9CF9}"/>
              </a:ext>
            </a:extLst>
          </p:cNvPr>
          <p:cNvCxnSpPr>
            <a:cxnSpLocks/>
            <a:stCxn id="83" idx="2"/>
            <a:endCxn id="84" idx="0"/>
          </p:cNvCxnSpPr>
          <p:nvPr/>
        </p:nvCxnSpPr>
        <p:spPr>
          <a:xfrm rot="5400000">
            <a:off x="3150193" y="4414584"/>
            <a:ext cx="803013" cy="13601"/>
          </a:xfrm>
          <a:prstGeom prst="bentConnector3">
            <a:avLst>
              <a:gd name="adj1" fmla="val 50000"/>
            </a:avLst>
          </a:prstGeom>
          <a:ln>
            <a:tailEnd type="triangle"/>
          </a:ln>
        </p:spPr>
        <p:style>
          <a:lnRef idx="1">
            <a:schemeClr val="dk1"/>
          </a:lnRef>
          <a:fillRef idx="0">
            <a:schemeClr val="dk1"/>
          </a:fillRef>
          <a:effectRef idx="0">
            <a:schemeClr val="dk1"/>
          </a:effectRef>
          <a:fontRef idx="minor">
            <a:schemeClr val="tx1"/>
          </a:fontRef>
        </p:style>
      </p:cxnSp>
      <p:cxnSp>
        <p:nvCxnSpPr>
          <p:cNvPr id="86" name="肘形接點 68">
            <a:extLst>
              <a:ext uri="{FF2B5EF4-FFF2-40B4-BE49-F238E27FC236}">
                <a16:creationId xmlns:a16="http://schemas.microsoft.com/office/drawing/2014/main" id="{A1760115-079D-78EA-1EA4-A9CBDFE3271D}"/>
              </a:ext>
            </a:extLst>
          </p:cNvPr>
          <p:cNvCxnSpPr>
            <a:cxnSpLocks/>
            <a:stCxn id="84" idx="3"/>
            <a:endCxn id="30" idx="1"/>
          </p:cNvCxnSpPr>
          <p:nvPr/>
        </p:nvCxnSpPr>
        <p:spPr>
          <a:xfrm flipV="1">
            <a:off x="4465872" y="2733149"/>
            <a:ext cx="645716" cy="2445842"/>
          </a:xfrm>
          <a:prstGeom prst="bentConnector3">
            <a:avLst>
              <a:gd name="adj1" fmla="val 50000"/>
            </a:avLst>
          </a:prstGeom>
          <a:ln>
            <a:tailEnd type="triangle"/>
          </a:ln>
        </p:spPr>
        <p:style>
          <a:lnRef idx="1">
            <a:schemeClr val="dk1"/>
          </a:lnRef>
          <a:fillRef idx="0">
            <a:schemeClr val="dk1"/>
          </a:fillRef>
          <a:effectRef idx="0">
            <a:schemeClr val="dk1"/>
          </a:effectRef>
          <a:fontRef idx="minor">
            <a:schemeClr val="tx1"/>
          </a:fontRef>
        </p:style>
      </p:cxnSp>
      <p:graphicFrame>
        <p:nvGraphicFramePr>
          <p:cNvPr id="88" name="表格 30">
            <a:extLst>
              <a:ext uri="{FF2B5EF4-FFF2-40B4-BE49-F238E27FC236}">
                <a16:creationId xmlns:a16="http://schemas.microsoft.com/office/drawing/2014/main" id="{F01C209B-B17B-4A96-180F-16E309C71563}"/>
              </a:ext>
            </a:extLst>
          </p:cNvPr>
          <p:cNvGraphicFramePr>
            <a:graphicFrameLocks noGrp="1"/>
          </p:cNvGraphicFramePr>
          <p:nvPr/>
        </p:nvGraphicFramePr>
        <p:xfrm>
          <a:off x="2640551" y="5978962"/>
          <a:ext cx="1797832" cy="1251133"/>
        </p:xfrm>
        <a:graphic>
          <a:graphicData uri="http://schemas.openxmlformats.org/drawingml/2006/table">
            <a:tbl>
              <a:tblPr>
                <a:tableStyleId>{5940675A-B579-460E-94D1-54222C63F5DA}</a:tableStyleId>
              </a:tblPr>
              <a:tblGrid>
                <a:gridCol w="898916">
                  <a:extLst>
                    <a:ext uri="{9D8B030D-6E8A-4147-A177-3AD203B41FA5}">
                      <a16:colId xmlns:a16="http://schemas.microsoft.com/office/drawing/2014/main" val="3433979995"/>
                    </a:ext>
                  </a:extLst>
                </a:gridCol>
                <a:gridCol w="898916">
                  <a:extLst>
                    <a:ext uri="{9D8B030D-6E8A-4147-A177-3AD203B41FA5}">
                      <a16:colId xmlns:a16="http://schemas.microsoft.com/office/drawing/2014/main" val="3727974752"/>
                    </a:ext>
                  </a:extLst>
                </a:gridCol>
              </a:tblGrid>
              <a:tr h="332510">
                <a:tc gridSpan="2">
                  <a:txBody>
                    <a:bodyPr/>
                    <a:lstStyle/>
                    <a:p>
                      <a:pPr algn="ctr"/>
                      <a:r>
                        <a:rPr lang="en-GB" sz="1400" b="1" dirty="0">
                          <a:solidFill>
                            <a:schemeClr val="tx1"/>
                          </a:solidFill>
                          <a:latin typeface="微軟正黑體" panose="020B0604030504040204" pitchFamily="34" charset="-120"/>
                          <a:ea typeface="微軟正黑體" panose="020B0604030504040204" pitchFamily="34" charset="-120"/>
                        </a:rPr>
                        <a:t>ZMM006</a:t>
                      </a:r>
                    </a:p>
                  </a:txBody>
                  <a:tcPr marL="124691" marR="124691" marT="62346" marB="62346">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dirty="0"/>
                    </a:p>
                  </a:txBody>
                  <a:tcPr/>
                </a:tc>
                <a:extLst>
                  <a:ext uri="{0D108BD9-81ED-4DB2-BD59-A6C34878D82A}">
                    <a16:rowId xmlns:a16="http://schemas.microsoft.com/office/drawing/2014/main" val="3125084632"/>
                  </a:ext>
                </a:extLst>
              </a:tr>
              <a:tr h="601539">
                <a:tc gridSpan="2">
                  <a:txBody>
                    <a:bodyPr/>
                    <a:lstStyle/>
                    <a:p>
                      <a:pPr algn="ctr" eaLnBrk="0" hangingPunct="0"/>
                      <a:r>
                        <a:rPr kumimoji="0" lang="zh-TW" altLang="en-US" sz="1400" dirty="0">
                          <a:latin typeface="微軟正黑體" panose="020B0604030504040204" pitchFamily="34" charset="-120"/>
                          <a:ea typeface="微軟正黑體" panose="020B0604030504040204" pitchFamily="34" charset="-120"/>
                        </a:rPr>
                        <a:t>更新</a:t>
                      </a:r>
                      <a:r>
                        <a:rPr kumimoji="0" lang="en-US" altLang="zh-TW" sz="1400" dirty="0">
                          <a:latin typeface="微軟正黑體" panose="020B0604030504040204" pitchFamily="34" charset="-120"/>
                          <a:ea typeface="微軟正黑體" panose="020B0604030504040204" pitchFamily="34" charset="-120"/>
                        </a:rPr>
                        <a:t>SAP </a:t>
                      </a:r>
                      <a:r>
                        <a:rPr kumimoji="0" lang="zh-TW" altLang="en-US" sz="1400" dirty="0">
                          <a:latin typeface="微軟正黑體" panose="020B0604030504040204" pitchFamily="34" charset="-120"/>
                          <a:ea typeface="微軟正黑體" panose="020B0604030504040204" pitchFamily="34" charset="-120"/>
                        </a:rPr>
                        <a:t>請</a:t>
                      </a:r>
                      <a:r>
                        <a:rPr kumimoji="0" lang="en-US" altLang="zh-TW" sz="1400">
                          <a:latin typeface="微軟正黑體" panose="020B0604030504040204" pitchFamily="34" charset="-120"/>
                          <a:ea typeface="微軟正黑體" panose="020B0604030504040204" pitchFamily="34" charset="-120"/>
                        </a:rPr>
                        <a:t>/</a:t>
                      </a:r>
                      <a:r>
                        <a:rPr kumimoji="0" lang="zh-TW" altLang="en-US" sz="1400">
                          <a:latin typeface="微軟正黑體" panose="020B0604030504040204" pitchFamily="34" charset="-120"/>
                          <a:ea typeface="微軟正黑體" panose="020B0604030504040204" pitchFamily="34" charset="-120"/>
                        </a:rPr>
                        <a:t>採購</a:t>
                      </a:r>
                      <a:r>
                        <a:rPr kumimoji="0" lang="zh-TW" altLang="en-US" sz="1400" dirty="0">
                          <a:latin typeface="微軟正黑體" panose="020B0604030504040204" pitchFamily="34" charset="-120"/>
                          <a:ea typeface="微軟正黑體" panose="020B0604030504040204" pitchFamily="34" charset="-120"/>
                        </a:rPr>
                        <a:t>單，刪除標記</a:t>
                      </a:r>
                    </a:p>
                  </a:txBody>
                  <a:tcPr marL="124691" marR="124691" marT="62346" marB="62346">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dirty="0"/>
                    </a:p>
                  </a:txBody>
                  <a:tcPr/>
                </a:tc>
                <a:extLst>
                  <a:ext uri="{0D108BD9-81ED-4DB2-BD59-A6C34878D82A}">
                    <a16:rowId xmlns:a16="http://schemas.microsoft.com/office/drawing/2014/main" val="1006350340"/>
                  </a:ext>
                </a:extLst>
              </a:tr>
              <a:tr h="306000">
                <a:tc>
                  <a:txBody>
                    <a:bodyPr/>
                    <a:lstStyle/>
                    <a:p>
                      <a:pPr algn="ctr"/>
                      <a:r>
                        <a:rPr lang="en-US" sz="1400" dirty="0">
                          <a:latin typeface="微軟正黑體" panose="020B0604030504040204" pitchFamily="34" charset="-120"/>
                          <a:ea typeface="微軟正黑體" panose="020B0604030504040204" pitchFamily="34" charset="-120"/>
                        </a:rPr>
                        <a:t>SAP</a:t>
                      </a:r>
                      <a:endParaRPr lang="en-GB" sz="1400" dirty="0">
                        <a:latin typeface="微軟正黑體" panose="020B0604030504040204" pitchFamily="34" charset="-120"/>
                        <a:ea typeface="微軟正黑體" panose="020B0604030504040204" pitchFamily="34" charset="-120"/>
                      </a:endParaRPr>
                    </a:p>
                  </a:txBody>
                  <a:tcPr marL="54000" marR="54000" marT="49091" marB="49091">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lang="zh-TW" altLang="en-US" sz="1400" dirty="0">
                          <a:latin typeface="微軟正黑體" panose="020B0604030504040204" pitchFamily="34" charset="-120"/>
                          <a:ea typeface="微軟正黑體" panose="020B0604030504040204" pitchFamily="34" charset="-120"/>
                        </a:rPr>
                        <a:t>自動</a:t>
                      </a:r>
                      <a:endParaRPr lang="en-GB" sz="1400" dirty="0">
                        <a:latin typeface="微軟正黑體" panose="020B0604030504040204" pitchFamily="34" charset="-120"/>
                        <a:ea typeface="微軟正黑體" panose="020B0604030504040204" pitchFamily="34" charset="-120"/>
                      </a:endParaRPr>
                    </a:p>
                  </a:txBody>
                  <a:tcPr marL="54000" marR="54000" marT="49091" marB="49091">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053335046"/>
                  </a:ext>
                </a:extLst>
              </a:tr>
            </a:tbl>
          </a:graphicData>
        </a:graphic>
      </p:graphicFrame>
      <p:grpSp>
        <p:nvGrpSpPr>
          <p:cNvPr id="89" name="Group 220">
            <a:extLst>
              <a:ext uri="{FF2B5EF4-FFF2-40B4-BE49-F238E27FC236}">
                <a16:creationId xmlns:a16="http://schemas.microsoft.com/office/drawing/2014/main" id="{59C5E449-3A3C-4961-8C65-BA5D3C53E14C}"/>
              </a:ext>
            </a:extLst>
          </p:cNvPr>
          <p:cNvGrpSpPr/>
          <p:nvPr/>
        </p:nvGrpSpPr>
        <p:grpSpPr>
          <a:xfrm>
            <a:off x="4166729" y="5797148"/>
            <a:ext cx="558212" cy="408542"/>
            <a:chOff x="5906472" y="1486857"/>
            <a:chExt cx="372141" cy="272361"/>
          </a:xfrm>
        </p:grpSpPr>
        <p:sp>
          <p:nvSpPr>
            <p:cNvPr id="90" name="Oval 221">
              <a:extLst>
                <a:ext uri="{FF2B5EF4-FFF2-40B4-BE49-F238E27FC236}">
                  <a16:creationId xmlns:a16="http://schemas.microsoft.com/office/drawing/2014/main" id="{A5C4F96E-C02D-73E4-3391-3B02689835A3}"/>
                </a:ext>
              </a:extLst>
            </p:cNvPr>
            <p:cNvSpPr/>
            <p:nvPr/>
          </p:nvSpPr>
          <p:spPr>
            <a:xfrm>
              <a:off x="5906472" y="1486857"/>
              <a:ext cx="274320" cy="272361"/>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sz="1500" dirty="0"/>
            </a:p>
          </p:txBody>
        </p:sp>
        <p:sp>
          <p:nvSpPr>
            <p:cNvPr id="91" name="TextBox 222">
              <a:extLst>
                <a:ext uri="{FF2B5EF4-FFF2-40B4-BE49-F238E27FC236}">
                  <a16:creationId xmlns:a16="http://schemas.microsoft.com/office/drawing/2014/main" id="{B01901D6-0F7F-11D6-F9CD-B9F2D7972AA5}"/>
                </a:ext>
              </a:extLst>
            </p:cNvPr>
            <p:cNvSpPr txBox="1"/>
            <p:nvPr/>
          </p:nvSpPr>
          <p:spPr>
            <a:xfrm>
              <a:off x="5923013" y="1499128"/>
              <a:ext cx="355600" cy="215443"/>
            </a:xfrm>
            <a:prstGeom prst="rect">
              <a:avLst/>
            </a:prstGeom>
            <a:noFill/>
          </p:spPr>
          <p:txBody>
            <a:bodyPr wrap="square" rtlCol="0">
              <a:spAutoFit/>
            </a:bodyPr>
            <a:lstStyle/>
            <a:p>
              <a:r>
                <a:rPr lang="en-US" altLang="zh-TW" sz="1500" dirty="0">
                  <a:latin typeface="微軟正黑體" panose="020B0604030504040204" pitchFamily="34" charset="-120"/>
                  <a:ea typeface="微軟正黑體" panose="020B0604030504040204" pitchFamily="34" charset="-120"/>
                </a:rPr>
                <a:t>2</a:t>
              </a:r>
              <a:endParaRPr lang="zh-TW" altLang="en-US" sz="1500" dirty="0">
                <a:latin typeface="微軟正黑體" panose="020B0604030504040204" pitchFamily="34" charset="-120"/>
                <a:ea typeface="微軟正黑體" panose="020B0604030504040204" pitchFamily="34" charset="-120"/>
              </a:endParaRPr>
            </a:p>
          </p:txBody>
        </p:sp>
      </p:grpSp>
      <p:grpSp>
        <p:nvGrpSpPr>
          <p:cNvPr id="92" name="Group 220">
            <a:extLst>
              <a:ext uri="{FF2B5EF4-FFF2-40B4-BE49-F238E27FC236}">
                <a16:creationId xmlns:a16="http://schemas.microsoft.com/office/drawing/2014/main" id="{56A53D60-F177-B66D-1052-09F00D9EB829}"/>
              </a:ext>
            </a:extLst>
          </p:cNvPr>
          <p:cNvGrpSpPr/>
          <p:nvPr/>
        </p:nvGrpSpPr>
        <p:grpSpPr>
          <a:xfrm>
            <a:off x="4280730" y="2502658"/>
            <a:ext cx="546285" cy="408542"/>
            <a:chOff x="5906472" y="1486857"/>
            <a:chExt cx="364190" cy="272361"/>
          </a:xfrm>
        </p:grpSpPr>
        <p:sp>
          <p:nvSpPr>
            <p:cNvPr id="93" name="Oval 221">
              <a:extLst>
                <a:ext uri="{FF2B5EF4-FFF2-40B4-BE49-F238E27FC236}">
                  <a16:creationId xmlns:a16="http://schemas.microsoft.com/office/drawing/2014/main" id="{1026EB19-175E-BAE9-2573-E214F8CC61B8}"/>
                </a:ext>
              </a:extLst>
            </p:cNvPr>
            <p:cNvSpPr/>
            <p:nvPr/>
          </p:nvSpPr>
          <p:spPr>
            <a:xfrm>
              <a:off x="5906472" y="1486857"/>
              <a:ext cx="274320" cy="272361"/>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sz="1500" dirty="0"/>
            </a:p>
          </p:txBody>
        </p:sp>
        <p:sp>
          <p:nvSpPr>
            <p:cNvPr id="94" name="TextBox 222">
              <a:extLst>
                <a:ext uri="{FF2B5EF4-FFF2-40B4-BE49-F238E27FC236}">
                  <a16:creationId xmlns:a16="http://schemas.microsoft.com/office/drawing/2014/main" id="{58D156B1-9578-40C0-E02B-A11714005BD3}"/>
                </a:ext>
              </a:extLst>
            </p:cNvPr>
            <p:cNvSpPr txBox="1"/>
            <p:nvPr/>
          </p:nvSpPr>
          <p:spPr>
            <a:xfrm>
              <a:off x="5915062" y="1507079"/>
              <a:ext cx="355600" cy="215443"/>
            </a:xfrm>
            <a:prstGeom prst="rect">
              <a:avLst/>
            </a:prstGeom>
            <a:noFill/>
          </p:spPr>
          <p:txBody>
            <a:bodyPr wrap="square" rtlCol="0">
              <a:spAutoFit/>
            </a:bodyPr>
            <a:lstStyle/>
            <a:p>
              <a:r>
                <a:rPr lang="en-US" altLang="zh-TW" sz="1500" dirty="0">
                  <a:latin typeface="微軟正黑體" panose="020B0604030504040204" pitchFamily="34" charset="-120"/>
                  <a:ea typeface="微軟正黑體" panose="020B0604030504040204" pitchFamily="34" charset="-120"/>
                </a:rPr>
                <a:t>1</a:t>
              </a:r>
              <a:endParaRPr lang="zh-TW" altLang="en-US" sz="1500" dirty="0">
                <a:latin typeface="微軟正黑體" panose="020B0604030504040204" pitchFamily="34" charset="-120"/>
                <a:ea typeface="微軟正黑體" panose="020B0604030504040204" pitchFamily="34" charset="-120"/>
              </a:endParaRPr>
            </a:p>
          </p:txBody>
        </p:sp>
      </p:grpSp>
      <p:cxnSp>
        <p:nvCxnSpPr>
          <p:cNvPr id="95" name="肘形接點 68">
            <a:extLst>
              <a:ext uri="{FF2B5EF4-FFF2-40B4-BE49-F238E27FC236}">
                <a16:creationId xmlns:a16="http://schemas.microsoft.com/office/drawing/2014/main" id="{4A3048A1-DF9E-B19F-4A1B-A34D05AE9CF9}"/>
              </a:ext>
            </a:extLst>
          </p:cNvPr>
          <p:cNvCxnSpPr>
            <a:cxnSpLocks/>
            <a:stCxn id="84" idx="2"/>
            <a:endCxn id="88" idx="0"/>
          </p:cNvCxnSpPr>
          <p:nvPr/>
        </p:nvCxnSpPr>
        <p:spPr>
          <a:xfrm rot="5400000">
            <a:off x="3320248" y="5754311"/>
            <a:ext cx="443871" cy="5431"/>
          </a:xfrm>
          <a:prstGeom prst="bentConnector3">
            <a:avLst>
              <a:gd name="adj1" fmla="val 50000"/>
            </a:avLst>
          </a:prstGeom>
          <a:ln>
            <a:tailEnd type="triangle"/>
          </a:ln>
        </p:spPr>
        <p:style>
          <a:lnRef idx="1">
            <a:schemeClr val="dk1"/>
          </a:lnRef>
          <a:fillRef idx="0">
            <a:schemeClr val="dk1"/>
          </a:fillRef>
          <a:effectRef idx="0">
            <a:schemeClr val="dk1"/>
          </a:effectRef>
          <a:fontRef idx="minor">
            <a:schemeClr val="tx1"/>
          </a:fontRef>
        </p:style>
      </p:cxnSp>
      <p:sp>
        <p:nvSpPr>
          <p:cNvPr id="102" name="流程圖: 接點 51">
            <a:extLst>
              <a:ext uri="{FF2B5EF4-FFF2-40B4-BE49-F238E27FC236}">
                <a16:creationId xmlns:a16="http://schemas.microsoft.com/office/drawing/2014/main" id="{45158078-F12B-D917-88FB-10ABC9A4D526}"/>
              </a:ext>
            </a:extLst>
          </p:cNvPr>
          <p:cNvSpPr/>
          <p:nvPr/>
        </p:nvSpPr>
        <p:spPr bwMode="auto">
          <a:xfrm>
            <a:off x="12792826" y="7482625"/>
            <a:ext cx="494060" cy="467303"/>
          </a:xfrm>
          <a:prstGeom prst="flowChartConnector">
            <a:avLst/>
          </a:prstGeom>
          <a:solidFill>
            <a:schemeClr val="bg1"/>
          </a:solidFill>
          <a:ln w="3175">
            <a:solidFill>
              <a:schemeClr val="tx1"/>
            </a:solidFill>
            <a:miter lim="800000"/>
            <a:headEnd/>
            <a:tailEnd/>
          </a:ln>
          <a:effectLst>
            <a:outerShdw dist="85194" dir="1593903" algn="ctr" rotWithShape="0">
              <a:schemeClr val="bg2">
                <a:alpha val="50000"/>
              </a:schemeClr>
            </a:outerShdw>
          </a:effectLst>
        </p:spPr>
        <p:txBody>
          <a:bodyPr rot="0" spcFirstLastPara="0" vertOverflow="overflow" horzOverflow="overflow" vert="horz" wrap="none" lIns="152823" tIns="76412" rIns="152823" bIns="76412" numCol="1" spcCol="0" rtlCol="0" fromWordArt="0" anchor="ctr" anchorCtr="0" forceAA="0" compatLnSpc="1">
            <a:prstTxWarp prst="textNoShape">
              <a:avLst/>
            </a:prstTxWarp>
            <a:noAutofit/>
          </a:bodyPr>
          <a:lstStyle/>
          <a:p>
            <a:pPr algn="ctr" eaLnBrk="0" hangingPunct="0"/>
            <a:r>
              <a:rPr lang="en-US" altLang="zh-TW" dirty="0">
                <a:latin typeface="微軟正黑體" panose="020B0604030504040204" pitchFamily="34" charset="-120"/>
                <a:ea typeface="微軟正黑體" panose="020B0604030504040204" pitchFamily="34" charset="-120"/>
              </a:rPr>
              <a:t>A</a:t>
            </a:r>
            <a:endParaRPr lang="zh-TW" altLang="en-US" dirty="0">
              <a:latin typeface="微軟正黑體" panose="020B0604030504040204" pitchFamily="34" charset="-120"/>
              <a:ea typeface="微軟正黑體" panose="020B0604030504040204" pitchFamily="34" charset="-120"/>
            </a:endParaRPr>
          </a:p>
        </p:txBody>
      </p:sp>
      <p:sp>
        <p:nvSpPr>
          <p:cNvPr id="104" name="文字方塊 17">
            <a:extLst>
              <a:ext uri="{FF2B5EF4-FFF2-40B4-BE49-F238E27FC236}">
                <a16:creationId xmlns:a16="http://schemas.microsoft.com/office/drawing/2014/main" id="{BBC38995-B8DF-63A0-4401-9FE50A36E787}"/>
              </a:ext>
            </a:extLst>
          </p:cNvPr>
          <p:cNvSpPr txBox="1"/>
          <p:nvPr/>
        </p:nvSpPr>
        <p:spPr>
          <a:xfrm>
            <a:off x="2905695" y="1408032"/>
            <a:ext cx="1610187" cy="346249"/>
          </a:xfrm>
          <a:prstGeom prst="rect">
            <a:avLst/>
          </a:prstGeom>
          <a:noFill/>
        </p:spPr>
        <p:txBody>
          <a:bodyPr wrap="square" rtlCol="0">
            <a:spAutoFit/>
          </a:bodyPr>
          <a:lstStyle/>
          <a:p>
            <a:pPr algn="ctr"/>
            <a:r>
              <a:rPr lang="zh-TW" altLang="en-US" sz="1650" dirty="0">
                <a:latin typeface="微軟正黑體" panose="020B0604030504040204" pitchFamily="34" charset="-120"/>
                <a:ea typeface="微軟正黑體" panose="020B0604030504040204" pitchFamily="34" charset="-120"/>
              </a:rPr>
              <a:t>權責主管</a:t>
            </a:r>
          </a:p>
        </p:txBody>
      </p:sp>
      <p:sp>
        <p:nvSpPr>
          <p:cNvPr id="105" name="文字方塊 104">
            <a:extLst>
              <a:ext uri="{FF2B5EF4-FFF2-40B4-BE49-F238E27FC236}">
                <a16:creationId xmlns:a16="http://schemas.microsoft.com/office/drawing/2014/main" id="{7BDD8B3B-9FC5-B431-B92A-CADEB291222C}"/>
              </a:ext>
            </a:extLst>
          </p:cNvPr>
          <p:cNvSpPr txBox="1"/>
          <p:nvPr/>
        </p:nvSpPr>
        <p:spPr>
          <a:xfrm>
            <a:off x="2885796" y="5518249"/>
            <a:ext cx="788670" cy="300082"/>
          </a:xfrm>
          <a:prstGeom prst="rect">
            <a:avLst/>
          </a:prstGeom>
          <a:noFill/>
        </p:spPr>
        <p:txBody>
          <a:bodyPr wrap="square">
            <a:spAutoFit/>
          </a:bodyPr>
          <a:lstStyle/>
          <a:p>
            <a:r>
              <a:rPr lang="zh-TW" altLang="en-US" sz="1350" dirty="0">
                <a:latin typeface="微軟正黑體" panose="020B0604030504040204" pitchFamily="34" charset="-120"/>
                <a:ea typeface="微軟正黑體" panose="020B0604030504040204" pitchFamily="34" charset="-120"/>
              </a:rPr>
              <a:t>否</a:t>
            </a:r>
            <a:endParaRPr lang="zh-TW" altLang="en-US" sz="1350" dirty="0"/>
          </a:p>
        </p:txBody>
      </p:sp>
      <p:sp>
        <p:nvSpPr>
          <p:cNvPr id="79" name="TextBox 2">
            <a:extLst>
              <a:ext uri="{FF2B5EF4-FFF2-40B4-BE49-F238E27FC236}">
                <a16:creationId xmlns:a16="http://schemas.microsoft.com/office/drawing/2014/main" id="{6B09882B-C884-419E-9EB0-7F4E083F29C0}"/>
              </a:ext>
            </a:extLst>
          </p:cNvPr>
          <p:cNvSpPr txBox="1"/>
          <p:nvPr/>
        </p:nvSpPr>
        <p:spPr>
          <a:xfrm>
            <a:off x="16690584" y="686196"/>
            <a:ext cx="1597416" cy="346249"/>
          </a:xfrm>
          <a:prstGeom prst="rect">
            <a:avLst/>
          </a:prstGeom>
          <a:noFill/>
        </p:spPr>
        <p:txBody>
          <a:bodyPr wrap="square" rtlCol="0">
            <a:spAutoFit/>
          </a:bodyPr>
          <a:lstStyle/>
          <a:p>
            <a:r>
              <a:rPr lang="en-US" altLang="zh-TW" sz="1600" dirty="0">
                <a:latin typeface="微軟正黑體" panose="020B0604030504040204" pitchFamily="34" charset="-120"/>
                <a:ea typeface="微軟正黑體" panose="020B0604030504040204" pitchFamily="34" charset="-120"/>
              </a:rPr>
              <a:t>2025/07/18</a:t>
            </a:r>
            <a:endParaRPr lang="zh-TW" altLang="en-US" sz="1600" dirty="0">
              <a:latin typeface="微軟正黑體" panose="020B0604030504040204" pitchFamily="34" charset="-120"/>
              <a:ea typeface="微軟正黑體" panose="020B0604030504040204" pitchFamily="34" charset="-120"/>
            </a:endParaRPr>
          </a:p>
        </p:txBody>
      </p:sp>
      <p:sp>
        <p:nvSpPr>
          <p:cNvPr id="12" name="流程圖: 決策 50">
            <a:extLst>
              <a:ext uri="{FF2B5EF4-FFF2-40B4-BE49-F238E27FC236}">
                <a16:creationId xmlns:a16="http://schemas.microsoft.com/office/drawing/2014/main" id="{EBAF4C00-14E8-CAA5-8630-656F8D0D67A8}"/>
              </a:ext>
            </a:extLst>
          </p:cNvPr>
          <p:cNvSpPr/>
          <p:nvPr/>
        </p:nvSpPr>
        <p:spPr bwMode="auto">
          <a:xfrm>
            <a:off x="5084369" y="3736023"/>
            <a:ext cx="1841949" cy="712200"/>
          </a:xfrm>
          <a:prstGeom prst="flowChartDecision">
            <a:avLst/>
          </a:prstGeom>
          <a:solidFill>
            <a:schemeClr val="bg1"/>
          </a:solidFill>
          <a:ln w="3175">
            <a:solidFill>
              <a:schemeClr val="tx1"/>
            </a:solidFill>
            <a:miter lim="800000"/>
            <a:headEnd/>
            <a:tailEnd/>
          </a:ln>
          <a:effectLst>
            <a:outerShdw dist="85194" dir="1593903" algn="ctr" rotWithShape="0">
              <a:schemeClr val="bg2">
                <a:alpha val="50000"/>
              </a:schemeClr>
            </a:outerShdw>
          </a:effectLst>
        </p:spPr>
        <p:txBody>
          <a:bodyPr rot="0" spcFirstLastPara="0" vertOverflow="overflow" horzOverflow="overflow" vert="horz" wrap="none" lIns="152823" tIns="76412" rIns="152823" bIns="76412" numCol="1" spcCol="0" rtlCol="0" fromWordArt="0" anchor="ctr" anchorCtr="0" forceAA="0" compatLnSpc="1">
            <a:prstTxWarp prst="textNoShape">
              <a:avLst/>
            </a:prstTxWarp>
            <a:noAutofit/>
          </a:bodyPr>
          <a:lstStyle/>
          <a:p>
            <a:pPr algn="ctr" eaLnBrk="0" hangingPunct="0"/>
            <a:r>
              <a:rPr lang="zh-TW" altLang="en-US" sz="1500" dirty="0">
                <a:latin typeface="微軟正黑體" panose="020B0604030504040204" pitchFamily="34" charset="-120"/>
                <a:ea typeface="微軟正黑體" panose="020B0604030504040204" pitchFamily="34" charset="-120"/>
              </a:rPr>
              <a:t>是否修改數量</a:t>
            </a:r>
            <a:endParaRPr lang="en-US" altLang="zh-TW" sz="1500" dirty="0">
              <a:latin typeface="微軟正黑體" panose="020B0604030504040204" pitchFamily="34" charset="-120"/>
              <a:ea typeface="微軟正黑體" panose="020B0604030504040204" pitchFamily="34" charset="-120"/>
            </a:endParaRPr>
          </a:p>
          <a:p>
            <a:pPr algn="ctr" eaLnBrk="0" hangingPunct="0"/>
            <a:r>
              <a:rPr lang="en-US" altLang="zh-TW" sz="1500" dirty="0">
                <a:latin typeface="微軟正黑體" panose="020B0604030504040204" pitchFamily="34" charset="-120"/>
                <a:ea typeface="微軟正黑體" panose="020B0604030504040204" pitchFamily="34" charset="-120"/>
              </a:rPr>
              <a:t>/</a:t>
            </a:r>
            <a:r>
              <a:rPr lang="zh-TW" altLang="en-US" sz="1500" dirty="0">
                <a:latin typeface="微軟正黑體" panose="020B0604030504040204" pitchFamily="34" charset="-120"/>
                <a:ea typeface="微軟正黑體" panose="020B0604030504040204" pitchFamily="34" charset="-120"/>
              </a:rPr>
              <a:t>金額</a:t>
            </a:r>
          </a:p>
        </p:txBody>
      </p:sp>
      <p:grpSp>
        <p:nvGrpSpPr>
          <p:cNvPr id="18" name="Group 220">
            <a:extLst>
              <a:ext uri="{FF2B5EF4-FFF2-40B4-BE49-F238E27FC236}">
                <a16:creationId xmlns:a16="http://schemas.microsoft.com/office/drawing/2014/main" id="{CAA331C7-3945-A7BC-6CE1-E44631CF1DB2}"/>
              </a:ext>
            </a:extLst>
          </p:cNvPr>
          <p:cNvGrpSpPr/>
          <p:nvPr/>
        </p:nvGrpSpPr>
        <p:grpSpPr>
          <a:xfrm>
            <a:off x="6647589" y="3651656"/>
            <a:ext cx="561236" cy="415760"/>
            <a:chOff x="5906472" y="1486857"/>
            <a:chExt cx="374157" cy="272361"/>
          </a:xfrm>
        </p:grpSpPr>
        <p:sp>
          <p:nvSpPr>
            <p:cNvPr id="23" name="Oval 221">
              <a:extLst>
                <a:ext uri="{FF2B5EF4-FFF2-40B4-BE49-F238E27FC236}">
                  <a16:creationId xmlns:a16="http://schemas.microsoft.com/office/drawing/2014/main" id="{DB2630D9-98C0-E428-66E2-4D4485EBB322}"/>
                </a:ext>
              </a:extLst>
            </p:cNvPr>
            <p:cNvSpPr/>
            <p:nvPr/>
          </p:nvSpPr>
          <p:spPr>
            <a:xfrm>
              <a:off x="5906472" y="1486857"/>
              <a:ext cx="274320" cy="272361"/>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sz="1500" dirty="0"/>
            </a:p>
          </p:txBody>
        </p:sp>
        <p:sp>
          <p:nvSpPr>
            <p:cNvPr id="26" name="TextBox 222">
              <a:extLst>
                <a:ext uri="{FF2B5EF4-FFF2-40B4-BE49-F238E27FC236}">
                  <a16:creationId xmlns:a16="http://schemas.microsoft.com/office/drawing/2014/main" id="{87927C26-8AFC-A873-5E37-59FC49B67D90}"/>
                </a:ext>
              </a:extLst>
            </p:cNvPr>
            <p:cNvSpPr txBox="1"/>
            <p:nvPr/>
          </p:nvSpPr>
          <p:spPr>
            <a:xfrm>
              <a:off x="5925029" y="1503597"/>
              <a:ext cx="355600" cy="211703"/>
            </a:xfrm>
            <a:prstGeom prst="rect">
              <a:avLst/>
            </a:prstGeom>
            <a:noFill/>
          </p:spPr>
          <p:txBody>
            <a:bodyPr wrap="square" rtlCol="0">
              <a:spAutoFit/>
            </a:bodyPr>
            <a:lstStyle/>
            <a:p>
              <a:r>
                <a:rPr lang="en-US" altLang="zh-TW" sz="1500" dirty="0">
                  <a:latin typeface="微軟正黑體" panose="020B0604030504040204" pitchFamily="34" charset="-120"/>
                  <a:ea typeface="微軟正黑體" panose="020B0604030504040204" pitchFamily="34" charset="-120"/>
                </a:rPr>
                <a:t>9</a:t>
              </a:r>
              <a:endParaRPr lang="zh-TW" altLang="en-US" sz="1500" dirty="0">
                <a:latin typeface="微軟正黑體" panose="020B0604030504040204" pitchFamily="34" charset="-120"/>
                <a:ea typeface="微軟正黑體" panose="020B0604030504040204" pitchFamily="34" charset="-120"/>
              </a:endParaRPr>
            </a:p>
          </p:txBody>
        </p:sp>
      </p:grpSp>
      <p:cxnSp>
        <p:nvCxnSpPr>
          <p:cNvPr id="29" name="肘形接點 68">
            <a:extLst>
              <a:ext uri="{FF2B5EF4-FFF2-40B4-BE49-F238E27FC236}">
                <a16:creationId xmlns:a16="http://schemas.microsoft.com/office/drawing/2014/main" id="{BECB54FC-5E6B-0CE6-0D50-F981C23AB0B8}"/>
              </a:ext>
            </a:extLst>
          </p:cNvPr>
          <p:cNvCxnSpPr>
            <a:cxnSpLocks/>
            <a:stCxn id="30" idx="2"/>
            <a:endCxn id="12" idx="0"/>
          </p:cNvCxnSpPr>
          <p:nvPr/>
        </p:nvCxnSpPr>
        <p:spPr>
          <a:xfrm rot="5400000">
            <a:off x="5855922" y="3581441"/>
            <a:ext cx="304004" cy="5160"/>
          </a:xfrm>
          <a:prstGeom prst="bentConnector3">
            <a:avLst>
              <a:gd name="adj1" fmla="val 50000"/>
            </a:avLst>
          </a:prstGeom>
          <a:ln>
            <a:tailEnd type="triangle"/>
          </a:ln>
        </p:spPr>
        <p:style>
          <a:lnRef idx="1">
            <a:schemeClr val="dk1"/>
          </a:lnRef>
          <a:fillRef idx="0">
            <a:schemeClr val="dk1"/>
          </a:fillRef>
          <a:effectRef idx="0">
            <a:schemeClr val="dk1"/>
          </a:effectRef>
          <a:fontRef idx="minor">
            <a:schemeClr val="tx1"/>
          </a:fontRef>
        </p:style>
      </p:cxnSp>
      <p:sp>
        <p:nvSpPr>
          <p:cNvPr id="44" name="文字方塊 43">
            <a:extLst>
              <a:ext uri="{FF2B5EF4-FFF2-40B4-BE49-F238E27FC236}">
                <a16:creationId xmlns:a16="http://schemas.microsoft.com/office/drawing/2014/main" id="{B7C2C499-D3FA-B44E-C35E-80B2A08A6EB0}"/>
              </a:ext>
            </a:extLst>
          </p:cNvPr>
          <p:cNvSpPr txBox="1"/>
          <p:nvPr/>
        </p:nvSpPr>
        <p:spPr>
          <a:xfrm>
            <a:off x="5985932" y="4527649"/>
            <a:ext cx="788670" cy="300082"/>
          </a:xfrm>
          <a:prstGeom prst="rect">
            <a:avLst/>
          </a:prstGeom>
          <a:noFill/>
        </p:spPr>
        <p:txBody>
          <a:bodyPr wrap="square">
            <a:spAutoFit/>
          </a:bodyPr>
          <a:lstStyle/>
          <a:p>
            <a:r>
              <a:rPr lang="zh-TW" altLang="en-US" sz="1350" dirty="0">
                <a:latin typeface="微軟正黑體" panose="020B0604030504040204" pitchFamily="34" charset="-120"/>
                <a:ea typeface="微軟正黑體" panose="020B0604030504040204" pitchFamily="34" charset="-120"/>
              </a:rPr>
              <a:t>否</a:t>
            </a:r>
            <a:endParaRPr lang="zh-TW" altLang="en-US" sz="1350" dirty="0"/>
          </a:p>
        </p:txBody>
      </p:sp>
      <p:sp>
        <p:nvSpPr>
          <p:cNvPr id="45" name="流程圖: 換頁接點 52">
            <a:extLst>
              <a:ext uri="{FF2B5EF4-FFF2-40B4-BE49-F238E27FC236}">
                <a16:creationId xmlns:a16="http://schemas.microsoft.com/office/drawing/2014/main" id="{BF917D81-471F-C047-674F-FA46FDD3DFC0}"/>
              </a:ext>
            </a:extLst>
          </p:cNvPr>
          <p:cNvSpPr/>
          <p:nvPr/>
        </p:nvSpPr>
        <p:spPr bwMode="auto">
          <a:xfrm>
            <a:off x="7472776" y="3857326"/>
            <a:ext cx="560627" cy="467303"/>
          </a:xfrm>
          <a:prstGeom prst="flowChartOffpageConnector">
            <a:avLst/>
          </a:prstGeom>
          <a:solidFill>
            <a:schemeClr val="bg1"/>
          </a:solidFill>
          <a:ln w="3175">
            <a:solidFill>
              <a:schemeClr val="tx1"/>
            </a:solidFill>
            <a:miter lim="800000"/>
            <a:headEnd/>
            <a:tailEnd/>
          </a:ln>
          <a:effectLst>
            <a:outerShdw dist="85194" dir="1593903" algn="ctr" rotWithShape="0">
              <a:schemeClr val="bg2">
                <a:alpha val="50000"/>
              </a:schemeClr>
            </a:outerShdw>
          </a:effectLst>
        </p:spPr>
        <p:txBody>
          <a:bodyPr rot="0" spcFirstLastPara="0" vertOverflow="overflow" horzOverflow="overflow" vert="horz" wrap="none" lIns="152823" tIns="76412" rIns="152823" bIns="76412" numCol="1" spcCol="0" rtlCol="0" fromWordArt="0" anchor="ctr" anchorCtr="0" forceAA="0" compatLnSpc="1">
            <a:prstTxWarp prst="textNoShape">
              <a:avLst/>
            </a:prstTxWarp>
            <a:noAutofit/>
          </a:bodyPr>
          <a:lstStyle/>
          <a:p>
            <a:pPr algn="ctr" eaLnBrk="0" hangingPunct="0"/>
            <a:r>
              <a:rPr lang="en-US" altLang="zh-TW" dirty="0">
                <a:latin typeface="微軟正黑體" panose="020B0604030504040204" pitchFamily="34" charset="-120"/>
                <a:ea typeface="微軟正黑體" panose="020B0604030504040204" pitchFamily="34" charset="-120"/>
              </a:rPr>
              <a:t>P1</a:t>
            </a:r>
            <a:endParaRPr lang="zh-TW" altLang="en-US" dirty="0">
              <a:latin typeface="微軟正黑體" panose="020B0604030504040204" pitchFamily="34" charset="-120"/>
              <a:ea typeface="微軟正黑體" panose="020B0604030504040204" pitchFamily="34" charset="-120"/>
            </a:endParaRPr>
          </a:p>
        </p:txBody>
      </p:sp>
      <p:cxnSp>
        <p:nvCxnSpPr>
          <p:cNvPr id="46" name="肘形接點 68">
            <a:extLst>
              <a:ext uri="{FF2B5EF4-FFF2-40B4-BE49-F238E27FC236}">
                <a16:creationId xmlns:a16="http://schemas.microsoft.com/office/drawing/2014/main" id="{1AE67315-7542-0060-0D56-4495E53AB08A}"/>
              </a:ext>
            </a:extLst>
          </p:cNvPr>
          <p:cNvCxnSpPr>
            <a:cxnSpLocks/>
            <a:stCxn id="12" idx="3"/>
            <a:endCxn id="45" idx="1"/>
          </p:cNvCxnSpPr>
          <p:nvPr/>
        </p:nvCxnSpPr>
        <p:spPr>
          <a:xfrm flipV="1">
            <a:off x="6926318" y="4090978"/>
            <a:ext cx="546458" cy="1145"/>
          </a:xfrm>
          <a:prstGeom prst="bentConnector3">
            <a:avLst>
              <a:gd name="adj1" fmla="val 50000"/>
            </a:avLst>
          </a:prstGeom>
          <a:ln>
            <a:tailEnd type="triangle"/>
          </a:ln>
        </p:spPr>
        <p:style>
          <a:lnRef idx="1">
            <a:schemeClr val="dk1"/>
          </a:lnRef>
          <a:fillRef idx="0">
            <a:schemeClr val="dk1"/>
          </a:fillRef>
          <a:effectRef idx="0">
            <a:schemeClr val="dk1"/>
          </a:effectRef>
          <a:fontRef idx="minor">
            <a:schemeClr val="tx1"/>
          </a:fontRef>
        </p:style>
      </p:cxnSp>
      <p:sp>
        <p:nvSpPr>
          <p:cNvPr id="50" name="文字方塊 49">
            <a:extLst>
              <a:ext uri="{FF2B5EF4-FFF2-40B4-BE49-F238E27FC236}">
                <a16:creationId xmlns:a16="http://schemas.microsoft.com/office/drawing/2014/main" id="{BB2789F0-F997-EF84-9586-66171CEA1A50}"/>
              </a:ext>
            </a:extLst>
          </p:cNvPr>
          <p:cNvSpPr txBox="1"/>
          <p:nvPr/>
        </p:nvSpPr>
        <p:spPr>
          <a:xfrm>
            <a:off x="6997394" y="4093535"/>
            <a:ext cx="788670" cy="300082"/>
          </a:xfrm>
          <a:prstGeom prst="rect">
            <a:avLst/>
          </a:prstGeom>
          <a:noFill/>
        </p:spPr>
        <p:txBody>
          <a:bodyPr wrap="square">
            <a:spAutoFit/>
          </a:bodyPr>
          <a:lstStyle/>
          <a:p>
            <a:r>
              <a:rPr lang="zh-TW" altLang="en-US" sz="1350" dirty="0">
                <a:latin typeface="微軟正黑體" panose="020B0604030504040204" pitchFamily="34" charset="-120"/>
                <a:ea typeface="微軟正黑體" panose="020B0604030504040204" pitchFamily="34" charset="-120"/>
              </a:rPr>
              <a:t>是</a:t>
            </a:r>
            <a:endParaRPr lang="zh-TW" altLang="en-US" sz="1350" dirty="0"/>
          </a:p>
        </p:txBody>
      </p:sp>
      <p:grpSp>
        <p:nvGrpSpPr>
          <p:cNvPr id="28" name="Group 220">
            <a:extLst>
              <a:ext uri="{FF2B5EF4-FFF2-40B4-BE49-F238E27FC236}">
                <a16:creationId xmlns:a16="http://schemas.microsoft.com/office/drawing/2014/main" id="{949ADCA9-EB07-F405-024A-3EE4E9BBE345}"/>
              </a:ext>
            </a:extLst>
          </p:cNvPr>
          <p:cNvGrpSpPr/>
          <p:nvPr/>
        </p:nvGrpSpPr>
        <p:grpSpPr>
          <a:xfrm>
            <a:off x="7848304" y="3529280"/>
            <a:ext cx="601437" cy="415761"/>
            <a:chOff x="5906472" y="1486857"/>
            <a:chExt cx="400958" cy="272361"/>
          </a:xfrm>
        </p:grpSpPr>
        <p:sp>
          <p:nvSpPr>
            <p:cNvPr id="34" name="Oval 221">
              <a:extLst>
                <a:ext uri="{FF2B5EF4-FFF2-40B4-BE49-F238E27FC236}">
                  <a16:creationId xmlns:a16="http://schemas.microsoft.com/office/drawing/2014/main" id="{A48C9A7D-3248-7600-8C71-F727D637232A}"/>
                </a:ext>
              </a:extLst>
            </p:cNvPr>
            <p:cNvSpPr/>
            <p:nvPr/>
          </p:nvSpPr>
          <p:spPr>
            <a:xfrm>
              <a:off x="5906472" y="1486857"/>
              <a:ext cx="274320" cy="272361"/>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sz="1500" dirty="0"/>
            </a:p>
          </p:txBody>
        </p:sp>
        <p:sp>
          <p:nvSpPr>
            <p:cNvPr id="39" name="TextBox 222">
              <a:extLst>
                <a:ext uri="{FF2B5EF4-FFF2-40B4-BE49-F238E27FC236}">
                  <a16:creationId xmlns:a16="http://schemas.microsoft.com/office/drawing/2014/main" id="{DD813562-9D9C-7DE0-8DAF-B7D4615ED63B}"/>
                </a:ext>
              </a:extLst>
            </p:cNvPr>
            <p:cNvSpPr txBox="1"/>
            <p:nvPr/>
          </p:nvSpPr>
          <p:spPr>
            <a:xfrm>
              <a:off x="5922085" y="1507079"/>
              <a:ext cx="385345" cy="211702"/>
            </a:xfrm>
            <a:prstGeom prst="rect">
              <a:avLst/>
            </a:prstGeom>
            <a:noFill/>
          </p:spPr>
          <p:txBody>
            <a:bodyPr wrap="square" rtlCol="0">
              <a:spAutoFit/>
            </a:bodyPr>
            <a:lstStyle/>
            <a:p>
              <a:r>
                <a:rPr lang="en-US" altLang="zh-TW" sz="1500" dirty="0">
                  <a:latin typeface="微軟正黑體" panose="020B0604030504040204" pitchFamily="34" charset="-120"/>
                  <a:ea typeface="微軟正黑體" panose="020B0604030504040204" pitchFamily="34" charset="-120"/>
                </a:rPr>
                <a:t>10</a:t>
              </a:r>
              <a:endParaRPr lang="zh-TW" altLang="en-US" sz="1500" dirty="0">
                <a:latin typeface="微軟正黑體" panose="020B0604030504040204" pitchFamily="34" charset="-120"/>
                <a:ea typeface="微軟正黑體" panose="020B0604030504040204" pitchFamily="34" charset="-120"/>
              </a:endParaRPr>
            </a:p>
          </p:txBody>
        </p:sp>
      </p:grpSp>
    </p:spTree>
    <p:extLst>
      <p:ext uri="{BB962C8B-B14F-4D97-AF65-F5344CB8AC3E}">
        <p14:creationId xmlns:p14="http://schemas.microsoft.com/office/powerpoint/2010/main" val="428407257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02"/>
        <p:cNvGrpSpPr/>
        <p:nvPr/>
      </p:nvGrpSpPr>
      <p:grpSpPr>
        <a:xfrm>
          <a:off x="0" y="0"/>
          <a:ext cx="0" cy="0"/>
          <a:chOff x="0" y="0"/>
          <a:chExt cx="0" cy="0"/>
        </a:xfrm>
      </p:grpSpPr>
      <p:sp>
        <p:nvSpPr>
          <p:cNvPr id="204" name="Google Shape;204;p4"/>
          <p:cNvSpPr/>
          <p:nvPr/>
        </p:nvSpPr>
        <p:spPr>
          <a:xfrm>
            <a:off x="197114" y="1595423"/>
            <a:ext cx="17911883" cy="8399412"/>
          </a:xfrm>
          <a:prstGeom prst="rect">
            <a:avLst/>
          </a:prstGeom>
          <a:noFill/>
          <a:ln w="19050" cap="flat" cmpd="sng">
            <a:solidFill>
              <a:schemeClr val="dk1"/>
            </a:solidFill>
            <a:prstDash val="solid"/>
            <a:round/>
            <a:headEnd type="none" w="sm" len="sm"/>
            <a:tailEnd type="none" w="sm" len="sm"/>
          </a:ln>
        </p:spPr>
        <p:txBody>
          <a:bodyPr spcFirstLastPara="1" wrap="square" lIns="137138" tIns="68550" rIns="137138" bIns="68550" anchor="t" anchorCtr="0">
            <a:noAutofit/>
          </a:bodyPr>
          <a:lstStyle/>
          <a:p>
            <a:r>
              <a:rPr lang="en-US" sz="2400" dirty="0" err="1">
                <a:solidFill>
                  <a:schemeClr val="dk1"/>
                </a:solidFill>
                <a:latin typeface="Arial"/>
                <a:ea typeface="Arial"/>
                <a:cs typeface="Arial"/>
                <a:sym typeface="Arial"/>
              </a:rPr>
              <a:t>流程補充說明</a:t>
            </a:r>
            <a:r>
              <a:rPr lang="en-US" sz="2400" dirty="0">
                <a:solidFill>
                  <a:schemeClr val="dk1"/>
                </a:solidFill>
                <a:latin typeface="Arial"/>
                <a:ea typeface="Arial"/>
                <a:cs typeface="Arial"/>
                <a:sym typeface="Arial"/>
              </a:rPr>
              <a:t>:</a:t>
            </a:r>
          </a:p>
          <a:p>
            <a:endParaRPr dirty="0">
              <a:solidFill>
                <a:schemeClr val="dk1"/>
              </a:solidFill>
              <a:latin typeface="Arial"/>
              <a:ea typeface="Arial"/>
              <a:cs typeface="Arial"/>
              <a:sym typeface="Arial"/>
            </a:endParaRPr>
          </a:p>
        </p:txBody>
      </p:sp>
      <p:sp>
        <p:nvSpPr>
          <p:cNvPr id="4" name="TextBox 53">
            <a:extLst>
              <a:ext uri="{FF2B5EF4-FFF2-40B4-BE49-F238E27FC236}">
                <a16:creationId xmlns:a16="http://schemas.microsoft.com/office/drawing/2014/main" id="{DF940026-96D7-3867-6425-C228DF3D29BF}"/>
              </a:ext>
            </a:extLst>
          </p:cNvPr>
          <p:cNvSpPr txBox="1"/>
          <p:nvPr/>
        </p:nvSpPr>
        <p:spPr>
          <a:xfrm>
            <a:off x="369737" y="2243536"/>
            <a:ext cx="17378475" cy="646331"/>
          </a:xfrm>
          <a:prstGeom prst="rect">
            <a:avLst/>
          </a:prstGeom>
          <a:noFill/>
        </p:spPr>
        <p:txBody>
          <a:bodyPr wrap="square" rtlCol="0">
            <a:spAutoFit/>
          </a:bodyPr>
          <a:lstStyle/>
          <a:p>
            <a:r>
              <a:rPr lang="en-US" altLang="zh-TW" dirty="0">
                <a:latin typeface="微軟正黑體" panose="020B0604030504040204" pitchFamily="34" charset="-120"/>
                <a:ea typeface="微軟正黑體" panose="020B0604030504040204" pitchFamily="34" charset="-120"/>
              </a:rPr>
              <a:t>1</a:t>
            </a:r>
            <a:r>
              <a:rPr lang="zh-TW" altLang="en-US" dirty="0">
                <a:latin typeface="微軟正黑體" panose="020B0604030504040204" pitchFamily="34" charset="-120"/>
                <a:ea typeface="微軟正黑體" panose="020B0604030504040204" pitchFamily="34" charset="-120"/>
              </a:rPr>
              <a:t>、製工具採購單簽核</a:t>
            </a:r>
            <a:r>
              <a:rPr lang="en-US" altLang="zh-TW" dirty="0">
                <a:latin typeface="微軟正黑體" panose="020B0604030504040204" pitchFamily="34" charset="-120"/>
                <a:ea typeface="微軟正黑體" panose="020B0604030504040204" pitchFamily="34" charset="-120"/>
              </a:rPr>
              <a:t>: </a:t>
            </a:r>
            <a:r>
              <a:rPr lang="zh-TW" altLang="en-US" dirty="0">
                <a:latin typeface="微軟正黑體" panose="020B0604030504040204" pitchFamily="34" charset="-120"/>
                <a:ea typeface="微軟正黑體" panose="020B0604030504040204" pitchFamily="34" charset="-120"/>
              </a:rPr>
              <a:t>製工具通常採購主管核準後，由廠區主管簽核</a:t>
            </a:r>
            <a:endParaRPr lang="en-US" altLang="zh-TW" dirty="0">
              <a:latin typeface="微軟正黑體" panose="020B0604030504040204" pitchFamily="34" charset="-120"/>
              <a:ea typeface="微軟正黑體" panose="020B0604030504040204" pitchFamily="34" charset="-120"/>
            </a:endParaRPr>
          </a:p>
          <a:p>
            <a:endParaRPr lang="zh-TW" altLang="en-US" dirty="0"/>
          </a:p>
        </p:txBody>
      </p:sp>
      <p:sp>
        <p:nvSpPr>
          <p:cNvPr id="5" name="Google Shape;198;p3"/>
          <p:cNvSpPr txBox="1">
            <a:spLocks/>
          </p:cNvSpPr>
          <p:nvPr/>
        </p:nvSpPr>
        <p:spPr>
          <a:xfrm>
            <a:off x="15425531" y="518751"/>
            <a:ext cx="297004" cy="170362"/>
          </a:xfrm>
          <a:prstGeom prst="rect">
            <a:avLst/>
          </a:prstGeom>
          <a:noFill/>
          <a:ln>
            <a:noFill/>
          </a:ln>
        </p:spPr>
        <p:txBody>
          <a:bodyPr spcFirstLastPara="1" wrap="square" lIns="0" tIns="0" rIns="0" bIns="0" anchor="b" anchorCtr="0">
            <a:noAutofit/>
          </a:bodyPr>
          <a:lstStyle>
            <a:defPPr marR="0" lvl="0" algn="l" rtl="0">
              <a:lnSpc>
                <a:spcPct val="100000"/>
              </a:lnSpc>
              <a:spcBef>
                <a:spcPts val="0"/>
              </a:spcBef>
              <a:spcAft>
                <a:spcPts val="0"/>
              </a:spcAft>
            </a:defPPr>
            <a:lvl1pPr marL="0" marR="0" lvl="0" indent="0" algn="r" rtl="0">
              <a:lnSpc>
                <a:spcPct val="100000"/>
              </a:lnSpc>
              <a:spcBef>
                <a:spcPts val="0"/>
              </a:spcBef>
              <a:spcAft>
                <a:spcPts val="0"/>
              </a:spcAft>
              <a:buClr>
                <a:srgbClr val="000000"/>
              </a:buClr>
              <a:buFont typeface="Arial"/>
              <a:buNone/>
              <a:defRPr sz="750" b="0" i="0" u="none" strike="noStrike" cap="none">
                <a:solidFill>
                  <a:schemeClr val="dk1"/>
                </a:solidFill>
                <a:latin typeface="Arial"/>
                <a:ea typeface="Arial"/>
                <a:cs typeface="Arial"/>
                <a:sym typeface="Arial"/>
              </a:defRPr>
            </a:lvl1pPr>
            <a:lvl2pPr marL="0" marR="0" lvl="1" indent="0" algn="r" rtl="0">
              <a:lnSpc>
                <a:spcPct val="100000"/>
              </a:lnSpc>
              <a:spcBef>
                <a:spcPts val="0"/>
              </a:spcBef>
              <a:spcAft>
                <a:spcPts val="0"/>
              </a:spcAft>
              <a:buClr>
                <a:srgbClr val="000000"/>
              </a:buClr>
              <a:buFont typeface="Arial"/>
              <a:buNone/>
              <a:defRPr sz="750" b="0" i="0" u="none" strike="noStrike" cap="none">
                <a:solidFill>
                  <a:schemeClr val="dk1"/>
                </a:solidFill>
                <a:latin typeface="Arial"/>
                <a:ea typeface="Arial"/>
                <a:cs typeface="Arial"/>
                <a:sym typeface="Arial"/>
              </a:defRPr>
            </a:lvl2pPr>
            <a:lvl3pPr marL="0" marR="0" lvl="2" indent="0" algn="r" rtl="0">
              <a:lnSpc>
                <a:spcPct val="100000"/>
              </a:lnSpc>
              <a:spcBef>
                <a:spcPts val="0"/>
              </a:spcBef>
              <a:spcAft>
                <a:spcPts val="0"/>
              </a:spcAft>
              <a:buClr>
                <a:srgbClr val="000000"/>
              </a:buClr>
              <a:buFont typeface="Arial"/>
              <a:buNone/>
              <a:defRPr sz="750" b="0" i="0" u="none" strike="noStrike" cap="none">
                <a:solidFill>
                  <a:schemeClr val="dk1"/>
                </a:solidFill>
                <a:latin typeface="Arial"/>
                <a:ea typeface="Arial"/>
                <a:cs typeface="Arial"/>
                <a:sym typeface="Arial"/>
              </a:defRPr>
            </a:lvl3pPr>
            <a:lvl4pPr marL="0" marR="0" lvl="3" indent="0" algn="r" rtl="0">
              <a:lnSpc>
                <a:spcPct val="100000"/>
              </a:lnSpc>
              <a:spcBef>
                <a:spcPts val="0"/>
              </a:spcBef>
              <a:spcAft>
                <a:spcPts val="0"/>
              </a:spcAft>
              <a:buClr>
                <a:srgbClr val="000000"/>
              </a:buClr>
              <a:buFont typeface="Arial"/>
              <a:buNone/>
              <a:defRPr sz="750" b="0" i="0" u="none" strike="noStrike" cap="none">
                <a:solidFill>
                  <a:schemeClr val="dk1"/>
                </a:solidFill>
                <a:latin typeface="Arial"/>
                <a:ea typeface="Arial"/>
                <a:cs typeface="Arial"/>
                <a:sym typeface="Arial"/>
              </a:defRPr>
            </a:lvl4pPr>
            <a:lvl5pPr marL="0" marR="0" lvl="4" indent="0" algn="r" rtl="0">
              <a:lnSpc>
                <a:spcPct val="100000"/>
              </a:lnSpc>
              <a:spcBef>
                <a:spcPts val="0"/>
              </a:spcBef>
              <a:spcAft>
                <a:spcPts val="0"/>
              </a:spcAft>
              <a:buClr>
                <a:srgbClr val="000000"/>
              </a:buClr>
              <a:buFont typeface="Arial"/>
              <a:buNone/>
              <a:defRPr sz="750" b="0" i="0" u="none" strike="noStrike" cap="none">
                <a:solidFill>
                  <a:schemeClr val="dk1"/>
                </a:solidFill>
                <a:latin typeface="Arial"/>
                <a:ea typeface="Arial"/>
                <a:cs typeface="Arial"/>
                <a:sym typeface="Arial"/>
              </a:defRPr>
            </a:lvl5pPr>
            <a:lvl6pPr marL="0" marR="0" lvl="5" indent="0" algn="r" rtl="0">
              <a:lnSpc>
                <a:spcPct val="100000"/>
              </a:lnSpc>
              <a:spcBef>
                <a:spcPts val="0"/>
              </a:spcBef>
              <a:spcAft>
                <a:spcPts val="0"/>
              </a:spcAft>
              <a:buClr>
                <a:srgbClr val="000000"/>
              </a:buClr>
              <a:buFont typeface="Arial"/>
              <a:buNone/>
              <a:defRPr sz="750" b="0" i="0" u="none" strike="noStrike" cap="none">
                <a:solidFill>
                  <a:schemeClr val="dk1"/>
                </a:solidFill>
                <a:latin typeface="Arial"/>
                <a:ea typeface="Arial"/>
                <a:cs typeface="Arial"/>
                <a:sym typeface="Arial"/>
              </a:defRPr>
            </a:lvl6pPr>
            <a:lvl7pPr marL="0" marR="0" lvl="6" indent="0" algn="r" rtl="0">
              <a:lnSpc>
                <a:spcPct val="100000"/>
              </a:lnSpc>
              <a:spcBef>
                <a:spcPts val="0"/>
              </a:spcBef>
              <a:spcAft>
                <a:spcPts val="0"/>
              </a:spcAft>
              <a:buClr>
                <a:srgbClr val="000000"/>
              </a:buClr>
              <a:buFont typeface="Arial"/>
              <a:buNone/>
              <a:defRPr sz="750" b="0" i="0" u="none" strike="noStrike" cap="none">
                <a:solidFill>
                  <a:schemeClr val="dk1"/>
                </a:solidFill>
                <a:latin typeface="Arial"/>
                <a:ea typeface="Arial"/>
                <a:cs typeface="Arial"/>
                <a:sym typeface="Arial"/>
              </a:defRPr>
            </a:lvl7pPr>
            <a:lvl8pPr marL="0" marR="0" lvl="7" indent="0" algn="r" rtl="0">
              <a:lnSpc>
                <a:spcPct val="100000"/>
              </a:lnSpc>
              <a:spcBef>
                <a:spcPts val="0"/>
              </a:spcBef>
              <a:spcAft>
                <a:spcPts val="0"/>
              </a:spcAft>
              <a:buClr>
                <a:srgbClr val="000000"/>
              </a:buClr>
              <a:buFont typeface="Arial"/>
              <a:buNone/>
              <a:defRPr sz="750" b="0" i="0" u="none" strike="noStrike" cap="none">
                <a:solidFill>
                  <a:schemeClr val="dk1"/>
                </a:solidFill>
                <a:latin typeface="Arial"/>
                <a:ea typeface="Arial"/>
                <a:cs typeface="Arial"/>
                <a:sym typeface="Arial"/>
              </a:defRPr>
            </a:lvl8pPr>
            <a:lvl9pPr marL="0" marR="0" lvl="8" indent="0" algn="r" rtl="0">
              <a:lnSpc>
                <a:spcPct val="100000"/>
              </a:lnSpc>
              <a:spcBef>
                <a:spcPts val="0"/>
              </a:spcBef>
              <a:spcAft>
                <a:spcPts val="0"/>
              </a:spcAft>
              <a:buClr>
                <a:srgbClr val="000000"/>
              </a:buClr>
              <a:buFont typeface="Arial"/>
              <a:buNone/>
              <a:defRPr sz="750" b="0" i="0" u="none" strike="noStrike" cap="none">
                <a:solidFill>
                  <a:schemeClr val="dk1"/>
                </a:solidFill>
                <a:latin typeface="Arial"/>
                <a:ea typeface="Arial"/>
                <a:cs typeface="Arial"/>
                <a:sym typeface="Arial"/>
              </a:defRPr>
            </a:lvl9pPr>
          </a:lstStyle>
          <a:p>
            <a:r>
              <a:rPr lang="en-US" sz="1500" dirty="0"/>
              <a:t>3</a:t>
            </a:r>
          </a:p>
        </p:txBody>
      </p:sp>
      <p:sp>
        <p:nvSpPr>
          <p:cNvPr id="2" name="文字方塊 1">
            <a:extLst>
              <a:ext uri="{FF2B5EF4-FFF2-40B4-BE49-F238E27FC236}">
                <a16:creationId xmlns:a16="http://schemas.microsoft.com/office/drawing/2014/main" id="{55838DD7-C6C6-703C-6B22-768F917533B5}"/>
              </a:ext>
            </a:extLst>
          </p:cNvPr>
          <p:cNvSpPr txBox="1"/>
          <p:nvPr/>
        </p:nvSpPr>
        <p:spPr>
          <a:xfrm>
            <a:off x="2444080" y="781122"/>
            <a:ext cx="8450034" cy="461665"/>
          </a:xfrm>
          <a:prstGeom prst="rect">
            <a:avLst/>
          </a:prstGeom>
          <a:noFill/>
        </p:spPr>
        <p:txBody>
          <a:bodyPr wrap="square">
            <a:spAutoFit/>
          </a:bodyPr>
          <a:lstStyle/>
          <a:p>
            <a:pPr eaLnBrk="0" hangingPunct="0"/>
            <a:r>
              <a:rPr lang="en-US" altLang="zh-TW" sz="2400" b="1" dirty="0">
                <a:latin typeface="微軟正黑體" panose="020B0604030504040204" pitchFamily="34" charset="-120"/>
                <a:ea typeface="微軟正黑體" panose="020B0604030504040204" pitchFamily="34" charset="-120"/>
              </a:rPr>
              <a:t>MM-PU-0050 </a:t>
            </a:r>
            <a:r>
              <a:rPr lang="zh-TW" altLang="en-US" sz="2400" b="1" dirty="0">
                <a:latin typeface="微軟正黑體" panose="020B0604030504040204" pitchFamily="34" charset="-120"/>
                <a:ea typeface="微軟正黑體" panose="020B0604030504040204" pitchFamily="34" charset="-120"/>
              </a:rPr>
              <a:t>製工具請採購驗流程</a:t>
            </a:r>
          </a:p>
        </p:txBody>
      </p:sp>
    </p:spTree>
    <p:extLst>
      <p:ext uri="{BB962C8B-B14F-4D97-AF65-F5344CB8AC3E}">
        <p14:creationId xmlns:p14="http://schemas.microsoft.com/office/powerpoint/2010/main" val="239424935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67301802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97"/>
        <p:cNvGrpSpPr/>
        <p:nvPr/>
      </p:nvGrpSpPr>
      <p:grpSpPr>
        <a:xfrm>
          <a:off x="0" y="0"/>
          <a:ext cx="0" cy="0"/>
          <a:chOff x="0" y="0"/>
          <a:chExt cx="0" cy="0"/>
        </a:xfrm>
      </p:grpSpPr>
      <p:sp>
        <p:nvSpPr>
          <p:cNvPr id="2" name="流程圖: 結束點 8">
            <a:extLst>
              <a:ext uri="{FF2B5EF4-FFF2-40B4-BE49-F238E27FC236}">
                <a16:creationId xmlns:a16="http://schemas.microsoft.com/office/drawing/2014/main" id="{6FA1EB1C-0C56-468D-DD3A-1AFF772D5B49}"/>
              </a:ext>
            </a:extLst>
          </p:cNvPr>
          <p:cNvSpPr/>
          <p:nvPr/>
        </p:nvSpPr>
        <p:spPr bwMode="auto">
          <a:xfrm>
            <a:off x="3242505" y="2150354"/>
            <a:ext cx="1797831" cy="519585"/>
          </a:xfrm>
          <a:prstGeom prst="flowChartTerminator">
            <a:avLst/>
          </a:prstGeom>
          <a:solidFill>
            <a:schemeClr val="bg1"/>
          </a:solidFill>
          <a:ln w="3175">
            <a:solidFill>
              <a:schemeClr val="tx1"/>
            </a:solidFill>
            <a:miter lim="800000"/>
            <a:headEnd/>
            <a:tailEnd/>
          </a:ln>
          <a:effectLst>
            <a:outerShdw dist="85194" dir="1593903" algn="ctr" rotWithShape="0">
              <a:schemeClr val="bg2">
                <a:alpha val="50000"/>
              </a:schemeClr>
            </a:outerShdw>
          </a:effectLst>
        </p:spPr>
        <p:txBody>
          <a:bodyPr rot="0" spcFirstLastPara="0" vertOverflow="overflow" horzOverflow="overflow" vert="horz" wrap="none" lIns="152823" tIns="76412" rIns="152823" bIns="76412" numCol="1" spcCol="0" rtlCol="0" fromWordArt="0" anchor="ctr" anchorCtr="0" forceAA="0" compatLnSpc="1">
            <a:prstTxWarp prst="textNoShape">
              <a:avLst/>
            </a:prstTxWarp>
            <a:noAutofit/>
          </a:bodyPr>
          <a:lstStyle/>
          <a:p>
            <a:pPr algn="ctr" eaLnBrk="0" hangingPunct="0"/>
            <a:r>
              <a:rPr lang="zh-TW" altLang="en-US" sz="1500">
                <a:latin typeface="微軟正黑體" panose="020B0604030504040204" pitchFamily="34" charset="-120"/>
                <a:ea typeface="微軟正黑體" panose="020B0604030504040204" pitchFamily="34" charset="-120"/>
              </a:rPr>
              <a:t>流程</a:t>
            </a:r>
          </a:p>
          <a:p>
            <a:pPr algn="ctr" eaLnBrk="0" hangingPunct="0"/>
            <a:r>
              <a:rPr lang="zh-TW" altLang="en-US" sz="1500">
                <a:latin typeface="微軟正黑體" panose="020B0604030504040204" pitchFamily="34" charset="-120"/>
                <a:ea typeface="微軟正黑體" panose="020B0604030504040204" pitchFamily="34" charset="-120"/>
              </a:rPr>
              <a:t>開始或結束點</a:t>
            </a:r>
          </a:p>
        </p:txBody>
      </p:sp>
      <p:sp>
        <p:nvSpPr>
          <p:cNvPr id="3" name="文字方塊 12">
            <a:extLst>
              <a:ext uri="{FF2B5EF4-FFF2-40B4-BE49-F238E27FC236}">
                <a16:creationId xmlns:a16="http://schemas.microsoft.com/office/drawing/2014/main" id="{C3ACBE9D-2638-0AA4-2866-6D3A3BDB15CB}"/>
              </a:ext>
            </a:extLst>
          </p:cNvPr>
          <p:cNvSpPr txBox="1"/>
          <p:nvPr/>
        </p:nvSpPr>
        <p:spPr>
          <a:xfrm>
            <a:off x="5511013" y="2833662"/>
            <a:ext cx="6013292" cy="1661993"/>
          </a:xfrm>
          <a:prstGeom prst="rect">
            <a:avLst/>
          </a:prstGeom>
          <a:noFill/>
          <a:ln>
            <a:noFill/>
          </a:ln>
        </p:spPr>
        <p:txBody>
          <a:bodyPr wrap="square" lIns="0" tIns="0" rIns="0" bIns="0" rtlCol="0">
            <a:spAutoFit/>
          </a:bodyPr>
          <a:lstStyle/>
          <a:p>
            <a:pPr marL="257202" indent="-257202">
              <a:buFont typeface="Arial" panose="020B0604020202020204" pitchFamily="34" charset="0"/>
              <a:buChar char="•"/>
            </a:pPr>
            <a:r>
              <a:rPr lang="zh-TW" altLang="en-US" sz="1800" b="1">
                <a:solidFill>
                  <a:srgbClr val="C00000"/>
                </a:solidFill>
                <a:latin typeface="微軟正黑體" panose="020B0604030504040204" pitchFamily="34" charset="-120"/>
                <a:ea typeface="微軟正黑體" panose="020B0604030504040204" pitchFamily="34" charset="-120"/>
              </a:rPr>
              <a:t>上方</a:t>
            </a:r>
            <a:r>
              <a:rPr lang="en-US" altLang="zh-TW" sz="1800" b="1">
                <a:solidFill>
                  <a:srgbClr val="C00000"/>
                </a:solidFill>
                <a:latin typeface="微軟正黑體" panose="020B0604030504040204" pitchFamily="34" charset="-120"/>
                <a:ea typeface="微軟正黑體" panose="020B0604030504040204" pitchFamily="34" charset="-120"/>
              </a:rPr>
              <a:t>:</a:t>
            </a:r>
            <a:r>
              <a:rPr lang="zh-TW" altLang="en-US" sz="1800" b="1">
                <a:solidFill>
                  <a:srgbClr val="C00000"/>
                </a:solidFill>
                <a:latin typeface="微軟正黑體" panose="020B0604030504040204" pitchFamily="34" charset="-120"/>
                <a:ea typeface="微軟正黑體" panose="020B0604030504040204" pitchFamily="34" charset="-120"/>
              </a:rPr>
              <a:t> </a:t>
            </a:r>
            <a:r>
              <a:rPr lang="zh-TW" altLang="en-US" sz="1800">
                <a:solidFill>
                  <a:srgbClr val="C00000"/>
                </a:solidFill>
                <a:latin typeface="微軟正黑體" panose="020B0604030504040204" pitchFamily="34" charset="-120"/>
                <a:ea typeface="微軟正黑體" panose="020B0604030504040204" pitchFamily="34" charset="-120"/>
              </a:rPr>
              <a:t>若本作業為系統交易請輸入該系統的交易代碼</a:t>
            </a:r>
            <a:endParaRPr lang="en-US" altLang="zh-TW" sz="1800">
              <a:solidFill>
                <a:srgbClr val="C00000"/>
              </a:solidFill>
              <a:latin typeface="微軟正黑體" panose="020B0604030504040204" pitchFamily="34" charset="-120"/>
              <a:ea typeface="微軟正黑體" panose="020B0604030504040204" pitchFamily="34" charset="-120"/>
            </a:endParaRPr>
          </a:p>
          <a:p>
            <a:pPr marL="257202" indent="-257202">
              <a:buFont typeface="Arial" panose="020B0604020202020204" pitchFamily="34" charset="0"/>
              <a:buChar char="•"/>
            </a:pPr>
            <a:r>
              <a:rPr lang="zh-TW" altLang="en-US" sz="1800" b="1">
                <a:solidFill>
                  <a:srgbClr val="C00000"/>
                </a:solidFill>
                <a:latin typeface="微軟正黑體" panose="020B0604030504040204" pitchFamily="34" charset="-120"/>
                <a:ea typeface="微軟正黑體" panose="020B0604030504040204" pitchFamily="34" charset="-120"/>
              </a:rPr>
              <a:t>中間區塊</a:t>
            </a:r>
            <a:r>
              <a:rPr lang="en-US" altLang="zh-TW" sz="1800" b="1">
                <a:solidFill>
                  <a:srgbClr val="C00000"/>
                </a:solidFill>
                <a:latin typeface="微軟正黑體" panose="020B0604030504040204" pitchFamily="34" charset="-120"/>
                <a:ea typeface="微軟正黑體" panose="020B0604030504040204" pitchFamily="34" charset="-120"/>
              </a:rPr>
              <a:t>:</a:t>
            </a:r>
            <a:r>
              <a:rPr lang="zh-TW" altLang="en-US" sz="1800" b="1">
                <a:solidFill>
                  <a:srgbClr val="C00000"/>
                </a:solidFill>
                <a:latin typeface="微軟正黑體" panose="020B0604030504040204" pitchFamily="34" charset="-120"/>
                <a:ea typeface="微軟正黑體" panose="020B0604030504040204" pitchFamily="34" charset="-120"/>
              </a:rPr>
              <a:t> </a:t>
            </a:r>
            <a:r>
              <a:rPr lang="zh-TW" altLang="en-US" sz="1800">
                <a:solidFill>
                  <a:srgbClr val="C00000"/>
                </a:solidFill>
                <a:latin typeface="微軟正黑體" panose="020B0604030504040204" pitchFamily="34" charset="-120"/>
                <a:ea typeface="微軟正黑體" panose="020B0604030504040204" pitchFamily="34" charset="-120"/>
              </a:rPr>
              <a:t>動作</a:t>
            </a:r>
            <a:r>
              <a:rPr lang="en-US" altLang="zh-TW" sz="1800">
                <a:solidFill>
                  <a:srgbClr val="C00000"/>
                </a:solidFill>
                <a:latin typeface="微軟正黑體" panose="020B0604030504040204" pitchFamily="34" charset="-120"/>
                <a:ea typeface="微軟正黑體" panose="020B0604030504040204" pitchFamily="34" charset="-120"/>
              </a:rPr>
              <a:t>/</a:t>
            </a:r>
            <a:r>
              <a:rPr lang="zh-TW" altLang="en-US" sz="1800">
                <a:solidFill>
                  <a:srgbClr val="C00000"/>
                </a:solidFill>
                <a:latin typeface="微軟正黑體" panose="020B0604030504040204" pitchFamily="34" charset="-120"/>
                <a:ea typeface="微軟正黑體" panose="020B0604030504040204" pitchFamily="34" charset="-120"/>
              </a:rPr>
              <a:t>作業</a:t>
            </a:r>
            <a:r>
              <a:rPr lang="en-US" altLang="zh-TW" sz="1800">
                <a:solidFill>
                  <a:srgbClr val="C00000"/>
                </a:solidFill>
                <a:latin typeface="微軟正黑體" panose="020B0604030504040204" pitchFamily="34" charset="-120"/>
                <a:ea typeface="微軟正黑體" panose="020B0604030504040204" pitchFamily="34" charset="-120"/>
              </a:rPr>
              <a:t>/</a:t>
            </a:r>
            <a:r>
              <a:rPr lang="zh-TW" altLang="en-US" sz="1800">
                <a:solidFill>
                  <a:srgbClr val="C00000"/>
                </a:solidFill>
                <a:latin typeface="微軟正黑體" panose="020B0604030504040204" pitchFamily="34" charset="-120"/>
                <a:ea typeface="微軟正黑體" panose="020B0604030504040204" pitchFamily="34" charset="-120"/>
              </a:rPr>
              <a:t>系統交易 的名稱</a:t>
            </a:r>
          </a:p>
          <a:p>
            <a:pPr marL="257202" indent="-257202">
              <a:buFont typeface="Arial" panose="020B0604020202020204" pitchFamily="34" charset="0"/>
              <a:buChar char="•"/>
            </a:pPr>
            <a:r>
              <a:rPr lang="zh-TW" altLang="en-US" sz="1800" b="1">
                <a:solidFill>
                  <a:srgbClr val="C00000"/>
                </a:solidFill>
                <a:latin typeface="微軟正黑體" panose="020B0604030504040204" pitchFamily="34" charset="-120"/>
                <a:ea typeface="微軟正黑體" panose="020B0604030504040204" pitchFamily="34" charset="-120"/>
              </a:rPr>
              <a:t>左下方</a:t>
            </a:r>
            <a:r>
              <a:rPr lang="en-US" altLang="zh-TW" sz="1800" b="1">
                <a:solidFill>
                  <a:srgbClr val="C00000"/>
                </a:solidFill>
                <a:latin typeface="微軟正黑體" panose="020B0604030504040204" pitchFamily="34" charset="-120"/>
                <a:ea typeface="微軟正黑體" panose="020B0604030504040204" pitchFamily="34" charset="-120"/>
              </a:rPr>
              <a:t>:</a:t>
            </a:r>
            <a:r>
              <a:rPr lang="zh-TW" altLang="en-US" sz="1800">
                <a:solidFill>
                  <a:srgbClr val="C00000"/>
                </a:solidFill>
                <a:latin typeface="微軟正黑體" panose="020B0604030504040204" pitchFamily="34" charset="-120"/>
                <a:ea typeface="微軟正黑體" panose="020B0604030504040204" pitchFamily="34" charset="-120"/>
              </a:rPr>
              <a:t> 若本作業為系統交易</a:t>
            </a:r>
            <a:r>
              <a:rPr lang="en-US" altLang="zh-TW" sz="1800">
                <a:solidFill>
                  <a:srgbClr val="C00000"/>
                </a:solidFill>
                <a:latin typeface="微軟正黑體" panose="020B0604030504040204" pitchFamily="34" charset="-120"/>
                <a:ea typeface="微軟正黑體" panose="020B0604030504040204" pitchFamily="34" charset="-120"/>
              </a:rPr>
              <a:t>, </a:t>
            </a:r>
            <a:r>
              <a:rPr lang="zh-TW" altLang="en-US" sz="1800">
                <a:solidFill>
                  <a:srgbClr val="C00000"/>
                </a:solidFill>
                <a:latin typeface="微軟正黑體" panose="020B0604030504040204" pitchFamily="34" charset="-120"/>
                <a:ea typeface="微軟正黑體" panose="020B0604030504040204" pitchFamily="34" charset="-120"/>
              </a:rPr>
              <a:t>此處請輸入系統名稱</a:t>
            </a:r>
            <a:r>
              <a:rPr lang="en-US" altLang="zh-TW" sz="1800">
                <a:solidFill>
                  <a:srgbClr val="C00000"/>
                </a:solidFill>
                <a:latin typeface="微軟正黑體" panose="020B0604030504040204" pitchFamily="34" charset="-120"/>
                <a:ea typeface="微軟正黑體" panose="020B0604030504040204" pitchFamily="34" charset="-120"/>
              </a:rPr>
              <a:t>; </a:t>
            </a:r>
            <a:r>
              <a:rPr lang="zh-TW" altLang="en-US" sz="1800">
                <a:solidFill>
                  <a:srgbClr val="C00000"/>
                </a:solidFill>
                <a:latin typeface="微軟正黑體" panose="020B0604030504040204" pitchFamily="34" charset="-120"/>
                <a:ea typeface="微軟正黑體" panose="020B0604030504040204" pitchFamily="34" charset="-120"/>
              </a:rPr>
              <a:t>若非系統交易</a:t>
            </a:r>
            <a:r>
              <a:rPr lang="en-US" altLang="zh-TW" sz="1800">
                <a:solidFill>
                  <a:srgbClr val="C00000"/>
                </a:solidFill>
                <a:latin typeface="微軟正黑體" panose="020B0604030504040204" pitchFamily="34" charset="-120"/>
                <a:ea typeface="微軟正黑體" panose="020B0604030504040204" pitchFamily="34" charset="-120"/>
              </a:rPr>
              <a:t>, </a:t>
            </a:r>
            <a:r>
              <a:rPr lang="zh-TW" altLang="en-US" sz="1800">
                <a:solidFill>
                  <a:srgbClr val="C00000"/>
                </a:solidFill>
                <a:latin typeface="微軟正黑體" panose="020B0604030504040204" pitchFamily="34" charset="-120"/>
                <a:ea typeface="微軟正黑體" panose="020B0604030504040204" pitchFamily="34" charset="-120"/>
              </a:rPr>
              <a:t>請留空白</a:t>
            </a:r>
          </a:p>
          <a:p>
            <a:pPr marL="257202" indent="-257202">
              <a:buFont typeface="Arial" panose="020B0604020202020204" pitchFamily="34" charset="0"/>
              <a:buChar char="•"/>
            </a:pPr>
            <a:r>
              <a:rPr lang="zh-TW" altLang="en-US" sz="1800" b="1">
                <a:solidFill>
                  <a:srgbClr val="C00000"/>
                </a:solidFill>
                <a:latin typeface="微軟正黑體" panose="020B0604030504040204" pitchFamily="34" charset="-120"/>
                <a:ea typeface="微軟正黑體" panose="020B0604030504040204" pitchFamily="34" charset="-120"/>
              </a:rPr>
              <a:t>右下方</a:t>
            </a:r>
            <a:r>
              <a:rPr lang="en-US" altLang="zh-TW" sz="1800" b="1">
                <a:solidFill>
                  <a:srgbClr val="C00000"/>
                </a:solidFill>
                <a:latin typeface="微軟正黑體" panose="020B0604030504040204" pitchFamily="34" charset="-120"/>
                <a:ea typeface="微軟正黑體" panose="020B0604030504040204" pitchFamily="34" charset="-120"/>
              </a:rPr>
              <a:t>:</a:t>
            </a:r>
            <a:r>
              <a:rPr lang="zh-TW" altLang="en-US" sz="1800">
                <a:solidFill>
                  <a:srgbClr val="C00000"/>
                </a:solidFill>
                <a:latin typeface="微軟正黑體" panose="020B0604030504040204" pitchFamily="34" charset="-120"/>
                <a:ea typeface="微軟正黑體" panose="020B0604030504040204" pitchFamily="34" charset="-120"/>
              </a:rPr>
              <a:t> 若本作業為系統交易</a:t>
            </a:r>
            <a:r>
              <a:rPr lang="en-US" altLang="zh-TW" sz="1800">
                <a:solidFill>
                  <a:srgbClr val="C00000"/>
                </a:solidFill>
                <a:latin typeface="微軟正黑體" panose="020B0604030504040204" pitchFamily="34" charset="-120"/>
                <a:ea typeface="微軟正黑體" panose="020B0604030504040204" pitchFamily="34" charset="-120"/>
              </a:rPr>
              <a:t>, </a:t>
            </a:r>
            <a:r>
              <a:rPr lang="zh-TW" altLang="en-US" sz="1800">
                <a:solidFill>
                  <a:srgbClr val="C00000"/>
                </a:solidFill>
                <a:latin typeface="微軟正黑體" panose="020B0604030504040204" pitchFamily="34" charset="-120"/>
                <a:ea typeface="微軟正黑體" panose="020B0604030504040204" pitchFamily="34" charset="-120"/>
              </a:rPr>
              <a:t>有自動化程序</a:t>
            </a:r>
            <a:r>
              <a:rPr lang="en-US" altLang="zh-TW" sz="1800">
                <a:solidFill>
                  <a:srgbClr val="C00000"/>
                </a:solidFill>
                <a:latin typeface="微軟正黑體" panose="020B0604030504040204" pitchFamily="34" charset="-120"/>
                <a:ea typeface="微軟正黑體" panose="020B0604030504040204" pitchFamily="34" charset="-120"/>
              </a:rPr>
              <a:t>, </a:t>
            </a:r>
            <a:r>
              <a:rPr lang="zh-TW" altLang="en-US" sz="1800">
                <a:solidFill>
                  <a:srgbClr val="C00000"/>
                </a:solidFill>
                <a:latin typeface="微軟正黑體" panose="020B0604030504040204" pitchFamily="34" charset="-120"/>
                <a:ea typeface="微軟正黑體" panose="020B0604030504040204" pitchFamily="34" charset="-120"/>
              </a:rPr>
              <a:t>請輸入自動</a:t>
            </a:r>
          </a:p>
          <a:p>
            <a:pPr marL="257202" indent="-257202">
              <a:buFont typeface="Arial" panose="020B0604020202020204" pitchFamily="34" charset="0"/>
              <a:buChar char="•"/>
            </a:pPr>
            <a:endParaRPr lang="zh-TW" altLang="en-US" sz="1800">
              <a:solidFill>
                <a:srgbClr val="C00000"/>
              </a:solidFill>
              <a:latin typeface="微軟正黑體" panose="020B0604030504040204" pitchFamily="34" charset="-120"/>
              <a:ea typeface="微軟正黑體" panose="020B0604030504040204" pitchFamily="34" charset="-120"/>
            </a:endParaRPr>
          </a:p>
        </p:txBody>
      </p:sp>
      <p:sp>
        <p:nvSpPr>
          <p:cNvPr id="4" name="文字方塊 15">
            <a:extLst>
              <a:ext uri="{FF2B5EF4-FFF2-40B4-BE49-F238E27FC236}">
                <a16:creationId xmlns:a16="http://schemas.microsoft.com/office/drawing/2014/main" id="{F1992E37-FBF2-71FC-3355-A44CD54F666E}"/>
              </a:ext>
            </a:extLst>
          </p:cNvPr>
          <p:cNvSpPr txBox="1"/>
          <p:nvPr/>
        </p:nvSpPr>
        <p:spPr>
          <a:xfrm>
            <a:off x="5511009" y="2296591"/>
            <a:ext cx="3389910" cy="276999"/>
          </a:xfrm>
          <a:prstGeom prst="rect">
            <a:avLst/>
          </a:prstGeom>
          <a:noFill/>
          <a:ln>
            <a:noFill/>
          </a:ln>
        </p:spPr>
        <p:txBody>
          <a:bodyPr wrap="square" lIns="0" tIns="0" rIns="0" bIns="0" rtlCol="0">
            <a:spAutoFit/>
          </a:bodyPr>
          <a:lstStyle/>
          <a:p>
            <a:r>
              <a:rPr lang="zh-TW" altLang="en-US" sz="1800">
                <a:solidFill>
                  <a:srgbClr val="C00000"/>
                </a:solidFill>
                <a:latin typeface="微軟正黑體" panose="020B0604030504040204" pitchFamily="34" charset="-120"/>
                <a:ea typeface="微軟正黑體" panose="020B0604030504040204" pitchFamily="34" charset="-120"/>
              </a:rPr>
              <a:t>流程起始點或結束點</a:t>
            </a:r>
          </a:p>
        </p:txBody>
      </p:sp>
      <p:sp>
        <p:nvSpPr>
          <p:cNvPr id="7" name="文字方塊 24">
            <a:extLst>
              <a:ext uri="{FF2B5EF4-FFF2-40B4-BE49-F238E27FC236}">
                <a16:creationId xmlns:a16="http://schemas.microsoft.com/office/drawing/2014/main" id="{D18486DA-E03C-9AF3-9A27-7A647D6A1B82}"/>
              </a:ext>
            </a:extLst>
          </p:cNvPr>
          <p:cNvSpPr txBox="1"/>
          <p:nvPr/>
        </p:nvSpPr>
        <p:spPr>
          <a:xfrm>
            <a:off x="2548723" y="1451160"/>
            <a:ext cx="5505642" cy="507831"/>
          </a:xfrm>
          <a:prstGeom prst="rect">
            <a:avLst/>
          </a:prstGeom>
          <a:solidFill>
            <a:srgbClr val="FFC000"/>
          </a:solidFill>
          <a:ln>
            <a:noFill/>
          </a:ln>
        </p:spPr>
        <p:txBody>
          <a:bodyPr wrap="square" lIns="0" tIns="0" rIns="0" bIns="0" rtlCol="0">
            <a:spAutoFit/>
          </a:bodyPr>
          <a:lstStyle/>
          <a:p>
            <a:r>
              <a:rPr lang="zh-TW" altLang="en-US" sz="1600">
                <a:latin typeface="微軟正黑體" panose="020B0604030504040204" pitchFamily="34" charset="-120"/>
                <a:ea typeface="微軟正黑體" panose="020B0604030504040204" pitchFamily="34" charset="-120"/>
              </a:rPr>
              <a:t>本區域請輸入部門或是工作職掌</a:t>
            </a:r>
            <a:r>
              <a:rPr lang="en-US" altLang="zh-TW" sz="1600">
                <a:latin typeface="微軟正黑體" panose="020B0604030504040204" pitchFamily="34" charset="-120"/>
                <a:ea typeface="微軟正黑體" panose="020B0604030504040204" pitchFamily="34" charset="-120"/>
              </a:rPr>
              <a:t>. </a:t>
            </a:r>
          </a:p>
          <a:p>
            <a:r>
              <a:rPr lang="zh-TW" altLang="en-US" sz="1600">
                <a:latin typeface="微軟正黑體" panose="020B0604030504040204" pitchFamily="34" charset="-120"/>
                <a:ea typeface="微軟正黑體" panose="020B0604030504040204" pitchFamily="34" charset="-120"/>
              </a:rPr>
              <a:t>例如</a:t>
            </a:r>
            <a:r>
              <a:rPr lang="en-US" altLang="zh-TW" sz="1600">
                <a:latin typeface="微軟正黑體" panose="020B0604030504040204" pitchFamily="34" charset="-120"/>
                <a:ea typeface="微軟正黑體" panose="020B0604030504040204" pitchFamily="34" charset="-120"/>
              </a:rPr>
              <a:t>: </a:t>
            </a:r>
            <a:r>
              <a:rPr lang="zh-TW" altLang="en-US" sz="1600">
                <a:latin typeface="微軟正黑體" panose="020B0604030504040204" pitchFamily="34" charset="-120"/>
                <a:ea typeface="微軟正黑體" panose="020B0604030504040204" pitchFamily="34" charset="-120"/>
              </a:rPr>
              <a:t>業務處 或 業務處</a:t>
            </a:r>
            <a:r>
              <a:rPr lang="en-US" altLang="zh-TW" sz="1600">
                <a:latin typeface="微軟正黑體" panose="020B0604030504040204" pitchFamily="34" charset="-120"/>
                <a:ea typeface="微軟正黑體" panose="020B0604030504040204" pitchFamily="34" charset="-120"/>
              </a:rPr>
              <a:t>/</a:t>
            </a:r>
            <a:r>
              <a:rPr lang="zh-TW" altLang="en-US" sz="1600">
                <a:latin typeface="微軟正黑體" panose="020B0604030504040204" pitchFamily="34" charset="-120"/>
                <a:ea typeface="微軟正黑體" panose="020B0604030504040204" pitchFamily="34" charset="-120"/>
              </a:rPr>
              <a:t>業務經理 或 業務人員</a:t>
            </a:r>
          </a:p>
        </p:txBody>
      </p:sp>
      <p:sp>
        <p:nvSpPr>
          <p:cNvPr id="8" name="文字方塊 25">
            <a:extLst>
              <a:ext uri="{FF2B5EF4-FFF2-40B4-BE49-F238E27FC236}">
                <a16:creationId xmlns:a16="http://schemas.microsoft.com/office/drawing/2014/main" id="{3582A9EB-A5A2-F0E1-F6A8-1152902964CF}"/>
              </a:ext>
            </a:extLst>
          </p:cNvPr>
          <p:cNvSpPr txBox="1"/>
          <p:nvPr/>
        </p:nvSpPr>
        <p:spPr>
          <a:xfrm>
            <a:off x="240594" y="1840650"/>
            <a:ext cx="2069194" cy="984885"/>
          </a:xfrm>
          <a:prstGeom prst="rect">
            <a:avLst/>
          </a:prstGeom>
          <a:solidFill>
            <a:srgbClr val="FFC000"/>
          </a:solidFill>
          <a:ln>
            <a:noFill/>
          </a:ln>
        </p:spPr>
        <p:txBody>
          <a:bodyPr wrap="square" lIns="0" tIns="0" rIns="0" bIns="0" rtlCol="0">
            <a:spAutoFit/>
          </a:bodyPr>
          <a:lstStyle/>
          <a:p>
            <a:r>
              <a:rPr lang="zh-TW" altLang="en-US" sz="1600">
                <a:latin typeface="微軟正黑體" panose="020B0604030504040204" pitchFamily="34" charset="-120"/>
                <a:ea typeface="微軟正黑體" panose="020B0604030504040204" pitchFamily="34" charset="-120"/>
              </a:rPr>
              <a:t>本區塊用來說明本流程動作所需要的資料來源</a:t>
            </a:r>
            <a:r>
              <a:rPr lang="en-US" altLang="zh-TW" sz="1600">
                <a:latin typeface="微軟正黑體" panose="020B0604030504040204" pitchFamily="34" charset="-120"/>
                <a:ea typeface="微軟正黑體" panose="020B0604030504040204" pitchFamily="34" charset="-120"/>
              </a:rPr>
              <a:t> </a:t>
            </a:r>
            <a:r>
              <a:rPr lang="zh-TW" altLang="en-US" sz="1600">
                <a:latin typeface="微軟正黑體" panose="020B0604030504040204" pitchFamily="34" charset="-120"/>
                <a:ea typeface="微軟正黑體" panose="020B0604030504040204" pitchFamily="34" charset="-120"/>
              </a:rPr>
              <a:t>包含前置作業流程</a:t>
            </a:r>
            <a:r>
              <a:rPr lang="en-US" altLang="zh-TW" sz="1600">
                <a:latin typeface="微軟正黑體" panose="020B0604030504040204" pitchFamily="34" charset="-120"/>
                <a:ea typeface="微軟正黑體" panose="020B0604030504040204" pitchFamily="34" charset="-120"/>
              </a:rPr>
              <a:t>, </a:t>
            </a:r>
            <a:r>
              <a:rPr lang="zh-TW" altLang="en-US" sz="1600">
                <a:latin typeface="微軟正黑體" panose="020B0604030504040204" pitchFamily="34" charset="-120"/>
                <a:ea typeface="微軟正黑體" panose="020B0604030504040204" pitchFamily="34" charset="-120"/>
              </a:rPr>
              <a:t>文件等</a:t>
            </a:r>
          </a:p>
        </p:txBody>
      </p:sp>
      <p:sp>
        <p:nvSpPr>
          <p:cNvPr id="9" name="文字方塊 26">
            <a:extLst>
              <a:ext uri="{FF2B5EF4-FFF2-40B4-BE49-F238E27FC236}">
                <a16:creationId xmlns:a16="http://schemas.microsoft.com/office/drawing/2014/main" id="{56CB2E28-F31D-1D89-A5FB-F878E9724B60}"/>
              </a:ext>
            </a:extLst>
          </p:cNvPr>
          <p:cNvSpPr txBox="1"/>
          <p:nvPr/>
        </p:nvSpPr>
        <p:spPr>
          <a:xfrm>
            <a:off x="12055646" y="1856148"/>
            <a:ext cx="2086520" cy="984885"/>
          </a:xfrm>
          <a:prstGeom prst="rect">
            <a:avLst/>
          </a:prstGeom>
          <a:solidFill>
            <a:srgbClr val="FFC000"/>
          </a:solidFill>
          <a:ln>
            <a:noFill/>
          </a:ln>
        </p:spPr>
        <p:txBody>
          <a:bodyPr wrap="square" lIns="0" tIns="0" rIns="0" bIns="0" rtlCol="0">
            <a:spAutoFit/>
          </a:bodyPr>
          <a:lstStyle/>
          <a:p>
            <a:r>
              <a:rPr lang="zh-TW" altLang="en-US" sz="1600">
                <a:latin typeface="微軟正黑體" panose="020B0604030504040204" pitchFamily="34" charset="-120"/>
                <a:ea typeface="微軟正黑體" panose="020B0604030504040204" pitchFamily="34" charset="-120"/>
              </a:rPr>
              <a:t>本區塊用來說明本流程動作所會產出的結果</a:t>
            </a:r>
            <a:r>
              <a:rPr lang="en-US" altLang="zh-TW" sz="1600">
                <a:latin typeface="微軟正黑體" panose="020B0604030504040204" pitchFamily="34" charset="-120"/>
                <a:ea typeface="微軟正黑體" panose="020B0604030504040204" pitchFamily="34" charset="-120"/>
              </a:rPr>
              <a:t>, </a:t>
            </a:r>
            <a:r>
              <a:rPr lang="zh-TW" altLang="en-US" sz="1600">
                <a:latin typeface="微軟正黑體" panose="020B0604030504040204" pitchFamily="34" charset="-120"/>
                <a:ea typeface="微軟正黑體" panose="020B0604030504040204" pitchFamily="34" charset="-120"/>
              </a:rPr>
              <a:t>包含後續作業流程</a:t>
            </a:r>
            <a:r>
              <a:rPr lang="en-US" altLang="zh-TW" sz="1600">
                <a:latin typeface="微軟正黑體" panose="020B0604030504040204" pitchFamily="34" charset="-120"/>
                <a:ea typeface="微軟正黑體" panose="020B0604030504040204" pitchFamily="34" charset="-120"/>
              </a:rPr>
              <a:t>, </a:t>
            </a:r>
            <a:r>
              <a:rPr lang="zh-TW" altLang="en-US" sz="1600">
                <a:latin typeface="微軟正黑體" panose="020B0604030504040204" pitchFamily="34" charset="-120"/>
                <a:ea typeface="微軟正黑體" panose="020B0604030504040204" pitchFamily="34" charset="-120"/>
              </a:rPr>
              <a:t>文件等</a:t>
            </a:r>
          </a:p>
        </p:txBody>
      </p:sp>
      <p:graphicFrame>
        <p:nvGraphicFramePr>
          <p:cNvPr id="10" name="表格 30">
            <a:extLst>
              <a:ext uri="{FF2B5EF4-FFF2-40B4-BE49-F238E27FC236}">
                <a16:creationId xmlns:a16="http://schemas.microsoft.com/office/drawing/2014/main" id="{94474DA2-C417-6AE7-95EE-50C9649AB985}"/>
              </a:ext>
            </a:extLst>
          </p:cNvPr>
          <p:cNvGraphicFramePr>
            <a:graphicFrameLocks noGrp="1"/>
          </p:cNvGraphicFramePr>
          <p:nvPr/>
        </p:nvGraphicFramePr>
        <p:xfrm>
          <a:off x="3242505" y="3002420"/>
          <a:ext cx="1797832" cy="1238400"/>
        </p:xfrm>
        <a:graphic>
          <a:graphicData uri="http://schemas.openxmlformats.org/drawingml/2006/table">
            <a:tbl>
              <a:tblPr>
                <a:tableStyleId>{5940675A-B579-460E-94D1-54222C63F5DA}</a:tableStyleId>
              </a:tblPr>
              <a:tblGrid>
                <a:gridCol w="898916">
                  <a:extLst>
                    <a:ext uri="{9D8B030D-6E8A-4147-A177-3AD203B41FA5}">
                      <a16:colId xmlns:a16="http://schemas.microsoft.com/office/drawing/2014/main" val="3433979995"/>
                    </a:ext>
                  </a:extLst>
                </a:gridCol>
                <a:gridCol w="898916">
                  <a:extLst>
                    <a:ext uri="{9D8B030D-6E8A-4147-A177-3AD203B41FA5}">
                      <a16:colId xmlns:a16="http://schemas.microsoft.com/office/drawing/2014/main" val="3727974752"/>
                    </a:ext>
                  </a:extLst>
                </a:gridCol>
              </a:tblGrid>
              <a:tr h="336600">
                <a:tc gridSpan="2">
                  <a:txBody>
                    <a:bodyPr/>
                    <a:lstStyle/>
                    <a:p>
                      <a:pPr algn="ctr"/>
                      <a:r>
                        <a:rPr lang="en-US" altLang="zh-TW" sz="1500"/>
                        <a:t>BP</a:t>
                      </a:r>
                      <a:endParaRPr lang="en-GB" sz="1500" b="1">
                        <a:latin typeface="微軟正黑體" panose="020B0604030504040204" pitchFamily="34" charset="-120"/>
                        <a:ea typeface="微軟正黑體" panose="020B0604030504040204" pitchFamily="34" charset="-120"/>
                      </a:endParaRPr>
                    </a:p>
                  </a:txBody>
                  <a:tcPr marL="54000" marR="54000"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a:p>
                  </a:txBody>
                  <a:tcPr/>
                </a:tc>
                <a:extLst>
                  <a:ext uri="{0D108BD9-81ED-4DB2-BD59-A6C34878D82A}">
                    <a16:rowId xmlns:a16="http://schemas.microsoft.com/office/drawing/2014/main" val="3125084632"/>
                  </a:ext>
                </a:extLst>
              </a:tr>
              <a:tr h="565200">
                <a:tc gridSpan="2">
                  <a:txBody>
                    <a:bodyPr/>
                    <a:lstStyle/>
                    <a:p>
                      <a:pPr algn="ctr"/>
                      <a:r>
                        <a:rPr lang="zh-TW" altLang="en-US" sz="1500"/>
                        <a:t>交易名稱</a:t>
                      </a:r>
                      <a:endParaRPr lang="en-US" altLang="zh-TW" sz="1500"/>
                    </a:p>
                    <a:p>
                      <a:pPr algn="ctr"/>
                      <a:r>
                        <a:rPr lang="zh-TW" altLang="en-US" sz="1500"/>
                        <a:t>作業</a:t>
                      </a:r>
                      <a:r>
                        <a:rPr lang="en-US" altLang="zh-TW" sz="1500"/>
                        <a:t>/</a:t>
                      </a:r>
                      <a:r>
                        <a:rPr lang="zh-TW" altLang="en-US" sz="1500"/>
                        <a:t>動作</a:t>
                      </a:r>
                      <a:endParaRPr lang="en-GB" sz="1500">
                        <a:latin typeface="微軟正黑體" panose="020B0604030504040204" pitchFamily="34" charset="-120"/>
                        <a:ea typeface="微軟正黑體" panose="020B0604030504040204" pitchFamily="34" charset="-120"/>
                      </a:endParaRPr>
                    </a:p>
                  </a:txBody>
                  <a:tcPr marL="54000" marR="54000"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a:p>
                  </a:txBody>
                  <a:tcPr/>
                </a:tc>
                <a:extLst>
                  <a:ext uri="{0D108BD9-81ED-4DB2-BD59-A6C34878D82A}">
                    <a16:rowId xmlns:a16="http://schemas.microsoft.com/office/drawing/2014/main" val="1006350340"/>
                  </a:ext>
                </a:extLst>
              </a:tr>
              <a:tr h="336600">
                <a:tc>
                  <a:txBody>
                    <a:bodyPr/>
                    <a:lstStyle/>
                    <a:p>
                      <a:pPr algn="ctr"/>
                      <a:r>
                        <a:rPr lang="en-US" sz="1500"/>
                        <a:t>SAP</a:t>
                      </a:r>
                      <a:endParaRPr lang="en-GB" sz="1500">
                        <a:latin typeface="微軟正黑體" panose="020B0604030504040204" pitchFamily="34" charset="-120"/>
                        <a:ea typeface="微軟正黑體" panose="020B0604030504040204" pitchFamily="34" charset="-120"/>
                      </a:endParaRPr>
                    </a:p>
                  </a:txBody>
                  <a:tcPr marL="54000" marR="54000"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lang="zh-TW" altLang="en-US" sz="1500"/>
                        <a:t>自動</a:t>
                      </a:r>
                      <a:endParaRPr lang="en-GB" sz="1500">
                        <a:latin typeface="微軟正黑體" panose="020B0604030504040204" pitchFamily="34" charset="-120"/>
                        <a:ea typeface="微軟正黑體" panose="020B0604030504040204" pitchFamily="34" charset="-120"/>
                      </a:endParaRPr>
                    </a:p>
                  </a:txBody>
                  <a:tcPr marL="54000" marR="54000"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053335046"/>
                  </a:ext>
                </a:extLst>
              </a:tr>
            </a:tbl>
          </a:graphicData>
        </a:graphic>
      </p:graphicFrame>
      <p:sp>
        <p:nvSpPr>
          <p:cNvPr id="11" name="流程圖: 預設處理作業 21">
            <a:extLst>
              <a:ext uri="{FF2B5EF4-FFF2-40B4-BE49-F238E27FC236}">
                <a16:creationId xmlns:a16="http://schemas.microsoft.com/office/drawing/2014/main" id="{6AB8729A-A396-2BA6-E6B9-1B2A79082818}"/>
              </a:ext>
            </a:extLst>
          </p:cNvPr>
          <p:cNvSpPr/>
          <p:nvPr/>
        </p:nvSpPr>
        <p:spPr bwMode="auto">
          <a:xfrm>
            <a:off x="3242509" y="4808819"/>
            <a:ext cx="1813112" cy="1238400"/>
          </a:xfrm>
          <a:prstGeom prst="flowChartPredefinedProcess">
            <a:avLst/>
          </a:prstGeom>
          <a:solidFill>
            <a:schemeClr val="bg1"/>
          </a:solidFill>
          <a:ln w="3175">
            <a:solidFill>
              <a:schemeClr val="tx1"/>
            </a:solidFill>
            <a:miter lim="800000"/>
            <a:headEnd/>
            <a:tailEnd/>
          </a:ln>
          <a:effectLst>
            <a:outerShdw dist="85194" dir="1593903" algn="ctr" rotWithShape="0">
              <a:schemeClr val="bg2">
                <a:alpha val="50000"/>
              </a:schemeClr>
            </a:outerShdw>
          </a:effectLst>
        </p:spPr>
        <p:txBody>
          <a:bodyPr wrap="none" lIns="152823" tIns="76412" rIns="152823" bIns="76412" rtlCol="0" anchor="ctr"/>
          <a:lstStyle/>
          <a:p>
            <a:pPr algn="ctr" eaLnBrk="0" hangingPunct="0"/>
            <a:r>
              <a:rPr lang="en-US" altLang="zh-TW" sz="1500">
                <a:latin typeface="微軟正黑體" panose="020B0604030504040204" pitchFamily="34" charset="-120"/>
                <a:ea typeface="微軟正黑體" panose="020B0604030504040204" pitchFamily="34" charset="-120"/>
              </a:rPr>
              <a:t>XXX-001-02</a:t>
            </a:r>
          </a:p>
          <a:p>
            <a:pPr algn="ctr" eaLnBrk="0" hangingPunct="0"/>
            <a:r>
              <a:rPr lang="en-US" altLang="zh-TW" sz="1500">
                <a:latin typeface="微軟正黑體" panose="020B0604030504040204" pitchFamily="34" charset="-120"/>
                <a:ea typeface="微軟正黑體" panose="020B0604030504040204" pitchFamily="34" charset="-120"/>
              </a:rPr>
              <a:t>XXX</a:t>
            </a:r>
            <a:r>
              <a:rPr lang="zh-TW" altLang="en-US" sz="1500">
                <a:latin typeface="微軟正黑體" panose="020B0604030504040204" pitchFamily="34" charset="-120"/>
                <a:ea typeface="微軟正黑體" panose="020B0604030504040204" pitchFamily="34" charset="-120"/>
              </a:rPr>
              <a:t>作業流程</a:t>
            </a:r>
          </a:p>
        </p:txBody>
      </p:sp>
      <p:sp>
        <p:nvSpPr>
          <p:cNvPr id="12" name="流程圖: 文件 42">
            <a:extLst>
              <a:ext uri="{FF2B5EF4-FFF2-40B4-BE49-F238E27FC236}">
                <a16:creationId xmlns:a16="http://schemas.microsoft.com/office/drawing/2014/main" id="{91F9B27C-7F80-2BDA-7707-DDBD4E112805}"/>
              </a:ext>
            </a:extLst>
          </p:cNvPr>
          <p:cNvSpPr/>
          <p:nvPr/>
        </p:nvSpPr>
        <p:spPr bwMode="auto">
          <a:xfrm>
            <a:off x="3242505" y="6336001"/>
            <a:ext cx="1841949" cy="1238400"/>
          </a:xfrm>
          <a:prstGeom prst="flowChartDocument">
            <a:avLst/>
          </a:prstGeom>
          <a:solidFill>
            <a:schemeClr val="bg1"/>
          </a:solidFill>
          <a:ln w="3175">
            <a:solidFill>
              <a:schemeClr val="tx1"/>
            </a:solidFill>
            <a:miter lim="800000"/>
            <a:headEnd/>
            <a:tailEnd/>
          </a:ln>
          <a:effectLst>
            <a:outerShdw dist="85194" dir="1593903" algn="ctr" rotWithShape="0">
              <a:schemeClr val="bg2">
                <a:alpha val="50000"/>
              </a:schemeClr>
            </a:outerShdw>
          </a:effectLst>
        </p:spPr>
        <p:txBody>
          <a:bodyPr rot="0" spcFirstLastPara="0" vertOverflow="overflow" horzOverflow="overflow" vert="horz" wrap="none" lIns="152823" tIns="76412" rIns="152823" bIns="76412" numCol="1" spcCol="0" rtlCol="0" fromWordArt="0" anchor="ctr" anchorCtr="0" forceAA="0" compatLnSpc="1">
            <a:prstTxWarp prst="textNoShape">
              <a:avLst/>
            </a:prstTxWarp>
            <a:noAutofit/>
          </a:bodyPr>
          <a:lstStyle/>
          <a:p>
            <a:pPr algn="ctr" eaLnBrk="0" hangingPunct="0"/>
            <a:r>
              <a:rPr lang="zh-TW" altLang="en-US" sz="1500">
                <a:latin typeface="微軟正黑體" panose="020B0604030504040204" pitchFamily="34" charset="-120"/>
                <a:ea typeface="微軟正黑體" panose="020B0604030504040204" pitchFamily="34" charset="-120"/>
              </a:rPr>
              <a:t>產出或投入</a:t>
            </a:r>
          </a:p>
          <a:p>
            <a:pPr algn="ctr" eaLnBrk="0" hangingPunct="0"/>
            <a:r>
              <a:rPr lang="zh-TW" altLang="en-US" sz="1500">
                <a:latin typeface="微軟正黑體" panose="020B0604030504040204" pitchFamily="34" charset="-120"/>
                <a:ea typeface="微軟正黑體" panose="020B0604030504040204" pitchFamily="34" charset="-120"/>
              </a:rPr>
              <a:t>文件</a:t>
            </a:r>
            <a:r>
              <a:rPr lang="en-US" altLang="zh-TW" sz="1500">
                <a:latin typeface="微軟正黑體" panose="020B0604030504040204" pitchFamily="34" charset="-120"/>
                <a:ea typeface="微軟正黑體" panose="020B0604030504040204" pitchFamily="34" charset="-120"/>
              </a:rPr>
              <a:t>/</a:t>
            </a:r>
            <a:r>
              <a:rPr lang="zh-TW" altLang="en-US" sz="1500">
                <a:latin typeface="微軟正黑體" panose="020B0604030504040204" pitchFamily="34" charset="-120"/>
                <a:ea typeface="微軟正黑體" panose="020B0604030504040204" pitchFamily="34" charset="-120"/>
              </a:rPr>
              <a:t>報表</a:t>
            </a:r>
            <a:r>
              <a:rPr lang="en-US" altLang="zh-TW" sz="1500">
                <a:latin typeface="微軟正黑體" panose="020B0604030504040204" pitchFamily="34" charset="-120"/>
                <a:ea typeface="微軟正黑體" panose="020B0604030504040204" pitchFamily="34" charset="-120"/>
              </a:rPr>
              <a:t>/</a:t>
            </a:r>
            <a:r>
              <a:rPr lang="zh-TW" altLang="en-US" sz="1500">
                <a:latin typeface="微軟正黑體" panose="020B0604030504040204" pitchFamily="34" charset="-120"/>
                <a:ea typeface="微軟正黑體" panose="020B0604030504040204" pitchFamily="34" charset="-120"/>
              </a:rPr>
              <a:t>表單</a:t>
            </a:r>
          </a:p>
        </p:txBody>
      </p:sp>
      <p:sp>
        <p:nvSpPr>
          <p:cNvPr id="13" name="文字方塊 46">
            <a:extLst>
              <a:ext uri="{FF2B5EF4-FFF2-40B4-BE49-F238E27FC236}">
                <a16:creationId xmlns:a16="http://schemas.microsoft.com/office/drawing/2014/main" id="{8E21E1D9-DCFA-D067-33E8-546CC2C7A8A1}"/>
              </a:ext>
            </a:extLst>
          </p:cNvPr>
          <p:cNvSpPr txBox="1"/>
          <p:nvPr/>
        </p:nvSpPr>
        <p:spPr>
          <a:xfrm>
            <a:off x="5568741" y="5289520"/>
            <a:ext cx="4104456" cy="276999"/>
          </a:xfrm>
          <a:prstGeom prst="rect">
            <a:avLst/>
          </a:prstGeom>
          <a:noFill/>
          <a:ln>
            <a:noFill/>
          </a:ln>
        </p:spPr>
        <p:txBody>
          <a:bodyPr wrap="square" lIns="0" tIns="0" rIns="0" bIns="0" rtlCol="0">
            <a:spAutoFit/>
          </a:bodyPr>
          <a:lstStyle/>
          <a:p>
            <a:r>
              <a:rPr lang="zh-TW" altLang="en-US" sz="1800">
                <a:solidFill>
                  <a:srgbClr val="C00000"/>
                </a:solidFill>
                <a:latin typeface="微軟正黑體" panose="020B0604030504040204" pitchFamily="34" charset="-120"/>
                <a:ea typeface="微軟正黑體" panose="020B0604030504040204" pitchFamily="34" charset="-120"/>
              </a:rPr>
              <a:t>於本流程中有關聯的流程編號與名稱</a:t>
            </a:r>
          </a:p>
        </p:txBody>
      </p:sp>
      <p:sp>
        <p:nvSpPr>
          <p:cNvPr id="14" name="文字方塊 47">
            <a:extLst>
              <a:ext uri="{FF2B5EF4-FFF2-40B4-BE49-F238E27FC236}">
                <a16:creationId xmlns:a16="http://schemas.microsoft.com/office/drawing/2014/main" id="{5B7CE1DA-2D6E-F4C0-11C8-08795CA4563E}"/>
              </a:ext>
            </a:extLst>
          </p:cNvPr>
          <p:cNvSpPr txBox="1"/>
          <p:nvPr/>
        </p:nvSpPr>
        <p:spPr>
          <a:xfrm>
            <a:off x="5568743" y="6418310"/>
            <a:ext cx="5313821" cy="276999"/>
          </a:xfrm>
          <a:prstGeom prst="rect">
            <a:avLst/>
          </a:prstGeom>
          <a:noFill/>
          <a:ln>
            <a:noFill/>
          </a:ln>
        </p:spPr>
        <p:txBody>
          <a:bodyPr wrap="square" lIns="0" tIns="0" rIns="0" bIns="0" rtlCol="0">
            <a:spAutoFit/>
          </a:bodyPr>
          <a:lstStyle/>
          <a:p>
            <a:r>
              <a:rPr lang="zh-TW" altLang="en-US" sz="1800">
                <a:solidFill>
                  <a:srgbClr val="C00000"/>
                </a:solidFill>
                <a:latin typeface="微軟正黑體" panose="020B0604030504040204" pitchFamily="34" charset="-120"/>
                <a:ea typeface="微軟正黑體" panose="020B0604030504040204" pitchFamily="34" charset="-120"/>
              </a:rPr>
              <a:t>於本流程中投入或是產出的文件</a:t>
            </a:r>
            <a:r>
              <a:rPr lang="en-US" altLang="zh-TW" sz="1800">
                <a:solidFill>
                  <a:srgbClr val="C00000"/>
                </a:solidFill>
                <a:latin typeface="微軟正黑體" panose="020B0604030504040204" pitchFamily="34" charset="-120"/>
                <a:ea typeface="微軟正黑體" panose="020B0604030504040204" pitchFamily="34" charset="-120"/>
              </a:rPr>
              <a:t>/</a:t>
            </a:r>
            <a:r>
              <a:rPr lang="zh-TW" altLang="en-US" sz="1800">
                <a:solidFill>
                  <a:srgbClr val="C00000"/>
                </a:solidFill>
                <a:latin typeface="微軟正黑體" panose="020B0604030504040204" pitchFamily="34" charset="-120"/>
                <a:ea typeface="微軟正黑體" panose="020B0604030504040204" pitchFamily="34" charset="-120"/>
              </a:rPr>
              <a:t>報表</a:t>
            </a:r>
            <a:r>
              <a:rPr lang="en-US" altLang="zh-TW" sz="1800">
                <a:solidFill>
                  <a:srgbClr val="C00000"/>
                </a:solidFill>
                <a:latin typeface="微軟正黑體" panose="020B0604030504040204" pitchFamily="34" charset="-120"/>
                <a:ea typeface="微軟正黑體" panose="020B0604030504040204" pitchFamily="34" charset="-120"/>
              </a:rPr>
              <a:t>/</a:t>
            </a:r>
            <a:r>
              <a:rPr lang="zh-TW" altLang="en-US" sz="1800">
                <a:solidFill>
                  <a:srgbClr val="C00000"/>
                </a:solidFill>
                <a:latin typeface="微軟正黑體" panose="020B0604030504040204" pitchFamily="34" charset="-120"/>
                <a:ea typeface="微軟正黑體" panose="020B0604030504040204" pitchFamily="34" charset="-120"/>
              </a:rPr>
              <a:t>表單名稱</a:t>
            </a:r>
          </a:p>
        </p:txBody>
      </p:sp>
      <p:sp>
        <p:nvSpPr>
          <p:cNvPr id="15" name="流程圖: 決策 50">
            <a:extLst>
              <a:ext uri="{FF2B5EF4-FFF2-40B4-BE49-F238E27FC236}">
                <a16:creationId xmlns:a16="http://schemas.microsoft.com/office/drawing/2014/main" id="{845AA0C2-CB36-2792-A054-5B69382FBD2D}"/>
              </a:ext>
            </a:extLst>
          </p:cNvPr>
          <p:cNvSpPr/>
          <p:nvPr/>
        </p:nvSpPr>
        <p:spPr bwMode="auto">
          <a:xfrm>
            <a:off x="7393953" y="7226480"/>
            <a:ext cx="1841949" cy="1177944"/>
          </a:xfrm>
          <a:prstGeom prst="flowChartDecision">
            <a:avLst/>
          </a:prstGeom>
          <a:solidFill>
            <a:schemeClr val="bg1"/>
          </a:solidFill>
          <a:ln w="3175">
            <a:solidFill>
              <a:schemeClr val="tx1"/>
            </a:solidFill>
            <a:miter lim="800000"/>
            <a:headEnd/>
            <a:tailEnd/>
          </a:ln>
          <a:effectLst>
            <a:outerShdw dist="85194" dir="1593903" algn="ctr" rotWithShape="0">
              <a:schemeClr val="bg2">
                <a:alpha val="50000"/>
              </a:schemeClr>
            </a:outerShdw>
          </a:effectLst>
        </p:spPr>
        <p:txBody>
          <a:bodyPr rot="0" spcFirstLastPara="0" vertOverflow="overflow" horzOverflow="overflow" vert="horz" wrap="none" lIns="152823" tIns="76412" rIns="152823" bIns="76412" numCol="1" spcCol="0" rtlCol="0" fromWordArt="0" anchor="ctr" anchorCtr="0" forceAA="0" compatLnSpc="1">
            <a:prstTxWarp prst="textNoShape">
              <a:avLst/>
            </a:prstTxWarp>
            <a:noAutofit/>
          </a:bodyPr>
          <a:lstStyle/>
          <a:p>
            <a:pPr algn="ctr" eaLnBrk="0" hangingPunct="0"/>
            <a:r>
              <a:rPr lang="zh-TW" altLang="en-US" sz="1500">
                <a:latin typeface="微軟正黑體" panose="020B0604030504040204" pitchFamily="34" charset="-120"/>
                <a:ea typeface="微軟正黑體" panose="020B0604030504040204" pitchFamily="34" charset="-120"/>
              </a:rPr>
              <a:t>決策或判斷點</a:t>
            </a:r>
          </a:p>
        </p:txBody>
      </p:sp>
      <p:sp>
        <p:nvSpPr>
          <p:cNvPr id="16" name="流程圖: 接點 51">
            <a:extLst>
              <a:ext uri="{FF2B5EF4-FFF2-40B4-BE49-F238E27FC236}">
                <a16:creationId xmlns:a16="http://schemas.microsoft.com/office/drawing/2014/main" id="{1E4DE6F3-3BB0-2B05-BD87-45921D4C3C01}"/>
              </a:ext>
            </a:extLst>
          </p:cNvPr>
          <p:cNvSpPr/>
          <p:nvPr/>
        </p:nvSpPr>
        <p:spPr bwMode="auto">
          <a:xfrm>
            <a:off x="7989971" y="8646043"/>
            <a:ext cx="545345" cy="467303"/>
          </a:xfrm>
          <a:prstGeom prst="flowChartConnector">
            <a:avLst/>
          </a:prstGeom>
          <a:solidFill>
            <a:schemeClr val="bg1"/>
          </a:solidFill>
          <a:ln w="3175">
            <a:solidFill>
              <a:schemeClr val="tx1"/>
            </a:solidFill>
            <a:miter lim="800000"/>
            <a:headEnd/>
            <a:tailEnd/>
          </a:ln>
          <a:effectLst>
            <a:outerShdw dist="85194" dir="1593903" algn="ctr" rotWithShape="0">
              <a:schemeClr val="bg2">
                <a:alpha val="50000"/>
              </a:schemeClr>
            </a:outerShdw>
          </a:effectLst>
        </p:spPr>
        <p:txBody>
          <a:bodyPr rot="0" spcFirstLastPara="0" vertOverflow="overflow" horzOverflow="overflow" vert="horz" wrap="none" lIns="152823" tIns="76412" rIns="152823" bIns="76412" numCol="1" spcCol="0" rtlCol="0" fromWordArt="0" anchor="ctr" anchorCtr="0" forceAA="0" compatLnSpc="1">
            <a:prstTxWarp prst="textNoShape">
              <a:avLst/>
            </a:prstTxWarp>
            <a:noAutofit/>
          </a:bodyPr>
          <a:lstStyle/>
          <a:p>
            <a:pPr algn="ctr" eaLnBrk="0" hangingPunct="0"/>
            <a:r>
              <a:rPr lang="en-US" altLang="zh-TW" sz="1800">
                <a:latin typeface="微軟正黑體" panose="020B0604030504040204" pitchFamily="34" charset="-120"/>
                <a:ea typeface="微軟正黑體" panose="020B0604030504040204" pitchFamily="34" charset="-120"/>
              </a:rPr>
              <a:t>A</a:t>
            </a:r>
            <a:endParaRPr lang="zh-TW" altLang="en-US" sz="1800">
              <a:latin typeface="微軟正黑體" panose="020B0604030504040204" pitchFamily="34" charset="-120"/>
              <a:ea typeface="微軟正黑體" panose="020B0604030504040204" pitchFamily="34" charset="-120"/>
            </a:endParaRPr>
          </a:p>
        </p:txBody>
      </p:sp>
      <p:sp>
        <p:nvSpPr>
          <p:cNvPr id="17" name="流程圖: 換頁接點 52">
            <a:extLst>
              <a:ext uri="{FF2B5EF4-FFF2-40B4-BE49-F238E27FC236}">
                <a16:creationId xmlns:a16="http://schemas.microsoft.com/office/drawing/2014/main" id="{AC58EE03-29AB-852C-B954-3F203C7F24CB}"/>
              </a:ext>
            </a:extLst>
          </p:cNvPr>
          <p:cNvSpPr/>
          <p:nvPr/>
        </p:nvSpPr>
        <p:spPr bwMode="auto">
          <a:xfrm>
            <a:off x="8002556" y="9410574"/>
            <a:ext cx="560627" cy="467303"/>
          </a:xfrm>
          <a:prstGeom prst="flowChartOffpageConnector">
            <a:avLst/>
          </a:prstGeom>
          <a:solidFill>
            <a:schemeClr val="bg1"/>
          </a:solidFill>
          <a:ln w="3175">
            <a:solidFill>
              <a:schemeClr val="tx1"/>
            </a:solidFill>
            <a:miter lim="800000"/>
            <a:headEnd/>
            <a:tailEnd/>
          </a:ln>
          <a:effectLst>
            <a:outerShdw dist="85194" dir="1593903" algn="ctr" rotWithShape="0">
              <a:schemeClr val="bg2">
                <a:alpha val="50000"/>
              </a:schemeClr>
            </a:outerShdw>
          </a:effectLst>
        </p:spPr>
        <p:txBody>
          <a:bodyPr rot="0" spcFirstLastPara="0" vertOverflow="overflow" horzOverflow="overflow" vert="horz" wrap="none" lIns="152823" tIns="76412" rIns="152823" bIns="76412" numCol="1" spcCol="0" rtlCol="0" fromWordArt="0" anchor="ctr" anchorCtr="0" forceAA="0" compatLnSpc="1">
            <a:prstTxWarp prst="textNoShape">
              <a:avLst/>
            </a:prstTxWarp>
            <a:noAutofit/>
          </a:bodyPr>
          <a:lstStyle/>
          <a:p>
            <a:pPr algn="ctr" eaLnBrk="0" hangingPunct="0"/>
            <a:r>
              <a:rPr lang="en-US" altLang="zh-TW" sz="1800">
                <a:latin typeface="微軟正黑體" panose="020B0604030504040204" pitchFamily="34" charset="-120"/>
                <a:ea typeface="微軟正黑體" panose="020B0604030504040204" pitchFamily="34" charset="-120"/>
              </a:rPr>
              <a:t>P2</a:t>
            </a:r>
            <a:endParaRPr lang="zh-TW" altLang="en-US" sz="1800">
              <a:latin typeface="微軟正黑體" panose="020B0604030504040204" pitchFamily="34" charset="-120"/>
              <a:ea typeface="微軟正黑體" panose="020B0604030504040204" pitchFamily="34" charset="-120"/>
            </a:endParaRPr>
          </a:p>
        </p:txBody>
      </p:sp>
      <p:sp>
        <p:nvSpPr>
          <p:cNvPr id="18" name="文字方塊 53">
            <a:extLst>
              <a:ext uri="{FF2B5EF4-FFF2-40B4-BE49-F238E27FC236}">
                <a16:creationId xmlns:a16="http://schemas.microsoft.com/office/drawing/2014/main" id="{3456038A-55BE-0A34-609A-F6B4AC23D1F1}"/>
              </a:ext>
            </a:extLst>
          </p:cNvPr>
          <p:cNvSpPr txBox="1"/>
          <p:nvPr/>
        </p:nvSpPr>
        <p:spPr>
          <a:xfrm>
            <a:off x="9526622" y="7716344"/>
            <a:ext cx="1856630" cy="276999"/>
          </a:xfrm>
          <a:prstGeom prst="rect">
            <a:avLst/>
          </a:prstGeom>
          <a:noFill/>
          <a:ln>
            <a:noFill/>
          </a:ln>
        </p:spPr>
        <p:txBody>
          <a:bodyPr wrap="square" lIns="0" tIns="0" rIns="0" bIns="0" rtlCol="0">
            <a:spAutoFit/>
          </a:bodyPr>
          <a:lstStyle/>
          <a:p>
            <a:r>
              <a:rPr lang="zh-TW" altLang="en-US" sz="1800">
                <a:solidFill>
                  <a:srgbClr val="C00000"/>
                </a:solidFill>
                <a:latin typeface="微軟正黑體" panose="020B0604030504040204" pitchFamily="34" charset="-120"/>
                <a:ea typeface="微軟正黑體" panose="020B0604030504040204" pitchFamily="34" charset="-120"/>
              </a:rPr>
              <a:t>決策或是判斷點</a:t>
            </a:r>
          </a:p>
        </p:txBody>
      </p:sp>
      <p:sp>
        <p:nvSpPr>
          <p:cNvPr id="19" name="文字方塊 54">
            <a:extLst>
              <a:ext uri="{FF2B5EF4-FFF2-40B4-BE49-F238E27FC236}">
                <a16:creationId xmlns:a16="http://schemas.microsoft.com/office/drawing/2014/main" id="{517E2A64-47A3-A953-7789-D0C0B645C2F1}"/>
              </a:ext>
            </a:extLst>
          </p:cNvPr>
          <p:cNvSpPr txBox="1"/>
          <p:nvPr/>
        </p:nvSpPr>
        <p:spPr>
          <a:xfrm>
            <a:off x="9571162" y="8696687"/>
            <a:ext cx="2068019" cy="276999"/>
          </a:xfrm>
          <a:prstGeom prst="rect">
            <a:avLst/>
          </a:prstGeom>
          <a:noFill/>
          <a:ln>
            <a:noFill/>
          </a:ln>
        </p:spPr>
        <p:txBody>
          <a:bodyPr wrap="square" lIns="0" tIns="0" rIns="0" bIns="0" rtlCol="0">
            <a:spAutoFit/>
          </a:bodyPr>
          <a:lstStyle/>
          <a:p>
            <a:r>
              <a:rPr lang="zh-TW" altLang="en-US" sz="1800">
                <a:solidFill>
                  <a:srgbClr val="C00000"/>
                </a:solidFill>
                <a:latin typeface="微軟正黑體" panose="020B0604030504040204" pitchFamily="34" charset="-120"/>
                <a:ea typeface="微軟正黑體" panose="020B0604030504040204" pitchFamily="34" charset="-120"/>
              </a:rPr>
              <a:t>同一頁面上的連結點</a:t>
            </a:r>
          </a:p>
        </p:txBody>
      </p:sp>
      <p:sp>
        <p:nvSpPr>
          <p:cNvPr id="20" name="文字方塊 55">
            <a:extLst>
              <a:ext uri="{FF2B5EF4-FFF2-40B4-BE49-F238E27FC236}">
                <a16:creationId xmlns:a16="http://schemas.microsoft.com/office/drawing/2014/main" id="{938B72A0-C4AB-D17D-D8C7-F599440CF29D}"/>
              </a:ext>
            </a:extLst>
          </p:cNvPr>
          <p:cNvSpPr txBox="1"/>
          <p:nvPr/>
        </p:nvSpPr>
        <p:spPr>
          <a:xfrm>
            <a:off x="9571162" y="9410572"/>
            <a:ext cx="2068019" cy="276999"/>
          </a:xfrm>
          <a:prstGeom prst="rect">
            <a:avLst/>
          </a:prstGeom>
          <a:noFill/>
          <a:ln>
            <a:noFill/>
          </a:ln>
        </p:spPr>
        <p:txBody>
          <a:bodyPr wrap="square" lIns="0" tIns="0" rIns="0" bIns="0" rtlCol="0">
            <a:spAutoFit/>
          </a:bodyPr>
          <a:lstStyle/>
          <a:p>
            <a:r>
              <a:rPr lang="zh-TW" altLang="en-US" sz="1800">
                <a:solidFill>
                  <a:srgbClr val="C00000"/>
                </a:solidFill>
                <a:latin typeface="微軟正黑體" panose="020B0604030504040204" pitchFamily="34" charset="-120"/>
                <a:ea typeface="微軟正黑體" panose="020B0604030504040204" pitchFamily="34" charset="-120"/>
              </a:rPr>
              <a:t>換頁之連接點</a:t>
            </a:r>
          </a:p>
        </p:txBody>
      </p:sp>
      <p:sp>
        <p:nvSpPr>
          <p:cNvPr id="21" name="文字方塊 21">
            <a:extLst>
              <a:ext uri="{FF2B5EF4-FFF2-40B4-BE49-F238E27FC236}">
                <a16:creationId xmlns:a16="http://schemas.microsoft.com/office/drawing/2014/main" id="{1F153670-BE85-306D-6126-9994ACD9935F}"/>
              </a:ext>
            </a:extLst>
          </p:cNvPr>
          <p:cNvSpPr txBox="1"/>
          <p:nvPr/>
        </p:nvSpPr>
        <p:spPr>
          <a:xfrm>
            <a:off x="16660678" y="226579"/>
            <a:ext cx="1392048" cy="984885"/>
          </a:xfrm>
          <a:prstGeom prst="rect">
            <a:avLst/>
          </a:prstGeom>
          <a:solidFill>
            <a:srgbClr val="FFC000"/>
          </a:solidFill>
          <a:ln>
            <a:noFill/>
          </a:ln>
        </p:spPr>
        <p:txBody>
          <a:bodyPr wrap="square" lIns="0" tIns="0" rIns="0" bIns="0" rtlCol="0">
            <a:spAutoFit/>
          </a:bodyPr>
          <a:lstStyle/>
          <a:p>
            <a:r>
              <a:rPr lang="zh-TW" altLang="en-US" sz="1600">
                <a:latin typeface="微軟正黑體" panose="020B0604030504040204" pitchFamily="34" charset="-120"/>
                <a:ea typeface="微軟正黑體" panose="020B0604030504040204" pitchFamily="34" charset="-120"/>
              </a:rPr>
              <a:t>本區塊之頁次</a:t>
            </a:r>
            <a:r>
              <a:rPr lang="en-US" altLang="zh-TW" sz="1600">
                <a:latin typeface="微軟正黑體" panose="020B0604030504040204" pitchFamily="34" charset="-120"/>
                <a:ea typeface="微軟正黑體" panose="020B0604030504040204" pitchFamily="34" charset="-120"/>
              </a:rPr>
              <a:t>, </a:t>
            </a:r>
            <a:r>
              <a:rPr lang="zh-TW" altLang="en-US" sz="1600">
                <a:latin typeface="微軟正黑體" panose="020B0604030504040204" pitchFamily="34" charset="-120"/>
                <a:ea typeface="微軟正黑體" panose="020B0604030504040204" pitchFamily="34" charset="-120"/>
              </a:rPr>
              <a:t>日期會自動更新</a:t>
            </a:r>
            <a:r>
              <a:rPr lang="en-US" altLang="zh-TW" sz="1600">
                <a:latin typeface="微軟正黑體" panose="020B0604030504040204" pitchFamily="34" charset="-120"/>
                <a:ea typeface="微軟正黑體" panose="020B0604030504040204" pitchFamily="34" charset="-120"/>
              </a:rPr>
              <a:t>. </a:t>
            </a:r>
            <a:r>
              <a:rPr lang="zh-TW" altLang="en-US" sz="1600">
                <a:latin typeface="微軟正黑體" panose="020B0604030504040204" pitchFamily="34" charset="-120"/>
                <a:ea typeface="微軟正黑體" panose="020B0604030504040204" pitchFamily="34" charset="-120"/>
              </a:rPr>
              <a:t>日期為最後一次更新日</a:t>
            </a:r>
          </a:p>
        </p:txBody>
      </p:sp>
      <p:sp>
        <p:nvSpPr>
          <p:cNvPr id="30" name="文字方塊 53">
            <a:extLst>
              <a:ext uri="{FF2B5EF4-FFF2-40B4-BE49-F238E27FC236}">
                <a16:creationId xmlns:a16="http://schemas.microsoft.com/office/drawing/2014/main" id="{7EE68195-4036-2753-C702-EBF7E6CFA458}"/>
              </a:ext>
            </a:extLst>
          </p:cNvPr>
          <p:cNvSpPr txBox="1"/>
          <p:nvPr/>
        </p:nvSpPr>
        <p:spPr>
          <a:xfrm>
            <a:off x="5545788" y="8023216"/>
            <a:ext cx="1557447" cy="553998"/>
          </a:xfrm>
          <a:prstGeom prst="rect">
            <a:avLst/>
          </a:prstGeom>
          <a:noFill/>
          <a:ln>
            <a:noFill/>
          </a:ln>
        </p:spPr>
        <p:txBody>
          <a:bodyPr wrap="square" lIns="0" tIns="0" rIns="0" bIns="0" rtlCol="0">
            <a:spAutoFit/>
          </a:bodyPr>
          <a:lstStyle/>
          <a:p>
            <a:r>
              <a:rPr lang="zh-TW" altLang="en-US" sz="1800">
                <a:solidFill>
                  <a:srgbClr val="C00000"/>
                </a:solidFill>
                <a:latin typeface="微軟正黑體" panose="020B0604030504040204" pitchFamily="34" charset="-120"/>
                <a:ea typeface="微軟正黑體" panose="020B0604030504040204" pitchFamily="34" charset="-120"/>
              </a:rPr>
              <a:t>說明號碼，位於右上角</a:t>
            </a:r>
          </a:p>
        </p:txBody>
      </p:sp>
      <p:graphicFrame>
        <p:nvGraphicFramePr>
          <p:cNvPr id="31" name="表格 30">
            <a:extLst>
              <a:ext uri="{FF2B5EF4-FFF2-40B4-BE49-F238E27FC236}">
                <a16:creationId xmlns:a16="http://schemas.microsoft.com/office/drawing/2014/main" id="{22A069D3-CB36-DA21-0023-3C294211F2A1}"/>
              </a:ext>
            </a:extLst>
          </p:cNvPr>
          <p:cNvGraphicFramePr>
            <a:graphicFrameLocks noGrp="1"/>
          </p:cNvGraphicFramePr>
          <p:nvPr/>
        </p:nvGraphicFramePr>
        <p:xfrm>
          <a:off x="3242505" y="8119564"/>
          <a:ext cx="1797832" cy="1238400"/>
        </p:xfrm>
        <a:graphic>
          <a:graphicData uri="http://schemas.openxmlformats.org/drawingml/2006/table">
            <a:tbl>
              <a:tblPr>
                <a:tableStyleId>{5940675A-B579-460E-94D1-54222C63F5DA}</a:tableStyleId>
              </a:tblPr>
              <a:tblGrid>
                <a:gridCol w="898916">
                  <a:extLst>
                    <a:ext uri="{9D8B030D-6E8A-4147-A177-3AD203B41FA5}">
                      <a16:colId xmlns:a16="http://schemas.microsoft.com/office/drawing/2014/main" val="3433979995"/>
                    </a:ext>
                  </a:extLst>
                </a:gridCol>
                <a:gridCol w="898916">
                  <a:extLst>
                    <a:ext uri="{9D8B030D-6E8A-4147-A177-3AD203B41FA5}">
                      <a16:colId xmlns:a16="http://schemas.microsoft.com/office/drawing/2014/main" val="3727974752"/>
                    </a:ext>
                  </a:extLst>
                </a:gridCol>
              </a:tblGrid>
              <a:tr h="336600">
                <a:tc gridSpan="2">
                  <a:txBody>
                    <a:bodyPr/>
                    <a:lstStyle/>
                    <a:p>
                      <a:pPr algn="ctr"/>
                      <a:r>
                        <a:rPr lang="en-US" altLang="zh-TW" sz="1500"/>
                        <a:t>BP</a:t>
                      </a:r>
                      <a:endParaRPr lang="en-GB" sz="1500" b="1">
                        <a:latin typeface="微軟正黑體" panose="020B0604030504040204" pitchFamily="34" charset="-120"/>
                        <a:ea typeface="微軟正黑體" panose="020B0604030504040204" pitchFamily="34" charset="-120"/>
                      </a:endParaRPr>
                    </a:p>
                  </a:txBody>
                  <a:tcPr marL="54000" marR="54000"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a:p>
                  </a:txBody>
                  <a:tcPr/>
                </a:tc>
                <a:extLst>
                  <a:ext uri="{0D108BD9-81ED-4DB2-BD59-A6C34878D82A}">
                    <a16:rowId xmlns:a16="http://schemas.microsoft.com/office/drawing/2014/main" val="3125084632"/>
                  </a:ext>
                </a:extLst>
              </a:tr>
              <a:tr h="565200">
                <a:tc gridSpan="2">
                  <a:txBody>
                    <a:bodyPr/>
                    <a:lstStyle/>
                    <a:p>
                      <a:pPr algn="ctr"/>
                      <a:r>
                        <a:rPr lang="zh-TW" altLang="en-US" sz="1500"/>
                        <a:t>交易名稱</a:t>
                      </a:r>
                      <a:endParaRPr lang="en-US" altLang="zh-TW" sz="1500"/>
                    </a:p>
                    <a:p>
                      <a:pPr algn="ctr"/>
                      <a:r>
                        <a:rPr lang="zh-TW" altLang="en-US" sz="1500"/>
                        <a:t>作業</a:t>
                      </a:r>
                      <a:r>
                        <a:rPr lang="en-US" altLang="zh-TW" sz="1500"/>
                        <a:t>/</a:t>
                      </a:r>
                      <a:r>
                        <a:rPr lang="zh-TW" altLang="en-US" sz="1500"/>
                        <a:t>動作</a:t>
                      </a:r>
                      <a:endParaRPr lang="en-GB" sz="1500">
                        <a:latin typeface="微軟正黑體" panose="020B0604030504040204" pitchFamily="34" charset="-120"/>
                        <a:ea typeface="微軟正黑體" panose="020B0604030504040204" pitchFamily="34" charset="-120"/>
                      </a:endParaRPr>
                    </a:p>
                  </a:txBody>
                  <a:tcPr marL="54000" marR="54000"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a:p>
                  </a:txBody>
                  <a:tcPr/>
                </a:tc>
                <a:extLst>
                  <a:ext uri="{0D108BD9-81ED-4DB2-BD59-A6C34878D82A}">
                    <a16:rowId xmlns:a16="http://schemas.microsoft.com/office/drawing/2014/main" val="1006350340"/>
                  </a:ext>
                </a:extLst>
              </a:tr>
              <a:tr h="336600">
                <a:tc>
                  <a:txBody>
                    <a:bodyPr/>
                    <a:lstStyle/>
                    <a:p>
                      <a:pPr algn="ctr"/>
                      <a:r>
                        <a:rPr lang="en-US" sz="1500"/>
                        <a:t>SAP</a:t>
                      </a:r>
                      <a:endParaRPr lang="en-GB" sz="1500">
                        <a:latin typeface="微軟正黑體" panose="020B0604030504040204" pitchFamily="34" charset="-120"/>
                        <a:ea typeface="微軟正黑體" panose="020B0604030504040204" pitchFamily="34" charset="-120"/>
                      </a:endParaRPr>
                    </a:p>
                  </a:txBody>
                  <a:tcPr marL="54000" marR="54000"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lang="zh-TW" altLang="en-US" sz="1500"/>
                        <a:t>自動</a:t>
                      </a:r>
                      <a:endParaRPr lang="en-GB" sz="1500">
                        <a:latin typeface="微軟正黑體" panose="020B0604030504040204" pitchFamily="34" charset="-120"/>
                        <a:ea typeface="微軟正黑體" panose="020B0604030504040204" pitchFamily="34" charset="-120"/>
                      </a:endParaRPr>
                    </a:p>
                  </a:txBody>
                  <a:tcPr marL="54000" marR="54000"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053335046"/>
                  </a:ext>
                </a:extLst>
              </a:tr>
            </a:tbl>
          </a:graphicData>
        </a:graphic>
      </p:graphicFrame>
      <p:grpSp>
        <p:nvGrpSpPr>
          <p:cNvPr id="27" name="Group 232">
            <a:extLst>
              <a:ext uri="{FF2B5EF4-FFF2-40B4-BE49-F238E27FC236}">
                <a16:creationId xmlns:a16="http://schemas.microsoft.com/office/drawing/2014/main" id="{34DCA6AC-E460-4F91-E17A-E4D1D9383A32}"/>
              </a:ext>
            </a:extLst>
          </p:cNvPr>
          <p:cNvGrpSpPr/>
          <p:nvPr/>
        </p:nvGrpSpPr>
        <p:grpSpPr>
          <a:xfrm>
            <a:off x="4888172" y="7911842"/>
            <a:ext cx="557700" cy="408542"/>
            <a:chOff x="5906472" y="1486857"/>
            <a:chExt cx="371800" cy="272361"/>
          </a:xfrm>
        </p:grpSpPr>
        <p:sp>
          <p:nvSpPr>
            <p:cNvPr id="28" name="Oval 233">
              <a:extLst>
                <a:ext uri="{FF2B5EF4-FFF2-40B4-BE49-F238E27FC236}">
                  <a16:creationId xmlns:a16="http://schemas.microsoft.com/office/drawing/2014/main" id="{1D00AAC5-112F-5543-0045-71081BC39687}"/>
                </a:ext>
              </a:extLst>
            </p:cNvPr>
            <p:cNvSpPr/>
            <p:nvPr/>
          </p:nvSpPr>
          <p:spPr>
            <a:xfrm>
              <a:off x="5906472" y="1486857"/>
              <a:ext cx="274320" cy="272361"/>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sz="4050"/>
            </a:p>
          </p:txBody>
        </p:sp>
        <p:sp>
          <p:nvSpPr>
            <p:cNvPr id="29" name="TextBox 234">
              <a:extLst>
                <a:ext uri="{FF2B5EF4-FFF2-40B4-BE49-F238E27FC236}">
                  <a16:creationId xmlns:a16="http://schemas.microsoft.com/office/drawing/2014/main" id="{DBDC368A-8CA7-E876-12C5-B3B6A71623C0}"/>
                </a:ext>
              </a:extLst>
            </p:cNvPr>
            <p:cNvSpPr txBox="1"/>
            <p:nvPr/>
          </p:nvSpPr>
          <p:spPr>
            <a:xfrm>
              <a:off x="5922672" y="1499926"/>
              <a:ext cx="355600" cy="215443"/>
            </a:xfrm>
            <a:prstGeom prst="rect">
              <a:avLst/>
            </a:prstGeom>
            <a:noFill/>
          </p:spPr>
          <p:txBody>
            <a:bodyPr wrap="square" rtlCol="0">
              <a:spAutoFit/>
            </a:bodyPr>
            <a:lstStyle/>
            <a:p>
              <a:r>
                <a:rPr lang="en-US" altLang="zh-TW" sz="1500">
                  <a:latin typeface="微軟正黑體" panose="020B0604030504040204" pitchFamily="34" charset="-120"/>
                  <a:ea typeface="微軟正黑體" panose="020B0604030504040204" pitchFamily="34" charset="-120"/>
                </a:rPr>
                <a:t>1</a:t>
              </a:r>
              <a:endParaRPr lang="zh-TW" altLang="en-US" sz="1500">
                <a:latin typeface="微軟正黑體" panose="020B0604030504040204" pitchFamily="34" charset="-120"/>
                <a:ea typeface="微軟正黑體" panose="020B0604030504040204" pitchFamily="34" charset="-120"/>
              </a:endParaRPr>
            </a:p>
          </p:txBody>
        </p:sp>
      </p:grpSp>
      <p:grpSp>
        <p:nvGrpSpPr>
          <p:cNvPr id="5" name="Group 4">
            <a:extLst>
              <a:ext uri="{FF2B5EF4-FFF2-40B4-BE49-F238E27FC236}">
                <a16:creationId xmlns:a16="http://schemas.microsoft.com/office/drawing/2014/main" id="{C1E1D283-1843-CF62-4209-C268980982AA}"/>
              </a:ext>
            </a:extLst>
          </p:cNvPr>
          <p:cNvGrpSpPr/>
          <p:nvPr/>
        </p:nvGrpSpPr>
        <p:grpSpPr>
          <a:xfrm>
            <a:off x="10685297" y="835773"/>
            <a:ext cx="3401998" cy="423412"/>
            <a:chOff x="10685297" y="851013"/>
            <a:chExt cx="3401998" cy="423412"/>
          </a:xfrm>
        </p:grpSpPr>
        <p:grpSp>
          <p:nvGrpSpPr>
            <p:cNvPr id="25" name="Group 24">
              <a:extLst>
                <a:ext uri="{FF2B5EF4-FFF2-40B4-BE49-F238E27FC236}">
                  <a16:creationId xmlns:a16="http://schemas.microsoft.com/office/drawing/2014/main" id="{5A9886C6-C17B-051D-323D-045D45D51D03}"/>
                </a:ext>
              </a:extLst>
            </p:cNvPr>
            <p:cNvGrpSpPr/>
            <p:nvPr/>
          </p:nvGrpSpPr>
          <p:grpSpPr>
            <a:xfrm>
              <a:off x="10685297" y="851013"/>
              <a:ext cx="1291656" cy="423194"/>
              <a:chOff x="7091257" y="609842"/>
              <a:chExt cx="861104" cy="282129"/>
            </a:xfrm>
          </p:grpSpPr>
          <p:sp>
            <p:nvSpPr>
              <p:cNvPr id="35" name="文字方塊 21">
                <a:extLst>
                  <a:ext uri="{FF2B5EF4-FFF2-40B4-BE49-F238E27FC236}">
                    <a16:creationId xmlns:a16="http://schemas.microsoft.com/office/drawing/2014/main" id="{432DD89F-2DAD-3A56-1346-B1AF7181E7DD}"/>
                  </a:ext>
                </a:extLst>
              </p:cNvPr>
              <p:cNvSpPr txBox="1"/>
              <p:nvPr/>
            </p:nvSpPr>
            <p:spPr>
              <a:xfrm>
                <a:off x="7091257" y="609842"/>
                <a:ext cx="283411" cy="276998"/>
              </a:xfrm>
              <a:prstGeom prst="rect">
                <a:avLst/>
              </a:prstGeom>
              <a:noFill/>
            </p:spPr>
            <p:txBody>
              <a:bodyPr wrap="none" rtlCol="0">
                <a:spAutoFit/>
              </a:bodyPr>
              <a:lstStyle/>
              <a:p>
                <a:r>
                  <a:rPr lang="zh-TW" altLang="en-US" sz="2100">
                    <a:latin typeface="Microsoft JhengHei" panose="020B0604030504040204" pitchFamily="34" charset="-120"/>
                    <a:ea typeface="Microsoft JhengHei" panose="020B0604030504040204" pitchFamily="34" charset="-120"/>
                    <a:sym typeface="Wingdings" panose="05000000000000000000" pitchFamily="2" charset="2"/>
                  </a:rPr>
                  <a:t></a:t>
                </a:r>
                <a:endParaRPr lang="zh-TW" altLang="en-US" sz="2100">
                  <a:latin typeface="Microsoft JhengHei" panose="020B0604030504040204" pitchFamily="34" charset="-120"/>
                  <a:ea typeface="Microsoft JhengHei" panose="020B0604030504040204" pitchFamily="34" charset="-120"/>
                </a:endParaRPr>
              </a:p>
            </p:txBody>
          </p:sp>
          <p:sp>
            <p:nvSpPr>
              <p:cNvPr id="36" name="文字方塊 22">
                <a:extLst>
                  <a:ext uri="{FF2B5EF4-FFF2-40B4-BE49-F238E27FC236}">
                    <a16:creationId xmlns:a16="http://schemas.microsoft.com/office/drawing/2014/main" id="{C6804075-CD1F-688A-16E7-A5FA26AA9965}"/>
                  </a:ext>
                </a:extLst>
              </p:cNvPr>
              <p:cNvSpPr txBox="1"/>
              <p:nvPr/>
            </p:nvSpPr>
            <p:spPr>
              <a:xfrm>
                <a:off x="7316290" y="625231"/>
                <a:ext cx="636071" cy="266740"/>
              </a:xfrm>
              <a:prstGeom prst="rect">
                <a:avLst/>
              </a:prstGeom>
              <a:noFill/>
            </p:spPr>
            <p:txBody>
              <a:bodyPr wrap="none" rtlCol="0">
                <a:spAutoFit/>
              </a:bodyPr>
              <a:lstStyle/>
              <a:p>
                <a:r>
                  <a:rPr lang="zh-TW" altLang="en-US" sz="2000">
                    <a:latin typeface="Microsoft JhengHei" panose="020B0604030504040204" pitchFamily="34" charset="-120"/>
                    <a:ea typeface="Microsoft JhengHei" panose="020B0604030504040204" pitchFamily="34" charset="-120"/>
                  </a:rPr>
                  <a:t>新流程</a:t>
                </a:r>
              </a:p>
            </p:txBody>
          </p:sp>
        </p:grpSp>
        <p:grpSp>
          <p:nvGrpSpPr>
            <p:cNvPr id="32" name="Group 31">
              <a:extLst>
                <a:ext uri="{FF2B5EF4-FFF2-40B4-BE49-F238E27FC236}">
                  <a16:creationId xmlns:a16="http://schemas.microsoft.com/office/drawing/2014/main" id="{9C909DE7-364E-C051-81B7-A9B0395CA373}"/>
                </a:ext>
              </a:extLst>
            </p:cNvPr>
            <p:cNvGrpSpPr/>
            <p:nvPr/>
          </p:nvGrpSpPr>
          <p:grpSpPr>
            <a:xfrm>
              <a:off x="11993820" y="858926"/>
              <a:ext cx="2093475" cy="415499"/>
              <a:chOff x="8168002" y="615119"/>
              <a:chExt cx="1395650" cy="276999"/>
            </a:xfrm>
          </p:grpSpPr>
          <p:sp>
            <p:nvSpPr>
              <p:cNvPr id="33" name="文字方塊 23">
                <a:extLst>
                  <a:ext uri="{FF2B5EF4-FFF2-40B4-BE49-F238E27FC236}">
                    <a16:creationId xmlns:a16="http://schemas.microsoft.com/office/drawing/2014/main" id="{B4233160-88DF-D04A-FED9-08D0065AAB4F}"/>
                  </a:ext>
                </a:extLst>
              </p:cNvPr>
              <p:cNvSpPr txBox="1"/>
              <p:nvPr/>
            </p:nvSpPr>
            <p:spPr>
              <a:xfrm>
                <a:off x="8414619" y="625231"/>
                <a:ext cx="1149033" cy="266740"/>
              </a:xfrm>
              <a:prstGeom prst="rect">
                <a:avLst/>
              </a:prstGeom>
              <a:noFill/>
            </p:spPr>
            <p:txBody>
              <a:bodyPr wrap="none" rtlCol="0">
                <a:spAutoFit/>
              </a:bodyPr>
              <a:lstStyle/>
              <a:p>
                <a:r>
                  <a:rPr lang="zh-TW" altLang="en-US" sz="2000">
                    <a:latin typeface="Microsoft JhengHei" panose="020B0604030504040204" pitchFamily="34" charset="-120"/>
                    <a:ea typeface="Microsoft JhengHei" panose="020B0604030504040204" pitchFamily="34" charset="-120"/>
                  </a:rPr>
                  <a:t>權責單位改變</a:t>
                </a:r>
              </a:p>
            </p:txBody>
          </p:sp>
          <p:sp>
            <p:nvSpPr>
              <p:cNvPr id="34" name="文字方塊 21">
                <a:extLst>
                  <a:ext uri="{FF2B5EF4-FFF2-40B4-BE49-F238E27FC236}">
                    <a16:creationId xmlns:a16="http://schemas.microsoft.com/office/drawing/2014/main" id="{2E1125B2-CD41-1A49-12C1-2EB4AF0DAA7F}"/>
                  </a:ext>
                </a:extLst>
              </p:cNvPr>
              <p:cNvSpPr txBox="1"/>
              <p:nvPr/>
            </p:nvSpPr>
            <p:spPr>
              <a:xfrm>
                <a:off x="8168002" y="615119"/>
                <a:ext cx="283411" cy="276999"/>
              </a:xfrm>
              <a:prstGeom prst="rect">
                <a:avLst/>
              </a:prstGeom>
              <a:noFill/>
            </p:spPr>
            <p:txBody>
              <a:bodyPr wrap="none" rtlCol="0">
                <a:spAutoFit/>
              </a:bodyPr>
              <a:lstStyle/>
              <a:p>
                <a:r>
                  <a:rPr lang="zh-TW" altLang="en-US" sz="2100">
                    <a:latin typeface="Microsoft JhengHei" panose="020B0604030504040204" pitchFamily="34" charset="-120"/>
                    <a:ea typeface="Microsoft JhengHei" panose="020B0604030504040204" pitchFamily="34" charset="-120"/>
                    <a:sym typeface="Wingdings" panose="05000000000000000000" pitchFamily="2" charset="2"/>
                  </a:rPr>
                  <a:t></a:t>
                </a:r>
                <a:endParaRPr lang="zh-TW" altLang="en-US" sz="2100">
                  <a:latin typeface="Microsoft JhengHei" panose="020B0604030504040204" pitchFamily="34" charset="-120"/>
                  <a:ea typeface="Microsoft JhengHei" panose="020B0604030504040204" pitchFamily="34" charset="-120"/>
                </a:endParaRPr>
              </a:p>
            </p:txBody>
          </p:sp>
        </p:grpSp>
      </p:grpSp>
      <p:sp>
        <p:nvSpPr>
          <p:cNvPr id="37" name="TextBox 36">
            <a:extLst>
              <a:ext uri="{FF2B5EF4-FFF2-40B4-BE49-F238E27FC236}">
                <a16:creationId xmlns:a16="http://schemas.microsoft.com/office/drawing/2014/main" id="{D272B6E5-7242-B301-AF12-5963B687CE8C}"/>
              </a:ext>
            </a:extLst>
          </p:cNvPr>
          <p:cNvSpPr txBox="1"/>
          <p:nvPr/>
        </p:nvSpPr>
        <p:spPr>
          <a:xfrm>
            <a:off x="2521976" y="811465"/>
            <a:ext cx="8244896" cy="461665"/>
          </a:xfrm>
          <a:prstGeom prst="rect">
            <a:avLst/>
          </a:prstGeom>
          <a:solidFill>
            <a:srgbClr val="FFC000"/>
          </a:solidFill>
        </p:spPr>
        <p:txBody>
          <a:bodyPr wrap="square" rtlCol="0">
            <a:spAutoFit/>
          </a:bodyPr>
          <a:lstStyle/>
          <a:p>
            <a:r>
              <a:rPr lang="zh-TW" altLang="en-US" sz="2400" b="1" dirty="0">
                <a:latin typeface="Microsoft JhengHei" panose="020B0604030504040204" pitchFamily="34" charset="-120"/>
                <a:ea typeface="Microsoft JhengHei" panose="020B0604030504040204" pitchFamily="34" charset="-120"/>
              </a:rPr>
              <a:t>本區域請輸入”流程編碼”與 “流程名稱”</a:t>
            </a:r>
          </a:p>
        </p:txBody>
      </p:sp>
    </p:spTree>
    <p:extLst>
      <p:ext uri="{BB962C8B-B14F-4D97-AF65-F5344CB8AC3E}">
        <p14:creationId xmlns:p14="http://schemas.microsoft.com/office/powerpoint/2010/main" val="1727134277"/>
      </p:ext>
    </p:extLst>
  </p:cSld>
  <p:clrMapOvr>
    <a:masterClrMapping/>
  </p:clrMapOvr>
</p:sld>
</file>

<file path=ppt/theme/theme1.xml><?xml version="1.0" encoding="utf-8"?>
<a:theme xmlns:a="http://schemas.openxmlformats.org/drawingml/2006/main" name="Office 2013 - 2022 Theme">
  <a:themeElements>
    <a:clrScheme name="Office 2013 - 2022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2013 - 2022 Them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2013 - 2022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2013 - 2022 Theme</Template>
  <TotalTime>16212</TotalTime>
  <Words>1004</Words>
  <Application>Microsoft Office PowerPoint</Application>
  <PresentationFormat>自訂</PresentationFormat>
  <Paragraphs>270</Paragraphs>
  <Slides>8</Slides>
  <Notes>6</Notes>
  <HiddenSlides>0</HiddenSlides>
  <MMClips>0</MMClips>
  <ScaleCrop>false</ScaleCrop>
  <HeadingPairs>
    <vt:vector size="6" baseType="variant">
      <vt:variant>
        <vt:lpstr>使用字型</vt:lpstr>
      </vt:variant>
      <vt:variant>
        <vt:i4>7</vt:i4>
      </vt:variant>
      <vt:variant>
        <vt:lpstr>佈景主題</vt:lpstr>
      </vt:variant>
      <vt:variant>
        <vt:i4>1</vt:i4>
      </vt:variant>
      <vt:variant>
        <vt:lpstr>投影片標題</vt:lpstr>
      </vt:variant>
      <vt:variant>
        <vt:i4>8</vt:i4>
      </vt:variant>
    </vt:vector>
  </HeadingPairs>
  <TitlesOfParts>
    <vt:vector size="16" baseType="lpstr">
      <vt:lpstr>Arimo</vt:lpstr>
      <vt:lpstr>微軟正黑體</vt:lpstr>
      <vt:lpstr>微軟正黑體</vt:lpstr>
      <vt:lpstr>新細明體</vt:lpstr>
      <vt:lpstr>Arial</vt:lpstr>
      <vt:lpstr>Calibri</vt:lpstr>
      <vt:lpstr>Calibri Light</vt:lpstr>
      <vt:lpstr>Office 2013 - 2022 Theme</vt:lpstr>
      <vt:lpstr>PowerPoint 簡報</vt:lpstr>
      <vt:lpstr>PowerPoint 簡報</vt:lpstr>
      <vt:lpstr>PowerPoint 簡報</vt:lpstr>
      <vt:lpstr>PowerPoint 簡報</vt:lpstr>
      <vt:lpstr>PowerPoint 簡報</vt:lpstr>
      <vt:lpstr>PowerPoint 簡報</vt:lpstr>
      <vt:lpstr>PowerPoint 簡報</vt:lpstr>
      <vt:lpstr>PowerPoint 簡報</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簡報</dc:title>
  <dc:creator>joy.huang</dc:creator>
  <cp:lastModifiedBy>Alan Liao</cp:lastModifiedBy>
  <cp:revision>154</cp:revision>
  <dcterms:created xsi:type="dcterms:W3CDTF">2023-05-31T01:27:04Z</dcterms:created>
  <dcterms:modified xsi:type="dcterms:W3CDTF">2025-09-08T08:57:37Z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IPGFID">
    <vt:lpwstr>[DocID]=58CD5F86-655E-482D-AB94-B37968060EEF</vt:lpwstr>
  </property>
  <property fmtid="{D5CDD505-2E9C-101B-9397-08002B2CF9AE}" pid="3" name="_IPGFLOW_P-DAED_E-0_CV-88520CEC_CN-DFA24F97">
    <vt:lpwstr>DPFPMK|3|50|1|0</vt:lpwstr>
  </property>
  <property fmtid="{D5CDD505-2E9C-101B-9397-08002B2CF9AE}" pid="4" name="_IPGFLOW_P-DAED_E-1_FP-1_SP-1_CV-86774A79_CN-B1D74F70">
    <vt:lpwstr>twZVKWH7FlLO2R/LzU/Eclk0lg2KYNNggmRc3VFUaPQHcMk9wPE08FucfGn1on2F5HYwuPicD2LbuLwbdx+Hs2LGkgu8VmyxYW0aSgBDQ0YzOuVD4jmZ05rksuX5EfeVq/dy5NIpetXbonO0I///WIXFV0num8mW8hYnvaEC6MBUoF+pR1BwWPj3ed7ZRliPhFjxR6TZA5yM81txWg7rvG5WLiL5gFjtKuFbAyW+Sclw7APrONLeLQjc6fMfTRv</vt:lpwstr>
  </property>
  <property fmtid="{D5CDD505-2E9C-101B-9397-08002B2CF9AE}" pid="5" name="_IPGFLOW_P-DAED_E-1_FP-1_SP-2_CV-36331FE8_CN-67F9166B">
    <vt:lpwstr>EPOD8/Rx2iriggNWAWVT1saFulNiRsJ9YqmEAoG8RWGsEA2JfdIsigqG9B03M4CDpm4BGb8D563wrpIwm0YvmuzJ0Pgxy9S2FEGiegkUIRXVBbjihY8yTNgnWKsSrrK1M</vt:lpwstr>
  </property>
  <property fmtid="{D5CDD505-2E9C-101B-9397-08002B2CF9AE}" pid="6" name="_IPGFLOW_P-DAED_E-0_FP-1_CV-1748F583_CN-8CA36F19">
    <vt:lpwstr>DPSPMK|3|384|2|0</vt:lpwstr>
  </property>
</Properties>
</file>